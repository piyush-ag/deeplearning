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1027" r:id="rId3"/>
    <p:sldId id="325" r:id="rId4"/>
    <p:sldId id="34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515"/>
    <p:restoredTop sz="87538"/>
  </p:normalViewPr>
  <p:slideViewPr>
    <p:cSldViewPr snapToGrid="0" snapToObjects="1">
      <p:cViewPr varScale="1">
        <p:scale>
          <a:sx n="87" d="100"/>
          <a:sy n="87" d="100"/>
        </p:scale>
        <p:origin x="216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20:25:16.25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2074 1715 7894,'72'-8'0,"0"1"0,-1 0 0,2-1 0,6 1 0,2 0 0,1 2 0,2 0-815,5 0 0,1 0 1,-3 3-1,0 0 785,2-3 0,1 0 1,0 2-1,0 1 79,4-3 1,2 0 0,1 3 0,2 1-40,1-2 0,-1 1 1,-4 1-1,-1 1-4,-1-1 1,-1 2 0,0-1 0,1 0-68,-1 0 0,0 0 0,-1 0 0,0 0-123,-1 0 0,0 0 0,-5 0 1,0 0 65,-2 0 1,-1 0 0,-1 0-1,0 0-109,-1 0 0,0 0 1,-2-3-1,0 1 221,0 0 0,-1-1 0,-5-3 0,-1 0 6,-1 2 0,1-1 0,-4-1 0,0-1 197,-1 0 1,-1-1 0,-2 1-1,-1 1-56,-1 1 1,0 1-1,-9-2 1,-1 0 113,41 1 0,-6-6 168,-13 1 0,-5 4 148,-14 1 1,-17 3 1493,-13 2-1785,-12 0 0,-14-5 338,-13 1 1,-14-1-508,-14 5 0,-16 0-399,-14 0 1,-14 0 235,37 0 1,-2 0-1,-2 0 1,-1 0-76,-2 0 0,-2 0 0,-6 0 0,0 0 21,-2 0 1,-2 0-1,-6 0 1,-2 1-211,-5 2 1,-1-1 0,1-1 0,0 0 291,-5 1 1,-1 1 0,0 0-1,-1 0-344,-4-1 1,-3 1-1,25 0 1,-2 2-1,-2-2 417,-9 1 1,-2-1-1,-1 0 1,-1 1 0,0 1-1,-2 1-315,-6 0 1,-2 1-1,1-1 1,0 0 0,1 0-1,0 0 360,-1 2 1,0 0-1,0 0 1,0-1-1,-1-1 1,1 1-13,0 1 1,-1 0 0,2 0 0,4-2 0,1 0 0,1 0-14,2 0 1,1 1-1,0-1 1,4 0-1,0-1 1,1 0-176,1 0 1,0 0 0,0 0 0,2 0 0,0 0 0,-1 0 67,-1-1 1,0 1-1,0 0 1,6 0 0,1-1-1,0 0-18,0-1 0,2 1 0,-1-1 0,3 1 0,0 0 0,1-1-30,1-1 1,0-1-1,0 1 1,-32 3 0,1 1-576,-1-1 1,1 0 660,8 1 0,2 1 0,-3-1 0,1 1 0,10-1 0,1 1 0</inkml:trace>
  <inkml:trace contextRef="#ctx0" brushRef="#br0" timeOffset="759">7409 1029 8008,'0'-21'9,"0"-1"-152,0-7 0,0 4-310,0 1 0,2 11 1212,3-2 0,4 6-342,11-1 1,-1-1 28,10 6 1,0 0-141,15 5 1,5 0 97,14 0 0,13 0-39,16 0 0,7 0-486,-41 0 0,1 0 0,-2 0 0,1 0 223,5 0 1,0 0-1,1-1 1,0 0 9,4-1 0,0-1 0,-8 2 1,-2-1-37,-1-2 0,-2-2 0,-3 2 0,-2-1-276,38-10 0,4 1 381,-5-1 1,-7 0-35,-2 1 1,-6-1-25,-8 1 1,-1 1-154,-5 3 0,-13-3-244,-6 3 1,-8 2 104,-7-1 1,-7-1-87,-8-5 0,-5-1 396,0-3 0,-13 1-716,-6-7 1,-8 6 445,4-5 1,0 6-128,4-2 1,0 6 2082,1 4-1187,-1-3 0,2 13 21,4 0 0,-4 8-481,3 12 0,-3 4-280,-2 10 1,-1 3-4,-3 7 1,1 5-362,-6-1 1,4 7 463,-4-1 0,19 6 0,5 8 0,-2 5 0,-1 1 0</inkml:trace>
  <inkml:trace contextRef="#ctx0" brushRef="#br0" timeOffset="1375">10514 680 8083,'15'-10'0,"-1"0"0,1 5 2,-1-4 0,1 0 45,0 0 1,-6-3 258,1 8 1,-5-8 801,5 2-756,-7-3 1,3-1 413,-6-1-479,0 1 1,-5-1-43,1 1 0,-8 4-136,3 0 1,0 5 30,0-4 0,-1 5-75,-5-1 0,1 4 4,-1 1 0,1 1-275,-1 4 1,1-1-42,-1 5 0,0 6-174,1 4 0,-1 6-269,1-6 1,6 7 294,3-2 0,3-1-202,2 1 0,0-4 249,0 4 0,7-6 119,2 1 1,6 2 170,4-1 1,-1 6 328,6-2 1,-1 10 63,1 5 0,2 9 372,-6 6 1,-1 4-73,-4 5 0,-7-3-328,-3 3 0,-5-4-163,-5-6 1,-11 2-39,-14-6 1,0-7-193,-9-8 0,5-5 113,-5-5 1,7-9-135,-2-10 0,9-5 162,6-5 1,9-5-5,5-9 0,5-10-538,5-10 1,15 2 239,9-2 1,14-5-880,1-5 1,10-6 1125,-1 2 0,7-4 0,8-8 0,-19 19 0,0 0 0,0-1 0</inkml:trace>
  <inkml:trace contextRef="#ctx0" brushRef="#br0" timeOffset="3317">11024 767 8083,'-6'-15'-636,"3"1"730,-7-1 0,5 2 1401,-5 4-774,7-4-336,-3 5-29,6-7-316,0 0 1,0 1-198,0-1 1,4 6 115,1-1 1,7 0-44,-3-5 0,-1 1 93,2-1 0,-5 2 163,5 4-81,-7-4 0,3 9 397,-6-5-416,0 6 1,0-2 0,0 10 0,-1 7-58,-4 8 0,-3 6 101,-7-2 1,6 4-351,-1 1 1,7 2-52,-2 3 1,-2-5-178,2 0 0,1-2 141,4-7 0,6-1-134,4-4 1,4-2 158,6-3 1,2-6 80,8-8 0,0-9 169,4-7 1,-3-7 13,3-3 0,-8 1 281,-2-5 0,-4-1 58,4 1 0,-11 1 212,2 9 1,-10 3-167,-1 6 1,-2 6 625,-2-1-694,0 7-74,-6 9 1,2 5-244,-5 14 0,5-3 23,-1 3 1,2 1-16,-2-7 1,4 7-4,-4-2 0,3-3-13,2-1 0,0-4 93,0-1 1,0-6 160,0 1 1,2-7 117,3 2 1,-2-3-67,7-2 0,-1-7-149,6-2 0,-5-6-19,-1-4 0,3 1 2,7-7 1,-3 6-34,4-5 0,-2 1-207,1-1 0,-3 3 57,4 6 1,-2 0-344,1 1 240,-3-1 0,5 7-310,-6 3 176,-7 4 1,-2 7 82,-6 4 0,0 5 32,0 4 0,0-1 82,0 6 1,-4-1 2,-1 1 0,0-1 40,5-4 1,0-3 191,0 4-119,0-4 1,1-3 187,4-3 0,3-4 26,7-6 1,0 0-139,-1 0 1,2-1-113,4-4 1,-2-3 47,6-7 0,-6-4-6,1-1 1,-1 1 75,1 4 1,-4-4-5,0-1 0,-2 1 36,-9 4 1,6-4 176,-5-1 1,0-1-37,-5 2 0,0 8-13,0-4-264,0 4 1,-2-2 40,-3 3-115,4 3 182,-12 7 0,6 7-32,-2 3 1,0 7-67,5 3 1,2 6-85,-3-2 0,4-1-218,1 1 0,0 0 103,0 6 1,1-6-139,4 0 1,5-1 32,9 1 1,-1-3 48,6-6 0,-4-2 175,4-4 0,0-2 135,5-7 0,-4 0-127,-1 0 1,-6-7 180,1-2 0,2-9 297,-1-2 1,-6-4-185,-4 5 1,-7-6 267,2 6 1,2-7-142,-2 2 1,1 3-125,-1 1 1,-2 2-123,7-1 0,-5 3-153,4-4 1,1 9 162,5 1 0,-1 7-25,1-2-116,-1 4 1,1 1 66,0 0 1,-7 6-157,-3 4 0,-4 4-47,-1 6 1,0-4-173,0 3 0,-1 3 52,-4-3 1,3 5-211,-3-4 1,-1 4 74,1-5 0,0 1-175,5-6 1,6-1 177,4-3 0,10-3 141,4-7 0,3 0 215,3 0 1,5-9 78,4-5 0,3-2 0,2-9 0,-5 6 0,0-5 0,-7-1 0,2-4 0,-5 2 135,-4 2 1,-11-1 220,-9 7 0,-3 0 294,-2 4 1,-2 0-263,-3 1 1,-8 6 560,-6 3 1,-6 3-422,6 2 1,-5 0-316,4 0 1,-4 7-48,5 2 1,-3 4-118,3 2 1,8 1 3,-4 4 0,5-4-235,1 3 0,2 2-391,7-1 0,0-1 281,0-4 1,7 3 4,2-4 0,11 2 105,4-11 1,5 0 57,5-5 1,-3-6 45,3-4 0,2-8 199,-2-1 1,3-7-135,-8 1 1,2-2 137,-12-2 0,6 0 0,-6-1 1,-6 8-62,-8 2 136,-3 4 1,-11 8-67,-5 3 1,-2 5-51,-9 5 0,6 3-81,-5 7 0,4 6-83,-4 3 0,11-1 143,-2 1 0,11-1 12,-1 1 1,3 4-839,2-4 0,2-3 309,3-2 1,4-2 358,11-3 1,-2-6 20,6-3 1,2-3 170,8-2 0,-2-7-22,7-3 1,-5-9 300,5-5 0,-7-4-55,2-1 0,-3-2 10,-2-3 1,-4 2 13,-1-7 1,-6 0-57,1-5 1,-4-4-207,-6-1 1,4-4-160,-3 4 0,-2 2-339,2 8 1,-7 5 109,2 10 236,-3 3 331,-2 13 0,-7 8-128,-3 10 1,-4 9-46,-6 5 0,3 5-72,-8 5 0,6 5 11,-5 10 1,4 0-83,-4 9 0,6-8-197,-1 8 0,4-7 69,5 2 0,4-4-217,6 4 0,3-12 46,7-3 0,3-16-8,16-8 0,-3-11 592,8-3 0,1-8 25,-1-11 1,5-6 197,-5-9 1,5-3-254,-5-7 1,0 1 132,-5-1 1,-1-5-102,-4 1 0,2-7-289,-6 1 1,-3 4 167,-7 2 1,-3 9-158,-7 5 1,0 4 237,0 6 1,-2 10-176,-3 9 0,-1 5 157,-4 5 0,-3 3-178,3 6 0,-3 2-120,-1 4 1,-1 3 156,1 6 1,1 0-42,3 0 1,-2 5-1,8 0 1,-3 5-36,2-5 1,4 5-23,-4-5 1,3 5 34,2-5 0,7 0-32,2-5 0,4-5 122,2 1 0,6-9 94,3-2 0,-1-6 16,1-8 0,1-1 242,4-4 1,-5-3-98,0-7 1,-1-4 52,1-1 1,2-6-33,-6 2 1,-1 1-78,-4-1 0,-2 6-27,-4-1 1,3 3 303,-7 1-302,-1 1 0,-4 4 156,0 0-203,-6 7 1,-2-4-190,-7 7 0,1 7-300,-1 3 1,5 3-69,1 1 1,4 1 205,-5-1 1,7 1-124,-2-1 1,3 1-121,2 0 0,2-2-261,3-4 1,3 3 276,6-8 1,8 0-17,2-9 1,3-5 110,3-9 1,4 1 197,0-6 0,-2 6 892,-8-2 1,-4 9-463,-11 1 0,-2 9 189,-7 1 0,-8 19 159,-7 15 0,-12 10 369,-12 9 0,-8 9-214,-2 16-1215,-6 3 586,29-38 1,0 1-975,-19 44 559,20-45 1,1 1-1,-10 43-652,0 1 0,0-5-2116,10-1 0,9-7 397,6-2 2579,6-7 0,54-45 0,21-10 0,5 2 0,-1 0 0</inkml:trace>
  <inkml:trace contextRef="#ctx0" brushRef="#br0" timeOffset="3884">14873 650 8083,'8'-37'-261,"5"-3"-66,-3 6 1,-2 1 1646,1 9-289,-5 3-649,2 13 1,-8 9-139,-2 14 1,0 8-93,-5 11 0,-3 6 157,-7 14 1,3-1-1,-4 10 1,4 4-121,1 1 1,1 3-273,-1 2 0,-1 1 156,-3 4 0,7-8-255,-2 3 1,9-15-1584,0 0 1324,3-22 1,9-10 69,3-26 1,4-8 144,6-12 1,-6-7 89,1-7 1,-1-7 23,-4 2 1,-3-4 424,-3-6 1,-2 2-51,-2-6 1,0-2 212,0-9 1,-5-4-80,0-9 0,0-3-319,5-2 1,0-3 116,0 8 1,7 5 38,3 9 1,3 16-11,1 8 0,6 18-73,-1 7 0,7 9-41,-2 0 0,2 5 23,-1 5 0,-4 5 10,-7 9 0,-1 4 18,-3 6 0,-4 0 184,-6 0 0,-6 5-317,-4 0 0,-8 7-136,-1-2 1,-7-9-255,2-1 1,1-3-146,-1 4 1,6-1-413,-2 0 0,4-2-1461,2-2 2380,6 2 0,53-43 0,20-3 0</inkml:trace>
  <inkml:trace contextRef="#ctx0" brushRef="#br0" timeOffset="4067">15558 373 8083,'6'-14'0,"1"-1"322,3 1 1,3 4 509,-4 0 1,6 7-1390,4-2 0,-2 4 15,2 1 542,-3 0 0,5 12 0,2 5 0</inkml:trace>
  <inkml:trace contextRef="#ctx0" brushRef="#br0" timeOffset="4166">15456 621 8083,'-10'0'687,"0"0"-631,7 0 0,-2 0-424,10 0 0,5 0 163,9 0 205,4-6 0,65-22 0,-37 9 0,0-1 0</inkml:trace>
  <inkml:trace contextRef="#ctx0" brushRef="#br0" timeOffset="4484">16301 53 8110,'-14'5'-186,"-1"-1"-46,1 8 0,-1-4 1047,1 6 1,5 3-230,5 2 0,2-3-530,2 4 1,0 1-44,0-2 1,6 2 16,4-1 1,3-4 129,2 3 1,6-1-8,3 2 1,-1-9-1,1 3 1,-1-2-41,1 2 1,2 1-28,-7 0 0,1-1 76,-6 1 0,-1-1-159,-3 1 11,-4-1 1,-6 1-198,0 0 1,-3-6-122,-6 1 1,-1-2-373,-10 2 0,-2 1 235,-3-6 441,4 6 0,-39-22 0,-3 1 0</inkml:trace>
  <inkml:trace contextRef="#ctx0" brushRef="#br0" timeOffset="4892">16068 213 8110,'-5'-16'0,"0"-4"0,1 7 211,4-6 1,1 11 373,4-7 0,10 9-247,9-4 1,3 7-114,3-2 1,7-1-82,7 1 0,1 0-157,8 5 1,-4 0-79,4 0 1,-1-5 147,2 0 0,-4 0 6,-6 5 1,-5 0-98,-1 0 1,-7 0-260,-2 0 192,-6 0 0,-10 2 77,-3 3 0,-4 3-13,-6 6 1,-11 1 65,-4 0 1,-9 6 123,0 3 0,1 3-89,-1 3 1,8-3-166,1-3 0,0 6 43,6-1 0,2-7-56,2 3 1,5-7 97,5-4 0,10-1-28,9-3 1,4-4 114,1-6 1,2-6 135,3-4 0,1-9-39,4-6 0,-3-2 7,-7-2 0,-2 0 157,-2-1 1,-6 0-246,-9-4 1,-5 8-189,-10-3 0,-11 9 83,-14 1 1,-5 4-194,-9 5 1,0 4-266,1 6 0,5 0-504,4 0 1,5 6-55,5 4 0,9-2 193,10 2 841,4 0 0,72 17 0,18 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6T20:25:22.2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438 117 8110,'12'-21'0,"2"-3"0,-7 3 114,7 1 0,-7 9 575,2 1 654,-5 7-940,2-3 0,-12 9-141,-4 7 0,-5 1-44,-4 13 0,1 1 29,-6 4 1,0 6-88,-6 4 0,1 3 15,0 2 0,0 0-130,0-1 0,0 1-285,-1 0 0,5 1-396,-5 4 0,11-9 6,-5 4 0,6-10-1481,3 0 2111,1-3 0,12-28 0,4-6 0</inkml:trace>
  <inkml:trace contextRef="#ctx0" brushRef="#br0" timeOffset="208">1 278 8110,'15'-7'-355,"-6"4"-44,1-7 0,0 7 1038,4-2 1,-4 3-297,0 2 1,-5 0-381,4 0 1,-5 2-230,0 3 1,-2-2 265,-2 7 0,19 13 0,6 7 0</inkml:trace>
  <inkml:trace contextRef="#ctx0" brushRef="#br0" timeOffset="358">424 525 8110,'0'-8'2893,"0"-5"-2707,0 12-1190,0-12 1004,0 11 0,6 15 0,2 11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42BF47-6948-E24E-B613-1018839F44BB}" type="datetimeFigureOut">
              <a:rPr lang="en-US" smtClean="0"/>
              <a:t>2/26/25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A0B703-8FC3-A049-B9F3-19628A6BC3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977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F3CBB-3D7C-B04E-9498-119E3533F2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F6BFDB-1FD1-5A4E-A7CE-62527E270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842E3-0A28-DF48-8A17-B5F5EC993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98B0E-66E9-3744-97DD-5689EE39972C}" type="datetimeFigureOut">
              <a:rPr lang="en-US" smtClean="0"/>
              <a:t>2/26/25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E074A-D6AA-C844-804A-77378290B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68E51-3EE7-E245-961E-ACF136F1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CF97B-1311-3D42-8EC8-BFD91CFA1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21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F14A0-5FB4-6D4F-8B6A-548213797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B05F8-7DEB-684D-8548-A799446F0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FC6DB-EB6F-E140-B5BC-69AC2A878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98B0E-66E9-3744-97DD-5689EE39972C}" type="datetimeFigureOut">
              <a:rPr lang="en-US" smtClean="0"/>
              <a:t>2/26/25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16A90-7425-8B41-A696-851EF6CED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4056-C0EB-9846-B1CC-355F5565F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CF97B-1311-3D42-8EC8-BFD91CFA1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53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A2421-C6F8-5843-9A09-EEA3525B4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92A52F-C625-7843-965F-7EE6C7E56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09AD6-DC2D-014E-9F77-8882E812B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98B0E-66E9-3744-97DD-5689EE39972C}" type="datetimeFigureOut">
              <a:rPr lang="en-US" smtClean="0"/>
              <a:t>2/26/25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A2868-84F9-AD4E-B859-776BD852B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2602C4-0DDE-7047-BA14-C46C37DCE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CF97B-1311-3D42-8EC8-BFD91CFA1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233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2F4CD-A09A-6849-83FE-B8F461CBA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678E0-7CCC-B445-ACD8-D07729D08C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9C6344-9BB6-5D4D-857D-CC983707A1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2319DA-827B-6842-A008-65A8CB513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98B0E-66E9-3744-97DD-5689EE39972C}" type="datetimeFigureOut">
              <a:rPr lang="en-US" smtClean="0"/>
              <a:t>2/26/25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208158-9CCE-194A-BB4F-D22E0D146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5042EE-FE36-F744-AFBC-92BFBFE1E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CF97B-1311-3D42-8EC8-BFD91CFA1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857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9B9B1-D0BF-5647-83CE-63C073DF9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ADFAB-3B05-9240-BC93-DFA465E264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8B631C-CF5D-DE42-AE0E-DE7B99465C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FFA623-9555-D14D-8D1F-DBAA283AE6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F06B64-5D96-EE44-B4D6-C30B41023A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48AAC0-2BD1-7044-AEAE-A211B984D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98B0E-66E9-3744-97DD-5689EE39972C}" type="datetimeFigureOut">
              <a:rPr lang="en-US" smtClean="0"/>
              <a:t>2/26/25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80E829-2582-C84A-B9B4-48058FE11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9B0FEF-7B16-164F-815B-C08F2BA8B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CF97B-1311-3D42-8EC8-BFD91CFA1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071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B8529-8810-FD49-B179-FC12BB9B9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8DBF9E-4DB3-EE45-934F-E7D752B43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98B0E-66E9-3744-97DD-5689EE39972C}" type="datetimeFigureOut">
              <a:rPr lang="en-US" smtClean="0"/>
              <a:t>2/26/25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8DBFB5-4F33-B048-ABA0-007D79C20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FD8F2F-21BF-FD4F-9467-D20BAFB10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CF97B-1311-3D42-8EC8-BFD91CFA1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162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2E00B2-8AF6-E24A-94E7-F63FE0F06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98B0E-66E9-3744-97DD-5689EE39972C}" type="datetimeFigureOut">
              <a:rPr lang="en-US" smtClean="0"/>
              <a:t>2/26/25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8FD9A7-BE80-3645-B603-855AF50B7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67210-A35C-6449-95BA-1B7D9C14F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CF97B-1311-3D42-8EC8-BFD91CFA1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053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F1C23-FCA7-1343-B152-EB6DEFAE9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97723-B040-9447-A879-3B9A928AB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103FBD-E78C-5E4C-9B5A-ADFB6678B7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13CE77-4EAB-6043-B786-881B47468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98B0E-66E9-3744-97DD-5689EE39972C}" type="datetimeFigureOut">
              <a:rPr lang="en-US" smtClean="0"/>
              <a:t>2/26/25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19882B-B71C-6548-86AC-0783BFE1E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50FE47-9999-B34E-B2A6-3AB081BB7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CF97B-1311-3D42-8EC8-BFD91CFA1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212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40202-F159-EF48-82E1-F7AC1563B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DAD22F-37AD-5240-B359-B4CAA0C5B5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B76219-E464-5C4E-A0AE-7A865567E3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E7BFD1-7F4F-D445-BB84-50855659C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98B0E-66E9-3744-97DD-5689EE39972C}" type="datetimeFigureOut">
              <a:rPr lang="en-US" smtClean="0"/>
              <a:t>2/26/25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E1C5D4-EA46-F74E-A2C0-DB9B737E9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92EB33-A9DD-1B4B-A7AC-A773AB18E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CF97B-1311-3D42-8EC8-BFD91CFA1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228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FFCF8-BBBB-8249-8EC1-5FBCEE824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DA2727-AE66-444C-B48B-EEFA6283C5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CE348-3581-6344-BFE4-F715E7E6D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98B0E-66E9-3744-97DD-5689EE39972C}" type="datetimeFigureOut">
              <a:rPr lang="en-US" smtClean="0"/>
              <a:t>2/26/25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689DB-391E-B245-A506-A69E2E01E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DEF75-7FBD-234A-B0B2-312D018F5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CF97B-1311-3D42-8EC8-BFD91CFA1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432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FFF900-1F41-5B4B-B9A9-1AFE58EF95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798689-4EE3-0947-998C-83AEA7D85A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E6B33-33CD-F541-8967-1180C1DD2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98B0E-66E9-3744-97DD-5689EE39972C}" type="datetimeFigureOut">
              <a:rPr lang="en-US" smtClean="0"/>
              <a:t>2/26/25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CED36-9548-4948-B877-B81665E53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0476B-2B47-9A48-AC0F-74CED6FEE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CF97B-1311-3D42-8EC8-BFD91CFA1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019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0257AD-473E-464E-880E-6358F0130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93A9C-E75F-654B-9101-408D4356E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705B6-372C-AB45-8D0F-4E02189A4D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198B0E-66E9-3744-97DD-5689EE39972C}" type="datetimeFigureOut">
              <a:rPr lang="en-US" smtClean="0"/>
              <a:t>2/26/25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57830-D622-1940-88BB-B869DF1AA9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C8A51-B98D-8646-A8A9-CA8E9CDF82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5CF97B-1311-3D42-8EC8-BFD91CFA1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534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customXml" Target="../ink/ink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992F7-D43C-FC47-9BCD-3A56C7CC51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Dropout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83A14F-CF62-B14D-A6F9-4DCFBC1B0D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444533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20258-DD7A-F147-A19A-EC732E5E2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Validation dataset to check overfitting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5A308-61B5-8C46-A308-FDC3875C3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EDE27B-2D79-2948-AB14-34CB91E3B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460" y="1763713"/>
            <a:ext cx="6731000" cy="86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33712A-51A4-F84A-AE38-8A0F255E7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7880" y="2762250"/>
            <a:ext cx="5090160" cy="343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568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906EE-5132-4E39-BC41-CD0CAC6E3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1978"/>
            <a:ext cx="10515600" cy="4351338"/>
          </a:xfrm>
        </p:spPr>
        <p:txBody>
          <a:bodyPr/>
          <a:lstStyle/>
          <a:p>
            <a:r>
              <a:rPr lang="en-US" b="1" dirty="0"/>
              <a:t>Drop Out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b="1" u="sng" dirty="0"/>
              <a:t>When training:</a:t>
            </a:r>
            <a:r>
              <a:rPr lang="en-US" dirty="0"/>
              <a:t>  Each time before updating the parameters: </a:t>
            </a:r>
          </a:p>
          <a:p>
            <a:pPr marL="0" indent="0">
              <a:buNone/>
            </a:pPr>
            <a:r>
              <a:rPr lang="en-US" dirty="0"/>
              <a:t>                                Each neuron has p% to dropout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94E5D5-4A56-4ABC-8796-CBBFE8FB9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8830" y="3462347"/>
            <a:ext cx="6110288" cy="2709662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BE62CFF-C81F-49A8-B475-4A740D7F397F}"/>
              </a:ext>
            </a:extLst>
          </p:cNvPr>
          <p:cNvSpPr txBox="1">
            <a:spLocks/>
          </p:cNvSpPr>
          <p:nvPr/>
        </p:nvSpPr>
        <p:spPr>
          <a:xfrm>
            <a:off x="838200" y="39176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BB868E6-8DBD-9FB5-746C-54D738896FE2}"/>
                  </a:ext>
                </a:extLst>
              </p14:cNvPr>
              <p14:cNvContentPartPr/>
              <p14:nvPr/>
            </p14:nvContentPartPr>
            <p14:xfrm>
              <a:off x="5669603" y="2680566"/>
              <a:ext cx="6130440" cy="6580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BB868E6-8DBD-9FB5-746C-54D738896FE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54483" y="2665446"/>
                <a:ext cx="6161040" cy="68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8D43F0D-387A-8A92-F92F-D5B65C671C94}"/>
                  </a:ext>
                </a:extLst>
              </p14:cNvPr>
              <p14:cNvContentPartPr/>
              <p14:nvPr/>
            </p14:nvContentPartPr>
            <p14:xfrm>
              <a:off x="11878883" y="2625846"/>
              <a:ext cx="184320" cy="25884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8D43F0D-387A-8A92-F92F-D5B65C671C9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863733" y="2610726"/>
                <a:ext cx="214980" cy="28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46188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906EE-5132-4E39-BC41-CD0CAC6E3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1978"/>
            <a:ext cx="10515600" cy="4351338"/>
          </a:xfrm>
        </p:spPr>
        <p:txBody>
          <a:bodyPr/>
          <a:lstStyle/>
          <a:p>
            <a:r>
              <a:rPr lang="en-US" b="1" dirty="0"/>
              <a:t>Drop Out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b="1" u="sng" dirty="0"/>
              <a:t>When training:</a:t>
            </a:r>
            <a:r>
              <a:rPr lang="en-US" dirty="0"/>
              <a:t>  Each time before updating the parameters: </a:t>
            </a:r>
          </a:p>
          <a:p>
            <a:pPr marL="0" indent="0">
              <a:buNone/>
            </a:pPr>
            <a:r>
              <a:rPr lang="en-US" dirty="0"/>
              <a:t>                                Each neuron has p% to dropout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E0C56A-CDF4-4AC4-AF01-B60DC7328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1160" y="3242654"/>
            <a:ext cx="6069680" cy="2571456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FF8E799-5853-4B9F-87F3-F2E8F02534A6}"/>
              </a:ext>
            </a:extLst>
          </p:cNvPr>
          <p:cNvSpPr/>
          <p:nvPr/>
        </p:nvSpPr>
        <p:spPr>
          <a:xfrm>
            <a:off x="2456175" y="5814110"/>
            <a:ext cx="7279650" cy="55010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For each minibatch, we resample the dropout neurons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C866BF7-D724-4ECC-96E4-A7A7B98A01ED}"/>
              </a:ext>
            </a:extLst>
          </p:cNvPr>
          <p:cNvSpPr txBox="1">
            <a:spLocks/>
          </p:cNvSpPr>
          <p:nvPr/>
        </p:nvSpPr>
        <p:spPr>
          <a:xfrm>
            <a:off x="838200" y="39176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042666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7605</TotalTime>
  <Words>58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Dropout</vt:lpstr>
      <vt:lpstr>Use Validation dataset to check overfitting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Guodong Gao</dc:creator>
  <cp:lastModifiedBy>Piyush Agrawal</cp:lastModifiedBy>
  <cp:revision>62</cp:revision>
  <dcterms:created xsi:type="dcterms:W3CDTF">2020-10-05T12:51:37Z</dcterms:created>
  <dcterms:modified xsi:type="dcterms:W3CDTF">2025-02-26T20:25:26Z</dcterms:modified>
</cp:coreProperties>
</file>