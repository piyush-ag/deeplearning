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3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8"/>
  </p:notesMasterIdLst>
  <p:sldIdLst>
    <p:sldId id="1370" r:id="rId3"/>
    <p:sldId id="1373" r:id="rId4"/>
    <p:sldId id="1374" r:id="rId5"/>
    <p:sldId id="1372" r:id="rId6"/>
    <p:sldId id="1375" r:id="rId7"/>
    <p:sldId id="1371" r:id="rId8"/>
    <p:sldId id="1376" r:id="rId9"/>
    <p:sldId id="1377" r:id="rId10"/>
    <p:sldId id="1378" r:id="rId11"/>
    <p:sldId id="1380" r:id="rId12"/>
    <p:sldId id="1379" r:id="rId13"/>
    <p:sldId id="1362" r:id="rId14"/>
    <p:sldId id="1361" r:id="rId15"/>
    <p:sldId id="1363" r:id="rId16"/>
    <p:sldId id="13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32"/>
    <p:restoredTop sz="94694"/>
  </p:normalViewPr>
  <p:slideViewPr>
    <p:cSldViewPr snapToGrid="0">
      <p:cViewPr varScale="1">
        <p:scale>
          <a:sx n="109" d="100"/>
          <a:sy n="109" d="100"/>
        </p:scale>
        <p:origin x="121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rdon Gao" userId="f35b5dbc-a565-444c-a393-77373414943f" providerId="ADAL" clId="{22ECAE12-4238-BC48-8CB1-CD611F530B3A}"/>
    <pc:docChg chg="undo custSel modSld">
      <pc:chgData name="Gordon Gao" userId="f35b5dbc-a565-444c-a393-77373414943f" providerId="ADAL" clId="{22ECAE12-4238-BC48-8CB1-CD611F530B3A}" dt="2025-02-20T01:56:59.174" v="419" actId="1037"/>
      <pc:docMkLst>
        <pc:docMk/>
      </pc:docMkLst>
      <pc:sldChg chg="modSp mod">
        <pc:chgData name="Gordon Gao" userId="f35b5dbc-a565-444c-a393-77373414943f" providerId="ADAL" clId="{22ECAE12-4238-BC48-8CB1-CD611F530B3A}" dt="2025-02-20T01:56:59.174" v="419" actId="1037"/>
        <pc:sldMkLst>
          <pc:docMk/>
          <pc:sldMk cId="1347179158" sldId="1361"/>
        </pc:sldMkLst>
        <pc:spChg chg="mod">
          <ac:chgData name="Gordon Gao" userId="f35b5dbc-a565-444c-a393-77373414943f" providerId="ADAL" clId="{22ECAE12-4238-BC48-8CB1-CD611F530B3A}" dt="2025-02-20T01:56:53.638" v="416" actId="1037"/>
          <ac:spMkLst>
            <pc:docMk/>
            <pc:sldMk cId="1347179158" sldId="1361"/>
            <ac:spMk id="40" creationId="{4B1C0217-BFA0-9FB5-54A9-9FE4BC9811CD}"/>
          </ac:spMkLst>
        </pc:spChg>
        <pc:spChg chg="mod">
          <ac:chgData name="Gordon Gao" userId="f35b5dbc-a565-444c-a393-77373414943f" providerId="ADAL" clId="{22ECAE12-4238-BC48-8CB1-CD611F530B3A}" dt="2025-02-20T01:56:59.174" v="419" actId="1037"/>
          <ac:spMkLst>
            <pc:docMk/>
            <pc:sldMk cId="1347179158" sldId="1361"/>
            <ac:spMk id="45" creationId="{900A7B20-7607-6070-580A-D5E9128E8320}"/>
          </ac:spMkLst>
        </pc:spChg>
        <pc:grpChg chg="mod">
          <ac:chgData name="Gordon Gao" userId="f35b5dbc-a565-444c-a393-77373414943f" providerId="ADAL" clId="{22ECAE12-4238-BC48-8CB1-CD611F530B3A}" dt="2025-02-20T01:56:50.433" v="411" actId="1037"/>
          <ac:grpSpMkLst>
            <pc:docMk/>
            <pc:sldMk cId="1347179158" sldId="1361"/>
            <ac:grpSpMk id="89" creationId="{8A51C290-BE76-8074-F546-1203A4AE16C8}"/>
          </ac:grpSpMkLst>
        </pc:grpChg>
        <pc:grpChg chg="mod">
          <ac:chgData name="Gordon Gao" userId="f35b5dbc-a565-444c-a393-77373414943f" providerId="ADAL" clId="{22ECAE12-4238-BC48-8CB1-CD611F530B3A}" dt="2025-02-20T01:56:40.545" v="395" actId="1037"/>
          <ac:grpSpMkLst>
            <pc:docMk/>
            <pc:sldMk cId="1347179158" sldId="1361"/>
            <ac:grpSpMk id="104" creationId="{316E2D76-8C1A-C6D1-4FEE-D49F6AB6C3D0}"/>
          </ac:grpSpMkLst>
        </pc:grpChg>
        <pc:grpChg chg="mod">
          <ac:chgData name="Gordon Gao" userId="f35b5dbc-a565-444c-a393-77373414943f" providerId="ADAL" clId="{22ECAE12-4238-BC48-8CB1-CD611F530B3A}" dt="2025-02-20T01:56:40.545" v="395" actId="1037"/>
          <ac:grpSpMkLst>
            <pc:docMk/>
            <pc:sldMk cId="1347179158" sldId="1361"/>
            <ac:grpSpMk id="108" creationId="{0C75E992-C59E-58C4-59E6-42C6A7DD4D6E}"/>
          </ac:grpSpMkLst>
        </pc:grpChg>
        <pc:grpChg chg="mod">
          <ac:chgData name="Gordon Gao" userId="f35b5dbc-a565-444c-a393-77373414943f" providerId="ADAL" clId="{22ECAE12-4238-BC48-8CB1-CD611F530B3A}" dt="2025-02-20T01:56:19.037" v="353" actId="1038"/>
          <ac:grpSpMkLst>
            <pc:docMk/>
            <pc:sldMk cId="1347179158" sldId="1361"/>
            <ac:grpSpMk id="114" creationId="{0181140C-E9ED-FF80-D284-6439F62467A3}"/>
          </ac:grpSpMkLst>
        </pc:grpChg>
        <pc:grpChg chg="mod">
          <ac:chgData name="Gordon Gao" userId="f35b5dbc-a565-444c-a393-77373414943f" providerId="ADAL" clId="{22ECAE12-4238-BC48-8CB1-CD611F530B3A}" dt="2025-02-20T01:56:44.605" v="403" actId="1038"/>
          <ac:grpSpMkLst>
            <pc:docMk/>
            <pc:sldMk cId="1347179158" sldId="1361"/>
            <ac:grpSpMk id="118" creationId="{A32CDD3F-4F85-25E5-B28A-3E136915896D}"/>
          </ac:grpSpMkLst>
        </pc:grpChg>
        <pc:inkChg chg="mod">
          <ac:chgData name="Gordon Gao" userId="f35b5dbc-a565-444c-a393-77373414943f" providerId="ADAL" clId="{22ECAE12-4238-BC48-8CB1-CD611F530B3A}" dt="2025-02-20T01:56:19.037" v="353" actId="1038"/>
          <ac:inkMkLst>
            <pc:docMk/>
            <pc:sldMk cId="1347179158" sldId="1361"/>
            <ac:inkMk id="3" creationId="{37FCA810-325C-CAB9-0DD8-3A83A07CA1FE}"/>
          </ac:inkMkLst>
        </pc:inkChg>
      </pc:sldChg>
      <pc:sldChg chg="modSp mod">
        <pc:chgData name="Gordon Gao" userId="f35b5dbc-a565-444c-a393-77373414943f" providerId="ADAL" clId="{22ECAE12-4238-BC48-8CB1-CD611F530B3A}" dt="2025-02-20T01:55:51.347" v="315" actId="1037"/>
        <pc:sldMkLst>
          <pc:docMk/>
          <pc:sldMk cId="3875563900" sldId="1363"/>
        </pc:sldMkLst>
        <pc:spChg chg="mod">
          <ac:chgData name="Gordon Gao" userId="f35b5dbc-a565-444c-a393-77373414943f" providerId="ADAL" clId="{22ECAE12-4238-BC48-8CB1-CD611F530B3A}" dt="2025-02-20T01:55:51.347" v="315" actId="1037"/>
          <ac:spMkLst>
            <pc:docMk/>
            <pc:sldMk cId="3875563900" sldId="1363"/>
            <ac:spMk id="14" creationId="{174FC81C-403F-FAF6-6938-0E1FDD3C2A32}"/>
          </ac:spMkLst>
        </pc:spChg>
        <pc:spChg chg="mod">
          <ac:chgData name="Gordon Gao" userId="f35b5dbc-a565-444c-a393-77373414943f" providerId="ADAL" clId="{22ECAE12-4238-BC48-8CB1-CD611F530B3A}" dt="2025-02-20T01:54:50.546" v="170" actId="1037"/>
          <ac:spMkLst>
            <pc:docMk/>
            <pc:sldMk cId="3875563900" sldId="1363"/>
            <ac:spMk id="23" creationId="{7EE9C05E-7375-CD7B-5291-24650619B664}"/>
          </ac:spMkLst>
        </pc:spChg>
        <pc:spChg chg="mod">
          <ac:chgData name="Gordon Gao" userId="f35b5dbc-a565-444c-a393-77373414943f" providerId="ADAL" clId="{22ECAE12-4238-BC48-8CB1-CD611F530B3A}" dt="2025-02-20T01:54:40.485" v="151" actId="1076"/>
          <ac:spMkLst>
            <pc:docMk/>
            <pc:sldMk cId="3875563900" sldId="1363"/>
            <ac:spMk id="42" creationId="{E50B28EB-A638-9B57-E4AD-726A7311F128}"/>
          </ac:spMkLst>
        </pc:spChg>
        <pc:grpChg chg="mod">
          <ac:chgData name="Gordon Gao" userId="f35b5dbc-a565-444c-a393-77373414943f" providerId="ADAL" clId="{22ECAE12-4238-BC48-8CB1-CD611F530B3A}" dt="2025-02-20T01:55:37.633" v="302" actId="1038"/>
          <ac:grpSpMkLst>
            <pc:docMk/>
            <pc:sldMk cId="3875563900" sldId="1363"/>
            <ac:grpSpMk id="4" creationId="{1B739496-31F6-3182-78C0-0EB2F9892971}"/>
          </ac:grpSpMkLst>
        </pc:grpChg>
        <pc:grpChg chg="mod">
          <ac:chgData name="Gordon Gao" userId="f35b5dbc-a565-444c-a393-77373414943f" providerId="ADAL" clId="{22ECAE12-4238-BC48-8CB1-CD611F530B3A}" dt="2025-02-20T01:55:09.768" v="205" actId="1037"/>
          <ac:grpSpMkLst>
            <pc:docMk/>
            <pc:sldMk cId="3875563900" sldId="1363"/>
            <ac:grpSpMk id="31" creationId="{BADCD623-59DD-FFF3-94D0-CF90F9F154FE}"/>
          </ac:grpSpMkLst>
        </pc:grpChg>
        <pc:grpChg chg="mod">
          <ac:chgData name="Gordon Gao" userId="f35b5dbc-a565-444c-a393-77373414943f" providerId="ADAL" clId="{22ECAE12-4238-BC48-8CB1-CD611F530B3A}" dt="2025-02-20T01:55:25.980" v="280" actId="1038"/>
          <ac:grpSpMkLst>
            <pc:docMk/>
            <pc:sldMk cId="3875563900" sldId="1363"/>
            <ac:grpSpMk id="89" creationId="{D9505268-33B1-1DDE-90C5-E9738573EA97}"/>
          </ac:grpSpMkLst>
        </pc:grpChg>
        <pc:grpChg chg="mod">
          <ac:chgData name="Gordon Gao" userId="f35b5dbc-a565-444c-a393-77373414943f" providerId="ADAL" clId="{22ECAE12-4238-BC48-8CB1-CD611F530B3A}" dt="2025-02-20T01:55:17.864" v="245" actId="1037"/>
          <ac:grpSpMkLst>
            <pc:docMk/>
            <pc:sldMk cId="3875563900" sldId="1363"/>
            <ac:grpSpMk id="95" creationId="{07283B7B-C6B0-2F30-0937-0CEE5BF3D3F5}"/>
          </ac:grpSpMkLst>
        </pc:grpChg>
        <pc:grpChg chg="mod">
          <ac:chgData name="Gordon Gao" userId="f35b5dbc-a565-444c-a393-77373414943f" providerId="ADAL" clId="{22ECAE12-4238-BC48-8CB1-CD611F530B3A}" dt="2025-02-20T01:55:32.258" v="289" actId="1038"/>
          <ac:grpSpMkLst>
            <pc:docMk/>
            <pc:sldMk cId="3875563900" sldId="1363"/>
            <ac:grpSpMk id="104" creationId="{D2D13075-0B94-8E04-757B-18F03C2BC048}"/>
          </ac:grpSpMkLst>
        </pc:grpChg>
        <pc:grpChg chg="mod">
          <ac:chgData name="Gordon Gao" userId="f35b5dbc-a565-444c-a393-77373414943f" providerId="ADAL" clId="{22ECAE12-4238-BC48-8CB1-CD611F530B3A}" dt="2025-02-20T01:55:32.258" v="289" actId="1038"/>
          <ac:grpSpMkLst>
            <pc:docMk/>
            <pc:sldMk cId="3875563900" sldId="1363"/>
            <ac:grpSpMk id="108" creationId="{806FFBA5-C526-9F45-E624-0C2FE4628476}"/>
          </ac:grpSpMkLst>
        </pc:grpChg>
        <pc:grpChg chg="mod">
          <ac:chgData name="Gordon Gao" userId="f35b5dbc-a565-444c-a393-77373414943f" providerId="ADAL" clId="{22ECAE12-4238-BC48-8CB1-CD611F530B3A}" dt="2025-02-20T01:55:48.105" v="310" actId="1037"/>
          <ac:grpSpMkLst>
            <pc:docMk/>
            <pc:sldMk cId="3875563900" sldId="1363"/>
            <ac:grpSpMk id="114" creationId="{86E3C4C1-6711-5EB2-1D77-85B568B447F8}"/>
          </ac:grpSpMkLst>
        </pc:grpChg>
        <pc:grpChg chg="mod">
          <ac:chgData name="Gordon Gao" userId="f35b5dbc-a565-444c-a393-77373414943f" providerId="ADAL" clId="{22ECAE12-4238-BC48-8CB1-CD611F530B3A}" dt="2025-02-20T01:54:36.881" v="149" actId="1037"/>
          <ac:grpSpMkLst>
            <pc:docMk/>
            <pc:sldMk cId="3875563900" sldId="1363"/>
            <ac:grpSpMk id="118" creationId="{B4FC37E9-B987-2B87-1F42-2CF598152333}"/>
          </ac:grpSpMkLst>
        </pc:grpChg>
      </pc:sldChg>
    </pc:docChg>
  </pc:docChgLst>
  <pc:docChgLst>
    <pc:chgData name="Rui Han" userId="88b53886-0b74-47d2-9eea-0b3c7b44f04e" providerId="ADAL" clId="{2AD62DCE-3684-8C4B-8A27-E1907D1ADC34}"/>
    <pc:docChg chg="undo custSel modSld">
      <pc:chgData name="Rui Han" userId="88b53886-0b74-47d2-9eea-0b3c7b44f04e" providerId="ADAL" clId="{2AD62DCE-3684-8C4B-8A27-E1907D1ADC34}" dt="2025-02-17T22:16:49.006" v="104" actId="20577"/>
      <pc:docMkLst>
        <pc:docMk/>
      </pc:docMkLst>
      <pc:sldChg chg="addSp modSp mod modAnim">
        <pc:chgData name="Rui Han" userId="88b53886-0b74-47d2-9eea-0b3c7b44f04e" providerId="ADAL" clId="{2AD62DCE-3684-8C4B-8A27-E1907D1ADC34}" dt="2025-02-17T19:43:00.204" v="93"/>
        <pc:sldMkLst>
          <pc:docMk/>
          <pc:sldMk cId="2001302560" sldId="1370"/>
        </pc:sldMkLst>
        <pc:spChg chg="mod">
          <ac:chgData name="Rui Han" userId="88b53886-0b74-47d2-9eea-0b3c7b44f04e" providerId="ADAL" clId="{2AD62DCE-3684-8C4B-8A27-E1907D1ADC34}" dt="2025-02-17T19:38:41.035" v="11" actId="1076"/>
          <ac:spMkLst>
            <pc:docMk/>
            <pc:sldMk cId="2001302560" sldId="1370"/>
            <ac:spMk id="4" creationId="{33F80424-87E4-A7D2-1DAE-41EF946DE790}"/>
          </ac:spMkLst>
        </pc:spChg>
        <pc:spChg chg="add mod">
          <ac:chgData name="Rui Han" userId="88b53886-0b74-47d2-9eea-0b3c7b44f04e" providerId="ADAL" clId="{2AD62DCE-3684-8C4B-8A27-E1907D1ADC34}" dt="2025-02-17T19:39:34.002" v="43" actId="1076"/>
          <ac:spMkLst>
            <pc:docMk/>
            <pc:sldMk cId="2001302560" sldId="1370"/>
            <ac:spMk id="26" creationId="{469BAB8B-8AEE-ECEF-7120-DE34FF92C975}"/>
          </ac:spMkLst>
        </pc:spChg>
        <pc:spChg chg="add mod">
          <ac:chgData name="Rui Han" userId="88b53886-0b74-47d2-9eea-0b3c7b44f04e" providerId="ADAL" clId="{2AD62DCE-3684-8C4B-8A27-E1907D1ADC34}" dt="2025-02-17T19:39:36.739" v="44" actId="1076"/>
          <ac:spMkLst>
            <pc:docMk/>
            <pc:sldMk cId="2001302560" sldId="1370"/>
            <ac:spMk id="37" creationId="{B0F8D2C0-9582-67E1-A537-59F8FBC5FA5F}"/>
          </ac:spMkLst>
        </pc:spChg>
        <pc:spChg chg="add mod">
          <ac:chgData name="Rui Han" userId="88b53886-0b74-47d2-9eea-0b3c7b44f04e" providerId="ADAL" clId="{2AD62DCE-3684-8C4B-8A27-E1907D1ADC34}" dt="2025-02-17T19:39:47.290" v="47" actId="1076"/>
          <ac:spMkLst>
            <pc:docMk/>
            <pc:sldMk cId="2001302560" sldId="1370"/>
            <ac:spMk id="38" creationId="{B24049BC-2C4E-9789-8AC4-5C53F4A4535B}"/>
          </ac:spMkLst>
        </pc:spChg>
        <pc:spChg chg="add mod">
          <ac:chgData name="Rui Han" userId="88b53886-0b74-47d2-9eea-0b3c7b44f04e" providerId="ADAL" clId="{2AD62DCE-3684-8C4B-8A27-E1907D1ADC34}" dt="2025-02-17T19:39:56.297" v="53" actId="20577"/>
          <ac:spMkLst>
            <pc:docMk/>
            <pc:sldMk cId="2001302560" sldId="1370"/>
            <ac:spMk id="39" creationId="{A24A9A61-D021-8331-2579-0931A77DF64F}"/>
          </ac:spMkLst>
        </pc:spChg>
      </pc:sldChg>
      <pc:sldChg chg="modSp mod">
        <pc:chgData name="Rui Han" userId="88b53886-0b74-47d2-9eea-0b3c7b44f04e" providerId="ADAL" clId="{2AD62DCE-3684-8C4B-8A27-E1907D1ADC34}" dt="2025-02-17T22:16:30.177" v="98" actId="20577"/>
        <pc:sldMkLst>
          <pc:docMk/>
          <pc:sldMk cId="215545078" sldId="1371"/>
        </pc:sldMkLst>
        <pc:spChg chg="mod">
          <ac:chgData name="Rui Han" userId="88b53886-0b74-47d2-9eea-0b3c7b44f04e" providerId="ADAL" clId="{2AD62DCE-3684-8C4B-8A27-E1907D1ADC34}" dt="2025-02-17T22:16:30.177" v="98" actId="20577"/>
          <ac:spMkLst>
            <pc:docMk/>
            <pc:sldMk cId="215545078" sldId="1371"/>
            <ac:spMk id="2" creationId="{AFB35C85-DBFA-3C8B-FEC0-EBD54E62D33B}"/>
          </ac:spMkLst>
        </pc:spChg>
      </pc:sldChg>
      <pc:sldChg chg="modSp mod">
        <pc:chgData name="Rui Han" userId="88b53886-0b74-47d2-9eea-0b3c7b44f04e" providerId="ADAL" clId="{2AD62DCE-3684-8C4B-8A27-E1907D1ADC34}" dt="2025-02-17T22:16:23.286" v="96" actId="20577"/>
        <pc:sldMkLst>
          <pc:docMk/>
          <pc:sldMk cId="1943275415" sldId="1372"/>
        </pc:sldMkLst>
        <pc:spChg chg="mod">
          <ac:chgData name="Rui Han" userId="88b53886-0b74-47d2-9eea-0b3c7b44f04e" providerId="ADAL" clId="{2AD62DCE-3684-8C4B-8A27-E1907D1ADC34}" dt="2025-02-17T22:16:23.286" v="96" actId="20577"/>
          <ac:spMkLst>
            <pc:docMk/>
            <pc:sldMk cId="1943275415" sldId="1372"/>
            <ac:spMk id="2" creationId="{AFB35C85-DBFA-3C8B-FEC0-EBD54E62D33B}"/>
          </ac:spMkLst>
        </pc:spChg>
      </pc:sldChg>
      <pc:sldChg chg="modSp mod">
        <pc:chgData name="Rui Han" userId="88b53886-0b74-47d2-9eea-0b3c7b44f04e" providerId="ADAL" clId="{2AD62DCE-3684-8C4B-8A27-E1907D1ADC34}" dt="2025-02-17T22:16:16.808" v="94" actId="20577"/>
        <pc:sldMkLst>
          <pc:docMk/>
          <pc:sldMk cId="2851172801" sldId="1373"/>
        </pc:sldMkLst>
        <pc:spChg chg="mod">
          <ac:chgData name="Rui Han" userId="88b53886-0b74-47d2-9eea-0b3c7b44f04e" providerId="ADAL" clId="{2AD62DCE-3684-8C4B-8A27-E1907D1ADC34}" dt="2025-02-17T22:16:16.808" v="94" actId="20577"/>
          <ac:spMkLst>
            <pc:docMk/>
            <pc:sldMk cId="2851172801" sldId="1373"/>
            <ac:spMk id="2" creationId="{AFB35C85-DBFA-3C8B-FEC0-EBD54E62D33B}"/>
          </ac:spMkLst>
        </pc:spChg>
      </pc:sldChg>
      <pc:sldChg chg="modSp mod">
        <pc:chgData name="Rui Han" userId="88b53886-0b74-47d2-9eea-0b3c7b44f04e" providerId="ADAL" clId="{2AD62DCE-3684-8C4B-8A27-E1907D1ADC34}" dt="2025-02-17T22:16:20.672" v="95" actId="20577"/>
        <pc:sldMkLst>
          <pc:docMk/>
          <pc:sldMk cId="3486371476" sldId="1374"/>
        </pc:sldMkLst>
        <pc:spChg chg="mod">
          <ac:chgData name="Rui Han" userId="88b53886-0b74-47d2-9eea-0b3c7b44f04e" providerId="ADAL" clId="{2AD62DCE-3684-8C4B-8A27-E1907D1ADC34}" dt="2025-02-17T22:16:20.672" v="95" actId="20577"/>
          <ac:spMkLst>
            <pc:docMk/>
            <pc:sldMk cId="3486371476" sldId="1374"/>
            <ac:spMk id="2" creationId="{AFB35C85-DBFA-3C8B-FEC0-EBD54E62D33B}"/>
          </ac:spMkLst>
        </pc:spChg>
      </pc:sldChg>
      <pc:sldChg chg="modSp mod">
        <pc:chgData name="Rui Han" userId="88b53886-0b74-47d2-9eea-0b3c7b44f04e" providerId="ADAL" clId="{2AD62DCE-3684-8C4B-8A27-E1907D1ADC34}" dt="2025-02-17T22:16:26.712" v="97" actId="20577"/>
        <pc:sldMkLst>
          <pc:docMk/>
          <pc:sldMk cId="3152117243" sldId="1375"/>
        </pc:sldMkLst>
        <pc:spChg chg="mod">
          <ac:chgData name="Rui Han" userId="88b53886-0b74-47d2-9eea-0b3c7b44f04e" providerId="ADAL" clId="{2AD62DCE-3684-8C4B-8A27-E1907D1ADC34}" dt="2025-02-17T22:16:26.712" v="97" actId="20577"/>
          <ac:spMkLst>
            <pc:docMk/>
            <pc:sldMk cId="3152117243" sldId="1375"/>
            <ac:spMk id="2" creationId="{AFB35C85-DBFA-3C8B-FEC0-EBD54E62D33B}"/>
          </ac:spMkLst>
        </pc:spChg>
      </pc:sldChg>
      <pc:sldChg chg="modSp mod">
        <pc:chgData name="Rui Han" userId="88b53886-0b74-47d2-9eea-0b3c7b44f04e" providerId="ADAL" clId="{2AD62DCE-3684-8C4B-8A27-E1907D1ADC34}" dt="2025-02-17T22:16:33.533" v="99" actId="20577"/>
        <pc:sldMkLst>
          <pc:docMk/>
          <pc:sldMk cId="2355328262" sldId="1376"/>
        </pc:sldMkLst>
        <pc:spChg chg="mod">
          <ac:chgData name="Rui Han" userId="88b53886-0b74-47d2-9eea-0b3c7b44f04e" providerId="ADAL" clId="{2AD62DCE-3684-8C4B-8A27-E1907D1ADC34}" dt="2025-02-17T22:16:33.533" v="99" actId="20577"/>
          <ac:spMkLst>
            <pc:docMk/>
            <pc:sldMk cId="2355328262" sldId="1376"/>
            <ac:spMk id="2" creationId="{AFB35C85-DBFA-3C8B-FEC0-EBD54E62D33B}"/>
          </ac:spMkLst>
        </pc:spChg>
      </pc:sldChg>
      <pc:sldChg chg="modSp mod">
        <pc:chgData name="Rui Han" userId="88b53886-0b74-47d2-9eea-0b3c7b44f04e" providerId="ADAL" clId="{2AD62DCE-3684-8C4B-8A27-E1907D1ADC34}" dt="2025-02-17T22:16:38.536" v="101" actId="20577"/>
        <pc:sldMkLst>
          <pc:docMk/>
          <pc:sldMk cId="456546423" sldId="1377"/>
        </pc:sldMkLst>
        <pc:spChg chg="mod">
          <ac:chgData name="Rui Han" userId="88b53886-0b74-47d2-9eea-0b3c7b44f04e" providerId="ADAL" clId="{2AD62DCE-3684-8C4B-8A27-E1907D1ADC34}" dt="2025-02-17T22:16:38.536" v="101" actId="20577"/>
          <ac:spMkLst>
            <pc:docMk/>
            <pc:sldMk cId="456546423" sldId="1377"/>
            <ac:spMk id="2" creationId="{AFB35C85-DBFA-3C8B-FEC0-EBD54E62D33B}"/>
          </ac:spMkLst>
        </pc:spChg>
      </pc:sldChg>
      <pc:sldChg chg="modSp mod">
        <pc:chgData name="Rui Han" userId="88b53886-0b74-47d2-9eea-0b3c7b44f04e" providerId="ADAL" clId="{2AD62DCE-3684-8C4B-8A27-E1907D1ADC34}" dt="2025-02-17T22:16:42.097" v="102" actId="20577"/>
        <pc:sldMkLst>
          <pc:docMk/>
          <pc:sldMk cId="2215358719" sldId="1378"/>
        </pc:sldMkLst>
        <pc:spChg chg="mod">
          <ac:chgData name="Rui Han" userId="88b53886-0b74-47d2-9eea-0b3c7b44f04e" providerId="ADAL" clId="{2AD62DCE-3684-8C4B-8A27-E1907D1ADC34}" dt="2025-02-17T22:16:42.097" v="102" actId="20577"/>
          <ac:spMkLst>
            <pc:docMk/>
            <pc:sldMk cId="2215358719" sldId="1378"/>
            <ac:spMk id="2" creationId="{AFB35C85-DBFA-3C8B-FEC0-EBD54E62D33B}"/>
          </ac:spMkLst>
        </pc:spChg>
      </pc:sldChg>
      <pc:sldChg chg="modSp mod">
        <pc:chgData name="Rui Han" userId="88b53886-0b74-47d2-9eea-0b3c7b44f04e" providerId="ADAL" clId="{2AD62DCE-3684-8C4B-8A27-E1907D1ADC34}" dt="2025-02-17T22:16:49.006" v="104" actId="20577"/>
        <pc:sldMkLst>
          <pc:docMk/>
          <pc:sldMk cId="2160383988" sldId="1379"/>
        </pc:sldMkLst>
        <pc:spChg chg="mod">
          <ac:chgData name="Rui Han" userId="88b53886-0b74-47d2-9eea-0b3c7b44f04e" providerId="ADAL" clId="{2AD62DCE-3684-8C4B-8A27-E1907D1ADC34}" dt="2025-02-17T22:16:49.006" v="104" actId="20577"/>
          <ac:spMkLst>
            <pc:docMk/>
            <pc:sldMk cId="2160383988" sldId="1379"/>
            <ac:spMk id="2" creationId="{AFB35C85-DBFA-3C8B-FEC0-EBD54E62D33B}"/>
          </ac:spMkLst>
        </pc:spChg>
      </pc:sldChg>
      <pc:sldChg chg="modSp mod">
        <pc:chgData name="Rui Han" userId="88b53886-0b74-47d2-9eea-0b3c7b44f04e" providerId="ADAL" clId="{2AD62DCE-3684-8C4B-8A27-E1907D1ADC34}" dt="2025-02-17T22:16:45.419" v="103" actId="20577"/>
        <pc:sldMkLst>
          <pc:docMk/>
          <pc:sldMk cId="524077195" sldId="1380"/>
        </pc:sldMkLst>
        <pc:spChg chg="mod">
          <ac:chgData name="Rui Han" userId="88b53886-0b74-47d2-9eea-0b3c7b44f04e" providerId="ADAL" clId="{2AD62DCE-3684-8C4B-8A27-E1907D1ADC34}" dt="2025-02-17T22:16:45.419" v="103" actId="20577"/>
          <ac:spMkLst>
            <pc:docMk/>
            <pc:sldMk cId="524077195" sldId="1380"/>
            <ac:spMk id="2" creationId="{AFB35C85-DBFA-3C8B-FEC0-EBD54E62D33B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7T16:45:53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 24575,'0'-11'0,"0"6"0,0 6 0,0 7 0,0-4 0,0-1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26:55.8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2202 263 7895,'0'-44'-82,"2"1"1,1 1-400,2 3 0,4 5 338,-4 9 0,7 9 142,-3 7 1,-1 5 226,2-1-152,-7 4 1,4 7 9,-7 4 0,0 8 82,0 1 1,0 12 216,0-2 1,-7 17-53,-2 2 0,1 14 228,-2 6 1,2 18-483,-2 11 0,4-43 0,1 2 114,2 6 1,1 2 0,-1 14 0,1 3-544,2 9 0,0 5 1,0-24-1,0 2 0,0 1 390,0 5 1,0 0-1,0 1 1,2 5-1,0 0 1,1 1-363,-1 3 1,1 0-1,1 1 1,1-1-1,2-1 1,-1 0 350,0-4 0,1-2 0,0 0 0,-1-3 0,1-1 0,-1-2-64,2 25 1,-1-3 0,-2 0 0,-1-1-173,1-4 1,0-2 0,-3 1-1,-1-2 229,2-7 1,-1-1-1,-1-4 1,0-2 48,-1-12 1,0-2-1,0-1 1,0-2-58,0-5 0,0-1 1,0 0-1,0-1 447,0 41 1,-5-9-439,0-11 0,-5-2 64,5-8 1,-4-8 194,4-11 1,2-8-281,7-12 0,1-5 0,10-9 0,3-3 0</inkml:trace>
  <inkml:trace contextRef="#ctx0" brushRef="#br0" timeOffset="625">1269 4141 7796,'10'-8'-71,"0"3"1,6-2 553,8 3 1,18-1-97,12 5 0,20 0-124,23 0 0,-36 0 1,3 0-716,12 0 0,3 0 0,10-2 0,2-1 478,8 1 1,1-1-1,-29 0 1,1-1-1,1 1-288,2 1 0,1 1 0,1-1 0,5-1 0,0 0 0,1 0 269,-1 1 0,0 0 0,1 1 0,2-1 0,1 0 0,-1 1-24,-2 1 0,-1 0 1,1 0-1,3 0 0,1 0 1,1 0-277,2 0 0,1 0 1,0 0-1,2 0 1,0 0-1,0 0 390,-1 0 0,0 0 0,1 0 0,-2 0 1,1 0-1,-2 0-6,-2 0 1,-1 0 0,1 0 0,-1 0 0,1 0 0,-1 0 48,1 0 1,-1 0 0,0 0 0,0-2 0,-1 0 0,-1-1-226,-2 1 0,0-2 0,-1 1 0,-2-1 0,-1-1 1,0 1 200,-5-1 0,-2 1 0,1-2 1,-1 0-1,0-1 0,1 1-21,-2-1 0,1 1 1,-2-1-1,0 1 0,-2-1 1,0 1 11,28-2 0,-2 1 1,-4 2-1,-2 1-245,-9-2 1,-3 2-1,-2 2 1,-2-1 56,-3-2 0,-2 0 1,-2 3-1,-2 1 81,-4-1 0,-1-1 0,-2 0 0,-1 0 0,38-2 0,-2 2 0,-2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27:52.0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263 1152 8385,'-7'-13'0,"-2"3"369,-4-3 760,-2 5-798,7 0 0,1 5-58,7 13 1,2 1 51,3 13 0,3 1 0,7 4 0,-1 0-195,1 0 0,4 0 97,1 0 1,4 1-170,-5-1 1,2-2-100,-1-2 1,-4 0-333,3-5 0,-2 3 187,-3-9 0,-6 4-167,-3-8 0,-2-4-308,2-1-366,-3-3-766,4-2 1793,-6 0 0,-13-39 0,-3-10 0</inkml:trace>
  <inkml:trace contextRef="#ctx0" brushRef="#br0" timeOffset="325">59 1429 8385,'-7'15'0,"4"-7"-409,-7-3 1,5 1 566,-4-1 1081,5 0-429,-9-5-466,12-7 0,-6-1-85,7-6 0,0-6 17,0 1 0,7-6-112,3 6 1,1-9 111,-1-1 0,3 0-327,-4-5 1,4 3-182,2 2 0,-1 0-230,1 0 0,0-2 262,-1-3 0,2 3-127,4-3 1,-4 4 9,3 0 0,2 3-230,-1 3 0,-1 3 34,-4 6 1,-1 2 83,1 3 1,-5 4 428,-1 6 0,-5 1 0,1 4 0,-10 36 0,-3 14 0</inkml:trace>
  <inkml:trace contextRef="#ctx0" brushRef="#br0" timeOffset="600">365 1429 6811,'-8'7'3014,"1"-6"-2738,7-1 0,0-8 23,0-7 0,5-1-23,0-3 1,8-4-136,1-6 0,1 0-107,4 0 0,3 0-324,-3-1 1,2 1-160,-2 0 1,-1 5-1311,7-1 1759,-8 8 0,11-17 0,-5 3 0</inkml:trace>
  <inkml:trace contextRef="#ctx0" brushRef="#br0" timeOffset="1132">671 729 7948,'-8'-9'486,"3"-1"81,3 7 1,2-2-51,0 10 0,2 3-173,3 6 1,3 7-62,6 4 1,1 2-251,0 2 0,4 2-310,1 3 1,1 3-196,-2 7 1,-3-5 348,4 0 0,-4-7 28,-2 2 95,7-9 0,-4-17 0,4-10 0</inkml:trace>
  <inkml:trace contextRef="#ctx0" brushRef="#br0" timeOffset="1391">656 788 8385,'-6'-21'-22,"-4"-4"0,-3-2 70,-1-2 0,6 4 388,3 1 0,3 5-92,2-6 1,2 7 75,3-1 0,3 3-42,6 1 0,7 2-48,4 4 0,-3-3-119,3 7 0,-1 0-130,5 5 1,-5 4 36,1 5 0,-9 8-251,-2 12 1,-6 2-421,-8 3 0,0-2 279,0 7 0,-6-2-178,-4 2 1,-3-3-129,-1-7 0,-1-2-986,1-2 1566,5 2 0,22-69 0,12-10 0</inkml:trace>
  <inkml:trace contextRef="#ctx0" brushRef="#br0" timeOffset="1965">1108 540 8385,'-9'-5'-1,"-1"0"1,2-6 67,-2 1 1,2 2 481,3-2 0,3 7 10,-4-10-283,6 11 1,0-2-160,0 8 0,6 4 106,4 7 1,-2 5-316,2-1 0,-2 7-121,2-2 1,3 4-167,-4 1 1,0 0 240,0 0 0,-4-5 110,5 1 1,-7-7-387,2 1 0,-3-3-1510,-2-1 1000,0-7 924,0-2 0,0-7-11,0-4 1,-2-8 135,-3-7 0,-3-5 328,-7 0 0,1-2-90,-1-2 1,1-5 130,-1 0 0,1-7-136,-1 2 1,2-3 24,3-2 0,4 5 14,6 1 1,0 4-125,0-5 0,6 8-313,4 2 0,8 6-70,1 9 0,7 1-63,-2 3 0,-1 5 41,1 10 1,-7 6-128,-3 13 0,-1 2 206,-8 13 0,-2 0 29,-8 5 0,-1 0 188,-4-1 1,-3-5-118,4-4 0,2-5 461,2-5 1,4-3 240,1-6-350,0-1 0,6-6-215,4-3 1,9-5-144,5-5 0,9-8-46,1-6 1,5 0-316,-5 4 0,1-4-209,-1-1 1,-3 1 251,3 4 0,-3 5-1788,-2 1 2065,-6 5 0,4-9 0,-4 5 0</inkml:trace>
  <inkml:trace contextRef="#ctx0" brushRef="#br0" timeOffset="2166">1735 132 7380,'8'-7'943,"5"-1"0,-5-7-516,7 1 1,-5 4-300,-1 0 0,1 1-246,5-6 1,-1 5 315,1 1-198,-1 5 0,-25 43 0,-7 18 0</inkml:trace>
  <inkml:trace contextRef="#ctx0" brushRef="#br0" timeOffset="2281">1793 336 8405,'0'-15'55,"0"1"1,5-1 109,0 0 0,11-1 638,-1-3 1,11 1-228,3-6 0,7-1-1336,7-4 1,1 5 52,0 0 707,-7 6 0,12-23 0,-4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27: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394 2055 8501,'0'8'-1522,"0"0"1065,0-3 247,0-4 368,0 6-107,0-7 33,0 0 0,-5-2 231,1-3 182,-1 4-387,-2-6 0,4 7 568,-7 0-406,7 0 0,-5 5 251,3 0 1,3 11-73,-2-1 0,2 9 53,2 0 1,0 10-201,0 5 1,2 3-89,2 2 0,6 1-622,10 4 1,-4-5 268,3-1 1,2 0 199,-1-9 1,6 0-3,-2-5 0,-1-7-874,1-2 0,-5-6 813,6-4 0,-14-29 0,2-14 0</inkml:trace>
  <inkml:trace contextRef="#ctx0" brushRef="#br0" timeOffset="267">1 2448 8501,'0'-14'0,"0"-6"0,0 1 0,3-6 232,7 6 1,1-7-15,13 2 0,1-4-154,4-1 1,6-2 91,4-3 1,3 4-178,2-4 1,0 3 106,0 2 1,-6 1-171,1 4 0,-6 3-1206,1 6 1290,-10 1 0,-3 12 0,-6 4 0</inkml:trace>
  <inkml:trace contextRef="#ctx0" brushRef="#br0" timeOffset="691">657 1938 8828,'6'21'2336,"1"-3"-1699,2 6 1,6 7-266,0 8 0,-6 0-242,6 4 0,-4-2-51,4 8 0,-1-4-266,1-1 0,-5-9-98,-1-6 1,-5-6-1242,0-8 930,5-7 1,-6-3-319,6-10 1,-5-3 95,1-7 1,1-1 817,-1-4 0,0 3 0,-5-8 0,-7 8 0,-2-3 0,-4-3 0,-2-1 0,0 1 0,1-1 0,-6 0 0,1-5 0,-5 0 174,4-1 0,-4 1 139,5 0 1,-1 0 391,6 0 0,4-2-221,0-3 0,7 3 40,-2-3 1,10 3-53,5 2 0,7 0-136,3 0 1,4 6-108,-4 4 0,-1 9 228,-4 5-356,-1 4 1,-1 14-299,-3 6 1,-4 7-411,-6 3 0,-1 7 348,-4 3 1,2 1-500,-7-1 1,2 1 186,-2-6 1,-1 0-39,6-4 0,-5-1-167,5 0 776,0-6 0,31-41 0,7-16 0</inkml:trace>
  <inkml:trace contextRef="#ctx0" brushRef="#br0" timeOffset="1133">1109 1821 8501,'-8'7'14,"-1"3"876,5 9 0,2-1-460,-3 6 0,3 0-318,2 6 0,5 4-144,0 0 0,2-2-473,-2-8 1,1-3 327,4-6 416,3 0-1384,-5-7 688,0-2 1,-2-12-107,-6-4 0,-1-3 308,-4-2 1,-3-4 303,-7 0 0,5-7-95,1 1 1,-6-7 186,-4-2 1,-1-7 339,6 3 1,-1-5-223,1 0 1,4 1 455,0 3 1,7-2-204,-2 7 0,3 0 27,2 5 1,7 6-355,3 4 1,3 3-215,1 1 0,6 7 2,-1 3 0,0 5-308,-4 5 0,-2 5 11,-3 9 1,1 10 103,-6 10 0,0 0-263,-5 5 1,0-9 126,0 9 0,0-5 193,0 0 1,0-5 163,0-10 0,0-3 319,0-6 0,0-5-85,0-1 1,6-5 230,4 0 0,3-4-128,1-4 1,3-5-48,2-5 1,-3 4-255,4 0 0,2 1-258,3-6 1,-1 5-668,5 1 0,-3-1 888,8-5 0,16-19 0,4-4 0</inkml:trace>
  <inkml:trace contextRef="#ctx0" brushRef="#br0" timeOffset="1308">1561 1486 8468,'6'-14'0,"-3"-1"0,7 0 0,0 1-133,4-1 1,-1 6-503,-3-1 635,3 7 0,-44 48 0,-3 20 0</inkml:trace>
  <inkml:trace contextRef="#ctx0" brushRef="#br0" timeOffset="1390">1561 1617 8142,'1'8'-303,"4"-3"0,-2-5 1129,7-5-826,6-3 0,34-28 0,14-14 0,7-1 0,0-1 0</inkml:trace>
  <inkml:trace contextRef="#ctx0" brushRef="#br0" timeOffset="1691">2377 757 8468,'-15'-5'0,"1"1"476,-1-8 0,7 4 16,3-6 1,17-3-56,7-2 0,8-4-268,7-6 0,5-2-176,10-3 0,-2 2-439,6-7 0,-1 7 314,2-2 1,-4 4-340,-6 6 0,-9 5 471,-6 9 0,-25 10 0,-14 8 0</inkml:trace>
  <inkml:trace contextRef="#ctx0" brushRef="#br0" timeOffset="1883">2625 509 8468,'-15'0'176,"1"0"822,5 7 1,5 1-491,8 7 1,5 1-239,5 3 0,6-1-464,-1 6 0,2 1 209,-2 4 0,-2 0-300,2 0 1,-3 0-247,-1 0 0,-1 5-367,1 0 1,0-4 897,-1-6 0,7-26 0,2-1 0</inkml:trace>
  <inkml:trace contextRef="#ctx0" brushRef="#br0" timeOffset="2275">3047 407 8468,'0'-14'291,"0"6"0,7 1 19,3 7 1,-2 8 257,1 7 1,1 6-439,5 8 0,-1 0-363,1 0 1,-2 1-293,-3-1 0,3-2 305,-4-2 0,-1 0-79,2-5 0,-7-6-221,2-4-145,-3-7 437,-2 4 0,-7-7-52,-2 0 0,-4-7 171,-2-2 0,0-4-6,1-2 0,-2-1 211,-4-3 1,4-4-150,-3-6 0,-2-2 331,1-3 0,1-3 69,4-7 1,5-1 55,1-4 1,5 4-100,0-4 0,4 9 24,4 1 0,6 6 2,10-1 1,2 10 68,7 5 0,1 2-292,-1 3 1,-2 6 71,-2 3 0,0 5-187,-5 5 1,-2 4 9,-9 11 1,-2 4-122,-7 10 0,-11-1-48,-4 5 1,-8-4-265,4 5 0,-1-6-597,6 1 1028,-1-4 0,1 13 0,-1 2 0</inkml:trace>
  <inkml:trace contextRef="#ctx0" brushRef="#br0" timeOffset="2583">2319 1574 8468,'-22'22'0,"1"4"-257,-3-6 1,3-1-51,7-4 1010,5-1-499,3-6 1,8-1-180,2-7 0,6-2 161,10-3 1,2-9 163,7-11 1,9-4-136,5-5 1,9-3-29,11-7 1,5-8-558,10-6 0,-33 25 0,1-2 406,6-6 0,3-1 1,3-2-1,2-1-430,7-5 1,2-2 0,0-1 0,1-1 339,3 1 1,0 0 0,-1-1 0,0 1-117,-1 1 1,-1 2 0,-7 5 0,-3 2 44,-5 3 1,-3 2-1,-9 7 1,-2 2-233,27-14 0,-17 5-51,-8 9 1,-17 12-573,-6 2 980,-11 10 0,-9 13 0</inkml:trace>
  <inkml:trace contextRef="#ctx0" brushRef="#br0" timeOffset="2908">2698 1982 8468,'-15'-8'2516,"0"-5"-1956,7 11 1,3 0-228,10 7 0,3 7-131,7-3 1,1 4-166,4 2 1,-4-1-88,3 1 1,-1 0-426,2-1 1,-4-4-646,3 0 0,-8-1 441,-1 6 0,-5-2 679,5-3 0,-26-4 0,-2-6 0</inkml:trace>
  <inkml:trace contextRef="#ctx0" brushRef="#br0" timeOffset="3241">2421 2317 8468,'-15'0'114,"0"0"1,1-5 212,-1 0 1,7-6 12,3 1 1,4-8 109,1-1 1,1-7-86,4 2 0,10-4-80,9-1 0,4-7-47,1-2 0,6-5 47,4 0 0,2 4-290,-2 0 0,-2 5-299,-3-5 0,-3 12-469,3-3 1,-10 11 393,-5 0 379,-2 9 0,4 3 0,1 7 0</inkml:trace>
  <inkml:trace contextRef="#ctx0" brushRef="#br0" timeOffset="3458">2916 1778 8468,'10'1'660,"0"4"0,-5-2-160,4 7 0,1 0-290,5 4 0,4 6-1,0-1 1,1 7-391,-6-2 0,1 4 152,0 1 1,-1-5-428,1 1 0,-6-7 269,1 1 1,-5-4-1056,5-6 299,-7 4 943,3-11 0,-25-34 0,-5-17 0</inkml:trace>
  <inkml:trace contextRef="#ctx0" brushRef="#br0" timeOffset="3733">2975 1821 8420,'0'-11'0,"0"-4"0,0 9-181,0-9 1,0 4 232,0-3 0,-2-1 234,-3 0 1,3 1 36,-2-1 0,0 1 87,-1-1 0,4-1-79,-4-4 0,3 4 0,2-3 1,0 3 96,0 1 0,2 5-148,3 1 0,-2-1-137,7-5 0,-5 6 44,4-1-273,1 7 0,5-4-7,-1 7 1,-6 7-339,-3 2 0,2 6 82,-2 4 0,-1 4 159,-4 6 0,0 0-395,0 0 0,0-1 200,0-4 0,0 2 385,0-6 0,13 12 0,4-1 0</inkml:trace>
  <inkml:trace contextRef="#ctx0" brushRef="#br0" timeOffset="4025">3470 1676 8420,'-8'-15'594,"3"0"0,4 6-351,1-1 0,6 0-48,4-4 0,3-6-128,1 1 1,6-1-540,-1 6 1,7-6 323,-2 1 1,2 0-653,-1 4 1,2 0 799,-3 1 0,4-7 0,1-2 0</inkml:trace>
  <inkml:trace contextRef="#ctx0" brushRef="#br0" timeOffset="4199">3601 1297 8420,'-14'-7'898,"-1"6"1,7 1-432,3 9 0,4 6-6,1 4 0,6-1-479,4 6 0,1 1 119,-1 4 0,8 0-975,-4 0 0,4 0 141,-3 0 1,4-1-902,1-4 1634,5-3 0,18-26 0,10-4 0</inkml:trace>
  <inkml:trace contextRef="#ctx0" brushRef="#br0" timeOffset="4558">3951 1195 9127,'15'16'535,"-1"3"0,-4 4-315,0 6 1,-2-5-364,2 1 0,1-1 144,-6 5 0,0-6-204,-5-4 1,0-3-121,0-1 134,0-7 0,-2-1 145,-3-7 0,-3-4-79,-6-5 1,-1-1 105,0-10 1,2-2 3,4-3 1,-3 1 12,8-5 1,-8 1 1,2-10 1,4-1-6,1-5 0,2 0 30,-2 1 1,3-6 2,-2 0 0,2 2 54,2 8 0,5 4 173,0 6 0,6 4-286,-1 1 0,-2 8-39,2 1-174,-1 1 0,6 12 99,-1-3 0,-4 4 143,0 1 0,6 32 0,7 9 0</inkml:trace>
  <inkml:trace contextRef="#ctx0" brushRef="#br0" timeOffset="4708">3966 1195 8192,'-8'0'-1544,"1"-2"1701,7-3 0,7 2-205,2-7 0,4 5 6,2-4 0,4-1-213,1-5 255,6 1 0,22-33 0,14-8 0</inkml:trace>
  <inkml:trace contextRef="#ctx0" brushRef="#br0" timeOffset="4925">4257 845 8420,'-8'6'0,"2"2"190,6 7 1,0 6 389,0 3 0,0 4-240,0 1 0,0 0-60,0 0 0,5 0-134,0 1 0,4-3-271,-4-3 1,5-3-1262,-5-6 1006,6 0-32,-9-7 69,11-2 1,-12-17-247,4-4 0,-3-4-334,-2-1 923,0-2 0,-8-26 0,-4-11 0,0-4 0,0-1 0</inkml:trace>
  <inkml:trace contextRef="#ctx0" brushRef="#br0" timeOffset="5065">4257 801 8420,'0'-16'0,"0"-2"0,0-1 0,0-1 35,0-1 0,2 10 186,3-4 1,-2 10 248,7 0 1,-5 4-128,4 1 0,1 1-150,5 4 1,-1 5-4,1 9 1,-1-1-135,1 7 0,4-6-91,1 5 0,4-1-347,-4 1 0,-1 2 125,-4-6 0,-1-1-105,1-4 0,-1-1-1089,1 1 1451,-7-7 0,5-34 0,-5-15 0</inkml:trace>
  <inkml:trace contextRef="#ctx0" brushRef="#br0" timeOffset="5232">4563 553 8420,'-9'-14'0,"-1"-1"0,5 2 697,-5 3 1116,7-3-1191,-3 12 0,1 1-10,0 9 0,0 6-221,5 4 1,0 9-68,0 6 1,0 2-396,0-2 0,2-2 140,3 7 0,-2-5-1867,7 5 1798,-1-7 0,25 30 0,5-1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28:00.8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263 700 8451,'-14'-23'-425,"6"2"1275,1 13 0,9 2-246,3 6 1,4 8-541,11 6 0,-4 6-69,3 4 1,2 4-38,-1-4 0,4 4 167,-4 1 0,4-5-106,-5 0 0,2-6-140,-1 2 0,-6-4 118,1-2 118,0-6-111,-14-1 0,4-9-92,-10-3 0,-5-7 81,-9-8 1,-4-4-106,-6 4 0,0-6 103,0 2 1,0-5-10,0-5 0,-1 2 163,1-7 1,-5 0-156,0-5 0,2 2 359,8 3 1,4 3-68,10 7 1,4 0-162,6 0 1,3 6-310,7 4 0,1 3-514,14 1 0,-1 2 108,5 3 1,0-1-1316,0 6 1909,0 0 0,14 12 0,2 1 0</inkml:trace>
  <inkml:trace contextRef="#ctx0" brushRef="#br0" timeOffset="141">263 773 8451,'-14'-6'1411,"-1"-3"-1111,7-5 0,10-2-510,12-4 1,2 4-121,9-3 0,4-2-1232,5 1 1562,0-6 0,34-29 0,-29 20 0,0 0 0</inkml:trace>
  <inkml:trace contextRef="#ctx0" brushRef="#br0" timeOffset="342">526 336 8572,'-10'0'0,"0"0"262,7 0 0,-2 0 457,10 0 0,10 6-266,9 4 0,-1 3-141,1 1 0,0 1-267,5 0 0,2-6-341,3 1 1,-3-2-687,3 2 1,-3 1 581,-2-6 1,-5 0 399,0-5 0,-32-26 0,-3-6 0</inkml:trace>
  <inkml:trace contextRef="#ctx0" brushRef="#br0" timeOffset="550">555 277 8572,'-15'-21'0,"1"4"0,-1-8 0,7 6 271,3-6 0,4 6 468,1-5 0,8 1-111,6-1 0,2-2-163,9 6 1,-7 3 9,1 7 0,-3 3-244,-1 7 0,-6 0-246,1 0 0,-2 12 172,2 2 1,1 6-92,-6-1 0,0 2-862,-5 4 1,0 4 385,0 0 1,0 0-813,0 5 1,-2-3 48,-2-2 1173,2 0 0,-30 13 0,-1 4 0</inkml:trace>
  <inkml:trace contextRef="#ctx0" brushRef="#br0" timeOffset="909">45 1983 8572,'-15'0'0,"2"-2"0,3-3 571,4 4 0,8-14-270,2 1 1,13-7-526,12-9 0,8-10 186,12-4 0,2-14-124,8 0 0,7-17-12,-30 37 1,1-2 0,6-7 0,1-3 410,7-3 1,1-1-1,-4-2 1,1-1-14,2-1 0,0-1 0,-3 2 0,1-1-78,-1 2 0,1 1 0,-2 3 0,0 1-56,-3 4 0,0 2 0,-7 7 0,0 2-227,31-28 0,-14 8-461,-11 12 0,-1 4 121,-8 10 0,-8 8-1162,-11 2 971,-1 11 668,-12 2 0,5 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28:05.7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232 1604 8107,'0'9'-704,"0"1"1482,0 0 1,0 4-631,0 1 1,0-5 26,0-1 1,5 1-387,0 5 0,5-6 47,-5 1 0,-1-5 60,-4 5 1,0-5 325,0 4-5,0-6-125,0 4-70,0-7 1,-6-2-22,-4-3 1,-3-4 78,-1-11 1,-1-2-150,1-7 1,-3-1 122,-2 1 0,-2-6-29,-3-4 1,-2-3-127,6-2 1,1 2 14,4 3 1,5-2 139,1 7 1,6 2 218,-2 8 1,5 3-864,5 6 1,3 5 272,6 1 1,2 5-431,4-1 747,-4 4 0,31 14 0,0 3 0</inkml:trace>
  <inkml:trace contextRef="#ctx0" brushRef="#br0" timeOffset="166">130 1647 8535,'-9'0'8,"-1"0"267,7 0-180,-4 0 1,9-6-174,3-4 0,3-3-144,6-1 0,1-6 107,-1 1 1,6-7-272,-1 2 386,7 2 0,23-57 0,-18 35 0,-1 1 0</inkml:trace>
  <inkml:trace contextRef="#ctx0" brushRef="#br0" timeOffset="368">393 1239 7677,'0'15'176,"0"-1"1,5 1 97,-1-1 1,6 3-313,-5 2 0,6-1-43,-1 6 1,3-6-311,2 1 1,-1-1 142,1 2 1,-2-9 247,-4 4 0,11-30 0,-4-3 0</inkml:trace>
  <inkml:trace contextRef="#ctx0" brushRef="#br0" timeOffset="700">349 1239 8503,'-15'-1'0,"1"-4"0,-1-3 0,1-7 0,1 5 438,3 1 0,-1-3-100,6-7 0,0 1 17,5-6 1,0 4-43,0-4 0,6 0 2,4-5 1,5-5-65,4-1 1,4 3-1,6 8 0,-5 3-237,1 6 0,-6 7-377,5 3 1,-11 10 41,2 5 1,-10 14 186,0 5 1,-4 10-523,-1 0 1,-5 3 11,0 2 0,-4-2-767,4-3 1411,0-4 0,-8-5 0,-3-1 0</inkml:trace>
  <inkml:trace contextRef="#ctx0" brushRef="#br0" timeOffset="975">684 1093 8509,'-14'-6'242,"4"3"193,0-7 1,7 5-199,-2-5 0,3 6-109,2-6 1,7 0-62,3-4 1,7-1-317,3 0 1,1 1-256,-2-1 1,-1-4 277,7-1 1,-8 1-455,3 4 1,-4 1 679,-1-1 0,-14-6 0,-2-2 0</inkml:trace>
  <inkml:trace contextRef="#ctx0" brushRef="#br0" timeOffset="1133">699 700 8509,'-15'0'-132,"7"0"0,-3 1 991,6 4 1,2 5-441,8 9 1,3 4-191,6 6 1,1 0-385,-1 1 0,6 0 129,-1 4 0,2-3-492,-1 3 1,-2-3 284,6-2 1,-5 0 232,6 0 0,5-25 0,8-8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28:10.3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88 569 8501,'-15'0'-566,"1"0"851,-1 0 1,2 2 9,4 3 0,0-4 326,5 4-266,2-3-184,-5-2 0,7-7-75,0-3 0,7-2-231,3-3 1,4-1-165,6-4 1,-2 2 143,6-6 0,-5 6-573,6-1 1,-8 3 70,3 1 657,-4 1 0,-1 5 0,-1 3 0</inkml:trace>
  <inkml:trace contextRef="#ctx0" brushRef="#br0" timeOffset="166">146 438 8501,'-9'0'93,"-1"0"260,7 0 0,-4 2 384,7 2-474,0 4 1,2 12-1,3-1 1,3 2-35,6-1 0,2 3-123,4 6 1,-4-5-492,4 0 0,-3 1 275,3 4 0,-4-5-678,3 0 1,-2-4 127,-3 4 660,1-6 0,6-17 0,2-10 0</inkml:trace>
  <inkml:trace contextRef="#ctx0" brushRef="#br0" timeOffset="575">525 350 8501,'-8'0'-739,"2"2"797,6 3 0,0 3 254,0 7 0,5-1-369,-1 1 1,8 4 54,-3 1 1,0 1-31,0-2 1,-1-3 15,2 4 0,1-4-121,-6-1 1,0-6 80,-5 1 1,0-5-420,0 5 142,0-7 17,0 3 1,-6-6 109,-4 0 0,2-6 79,-2-4 0,0-3 127,-4-1 0,-1-8 50,1-2 1,-1-3-75,1-3 0,-1 1 137,0 0 0,6 5 276,-1 0 0,7 4 180,-2-4 0,3 6-206,2-1 1,2 4 95,3 5 1,4 4-72,11 6 1,-2 0-219,6 0 0,-1 6 23,1 4 0,3 3-154,-2 2 0,2-1-71,2 1 0,1-2-353,-1-4 0,0 3-21,0-7 1,-1-1-1049,-4-4 1454,-3 0 0,-19-13 0,-4-3 0</inkml:trace>
  <inkml:trace contextRef="#ctx0" brushRef="#br0" timeOffset="790">686 15 8501,'-15'-6'962,"0"4"-520,7-4 0,2 7 321,6 4 1,2 5-289,2 9 1,3 4-356,3 6 0,3 0-311,-4 0 0,4-4-100,2-1 0,4-1-431,1 1 0,-1-1 156,-4-4 0,-1-3 566,1 4 0,-7-17 0,-2-5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0:18.8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228 380 8050,'0'14'0,"0"1"0,0-1 0,0 9 295,0 6 1,0 2-106,0 8 1,0 0 0,0 4 0,0 1-11,0 0 1,4 0-123,1-1 0,0-10-648,-5-4 418,7-10 9,-6-4 1,6-12 69,-7-13 0,-7-6-80,-2-13 1,0-7 172,0-2 1,-1-9 188,-5-2 1,1-1-84,-1 1 0,1-6 192,-1-3 0,5-2-7,1 11 1,5-4-161,0 4 1,2 1-189,2 4 1,8 8 128,7 7 0,6 6-616,8 9 1,0 1-13,0 3 1,0 4-255,1 6 0,-3 8 810,-3 6 0,10 53 0,-3 19 0</inkml:trace>
  <inkml:trace contextRef="#ctx0" brushRef="#br0" timeOffset="140">67 584 8050,'-14'0'0,"-1"0"42,1 0 0,4 0-86,0 0 443,7-7 1,3 1-105,10-4 1,4 2-200,6 3 0,2-1 48,7-4-144,7-3 0,40-8 0,17-10 0</inkml:trace>
  <inkml:trace contextRef="#ctx0" brushRef="#br0" timeOffset="591">665 423 8050,'0'15'-1556,"0"0"1762,0-1 0,0 1 2,0-1 1,2 6-142,2-1 1,-2 7 27,3-2 0,1-1-2,-1 1 0,0 1-22,-5 4 0,5 0-3,0 0 1,0-5-101,-5 1 0,1-9 110,4-2-68,-3 1 33,4-13 1,-6 1-210,0-13 0,0-1 52,0-13 1,0-6 42,0-4 0,0-6 77,0 1 1,-5-3-7,1-2 0,-6 0 284,5 1 1,-6-3-93,1-2 1,2 2 129,-2-2 1,7 2-49,-2 3 0,3 5-37,2 4 1,8 0-145,7 5 0,6 3-9,8 12 1,5 1 21,0 3 1,5 4-33,-5 6 1,-1 3-275,-9 7 0,-5 1 67,-9 13 0,-7 5-144,-12 5 0,-4 5 59,-17-5 1,0 2-379,-9-2 0,-2-3 90,7 3 1,0-5-442,5-5 947,6 4 0,15-32 0,10 1 0</inkml:trace>
  <inkml:trace contextRef="#ctx0" brushRef="#br0" timeOffset="1033">986 540 8050,'0'15'-103,"0"-1"-51,0 1 0,0 1-84,0 3 1,6-1 94,4 6 0,-2-4-100,2 4 0,-2-6 81,1 1 0,0-2 162,-5-3 0,-2-6 0,5-1 0,-12-9 89,0-3 1,-7-8 174,3-6 1,-3-7 364,3 2 0,-3-4-233,8-1 1,-6-5-123,5 0 1,0-5-18,5 5 0,0-5-180,0 5 1,7-1 4,2 1 1,4 4-223,2 1 1,1 0 81,3 5 1,3 3 43,2 1 0,2 4-61,-7 2 1,5 5 127,-4 5-314,-1 2 0,-6 13 103,-3 4 1,-4 9 4,-6 0 1,-6 4 42,-4 1 0,-4-1 21,-6-4 1,4 4 136,-3-4 1,2 3 281,3 3 0,4-3 153,0-3 1,7 2-192,-2-6 0,5 4-165,5-5 1,11 1 54,14-6 1,7-4-746,11 0 0,6-7 136,9 2 0,8-5 427,7-5 0,2-15 0,8-7 0,6-4 0,-1-1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0:21.7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42 438 8269,'-14'-8'-54,"-1"-5"1,7 10 232,3-7 1,12 5-62,7-5 0,7 1-174,8-6 0,5 1 149,0-1 1,7 2-327,-2 3 1,1-3-5,-1 4 0,-3-3-1,-7 3 1,-2-3 55,-2 7 0,1-4-414,-7 4 596,1-6 0,14-24 0,4-11 0</inkml:trace>
  <inkml:trace contextRef="#ctx0" brushRef="#br0" timeOffset="217">348 307 8269,'-8'0'-1118,"2"6"1286,6 2 0,1 9-57,4 2 0,-2-1-18,7 6 1,0 0 17,4 6 1,1-1-259,0 0 1,-7 5 71,-3 0 0,1 5-80,-1-5 1,0 5 59,-5-5 0,0 0-494,0-5 589,0-6 0,0-15 0,0-10 0</inkml:trace>
  <inkml:trace contextRef="#ctx0" brushRef="#br0" timeOffset="608">611 365 8265,'-5'-14'-216,"0"-1"-135,0 7 0,5 3 329,0 10 0,3 5 203,7 9 0,0 4-382,9 6 0,2 0 92,-1 0 1,6 0-117,-2 1 0,-3-3 89,-2-3 1,-2 2 173,-3-6 0,-1 4-24,-3-5 293,-4 1-265,-6-12 0,-1-2 117,-4-6 0,2-6-165,-7-4 1,2-4 53,-2-6 1,-3-2-147,3-8 0,2-4 74,-1 0 0,-1-6-53,-5 1 0,1-8 149,-1-2 1,1-4 125,-1 4 0,5 2-30,1 9 1,5-1 583,-1 10-467,4-4 0,2 23-133,4 1 1,-1 5-155,5 4 1,-1 7 115,2 3 1,3 4-390,-3 6 0,-2 1-27,2 3 0,-2 4-183,1-4 0,-2 3 127,-7 3 0,5-3 64,0-3 1,-1 2 293,-4-6 0,0-1 0,13-30 0,4-7 0</inkml:trace>
  <inkml:trace contextRef="#ctx0" brushRef="#br0" timeOffset="1000">1092 263 8217,'-15'0'0,"1"2"-60,-1 3 0,2 3-42,3 6 1,4 1 128,6-1 1,-5 1 181,0 0 0,0-1-616,5 1 1,2-1 123,3 1 1,-4-5-146,4-1 226,-3-5 228,-2 2 1,0-8 19,0-2 0,-7-6 265,-2-10 1,1 3-136,-2-8 0,5 1 141,-5-5 0,5 0-164,-4 0 1,4-5-27,-5 0 1,7 0-99,-2 4 0,3 8 67,2 2 1,0 4-40,0 1 0,2 1-22,3-1 1,-2 7-9,7 3 1,-5 4-66,4 1 0,0 1-145,0 4 0,4 3-56,-3 7 0,-2 1 70,2 4 1,-5-3-2,4 8 0,-5-6 88,0 5 0,-2-1 211,-2 1 0,0 2-62,0-6 1,5-1 121,0-4 1,1-1-73,-1 1 1,3-1 214,7 1 1,-1-5-398,1-1 0,6-5 112,3 1 0,5-4-675,5-1 0,-1 0 628,6 0 0,6-11 0,7-4 0,6-1 0,1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0:24.1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 15 6734,'-9'0'117,"3"0"-27,6 0 589,0 0-586,-6 0-1,4 0-5,-5 0-8,7 0 186,0-7-170,0 6 209,0-6-158,0 7-249,0 0 1,7 0 0,1 0-1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0:26.1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1545 218 7832,'-14'0'-587,"-1"0"1,5-5 931,1 0-232,5 0 17,-2 5-12,6 0 89,0 0 1,6 0-121,4 0 1,3-5 3,2 0 1,-1 0-13,1 5 0,-1 0-11,1 0 1,0 0-29,-1 0 1,-4 0-113,0 0 0,-6 0-56,6 0 118,-7 0 30,4 0 0,-9 2 36,-3 3 0,-3-3 104,-6 2 1,-2 0-90,-4 0 1,-1-2 32,-3 3 0,-2 1-65,6-1 1,-4 0 43,5-5 1,1 2-968,8 3 884,4-4 0,64-27 0,15-14 0</inkml:trace>
  <inkml:trace contextRef="#ctx0" brushRef="#br0" timeOffset="641">58 524 8309,'-14'-5'-100,"-1"0"1,5 0-347,1 5 598,6 0 413,-4 0-480,7 7 1,0 1-9,0 6 1,0 6 76,0-1 1,0 1-41,0-6 0,5 1 29,0-1 1,4 1-28,-4-1 1,7-1 201,-3-3-263,4 3 1,2-11-129,-1 3 1,1-4 106,0-1 0,-1 0-169,1 0 1,-1-6 52,1-4 1,0-5 53,-1-4 0,1 1-4,-1-6 0,-4 1 22,0-1 0,-7-2 79,2 7 0,-4-1-18,-1 6 0,0-1 14,0 0 1,-6 6-93,-4-1 1,-3 7-39,-1-2-327,-7 3 0,4 2-59,-2 0-617,9 7 712,-3 1 1,13 2-350,0-1 705,7-6 0,66-15 0,14-13 0</inkml:trace>
  <inkml:trace contextRef="#ctx0" brushRef="#br0" timeOffset="782">423 378 8276,'-10'-8'0,"0"3"0,5-2 0,-4 3 790,-1-1-163,2 5-1187,1 0 1,7 1 24,0 4 1,0-2 534,0 7 0,26-7 0,7 4 0</inkml:trace>
  <inkml:trace contextRef="#ctx0" brushRef="#br0" timeOffset="1357">525 261 8276,'0'-9'-569,"0"-1"0,-5 5 886,0-5 1,0 5 211,5-4-373,0 5 0,7-7-99,2 6 0,6 0-188,4 5 1,-2-4 160,2-1 0,-3 0-132,-1 5 1,-1 1 177,1 4 1,-2-1-25,-3 5 0,1 1 54,-6 5 1,0 4-94,-5 0 0,0 1 180,0-6 0,0 6-157,0-1 0,-2 1 0,-3-6 0,4 1 55,-4-1 1,2 1 102,-2 0-203,3-1-57,-4 1 76,6-1 1,1-6 24,4-3 0,-2-3 4,7-2 1,-5-2-52,5-3 1,-2-3-123,1-6 1,4-1 52,-3 1 0,-2-1-172,2 0 0,-5 1 16,4-1 0,-5 1 104,1-1 1,1-4 131,-1-1 1,0 6-101,-5 4 1,0 0 248,0-4 0,0 4 18,0 0-73,0 7 59,0-10 249,0 11-122,0-4 1,0 8-116,0 2 1,0 0 31,0 5 0,5-4-85,0 5 1,6-2-160,-1 2 0,-2 1 8,1-6 1,1 6-236,5-1 1,-1-2 167,1 2 1,-1-5-84,1 4 0,-2-4-641,-3 5 255,3-7-313,-12 10 280,6-11 609,-7 4 0,-26-38 0,-7-9 0</inkml:trace>
  <inkml:trace contextRef="#ctx0" brushRef="#br0" timeOffset="1507">816 218 8276,'0'-15'0,"0"0"0,0 1 0,0 4 456,0 0 0,0 1-140,0-6 1,7 1-76,3-1 0,7 0-213,3 1 0,6-1-318,-2 1 1,-1 1-197,1 3 1,-6 2 317,1 3 1,-3 3 167,-1-2 0,-13 8 0,-4 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0:30.9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115 73 8276,'-10'0'-831,"1"0"509,5 0 311,-9 0 78,5 0 15,0 0-20,-5 0 272,12 0-169,-6 0-40,7 0 0,2 0-36,3 0 1,-2-1 102,7-4-136,-1 3 0,6-4-106,-1 6 1,1 0-106,0 0 1,-1-5 125,1 0 1,-1 0-66,1 5 1,0 0 40,-1 0 0,-4 0-32,0 0 84,-1 0 211,-1 0-121,-1 0-22,-7 0 1,-2 0-58,-3 0 0,-8 2 27,-6 3 1,-2-4 119,1 4 1,3-2-120,-8 2 1,8-3 136,-3 3 0,-1-4 62,2-1-76,-1 0-139,6 0-8,-1 0-191,7 0 0,3 0 75,10 0 0,3-4-92,7-1 0,-1-2 80,1 2 1,-1 4-350,1-4 243,-1-3 111,1 6-24,-7-4 81,-1 6 0,-7 1-517,0 4 569,0-3 0,39-15 0,9-11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0:32.1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103 146 8339,'-7'-8'-1294,"6"1"1931,-6 1-321,1 4-90,4-4-4,-4 6-240,6 0 264,0-7-380,0 6 61,6-6 1,2 7 42,7 0 0,-1 0-25,1 0 1,-5-5-66,-1 0 1,1 1-7,5 4 100,-7 0 8,-2 0 1,-7 0 17,-4 0 0,1 4 34,-5 1 1,-3 0 15,-7-5 1,3 5 40,-4 0 0,3 0 387,-3-5-370,4 0 1,-5 0 26,6 0-687,7 0 397,2 0 1,7 0 154,4 0 0,38-20 0,19-12 0,6 0 0,1-1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0:32.8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102 161 8366,'-9'0'0,"-1"0"0,5-1-160,-5-4 1,6 3-477,-6-3 671,7 4 1,-5-4 193,3 0-135,3 0 13,-4 5 1,7 0 6,4 0 49,-3 0-6,11 0-73,-5 0-179,6 0 1,-4 0 74,0 0-268,-7 0 190,3 0 82,-6 7-141,0-6 0,-1 7 90,-4-3 46,-3-3 1,-7 4 57,1-6 1,4 2 342,0 3-152,1-4 0,-1 6 10,0-7-357,7 0 263,-4 0-260,7 0 1,9-2 90,5-3 25,7 4 0,24-13 0,11-5 0,3 3 0,0 0 0</inkml:trace>
  <inkml:trace contextRef="#ctx0" brushRef="#br0" timeOffset="742">102 74 8366,'-14'0'-348,"-1"0"1,1 0 388,-1 0-20,7 0 131,-5 0 205,11 0-362,-4-7 309,6 6-333,0-6 0,2 7 56,2 0 1,5 0 29,5 0 0,1 0-47,-1 0 1,3 0 9,2 0 0,-1 0 6,6 0 0,-1 0-9,1 0 0,4 0 37,-4 0 1,8 0 8,2 0 0,7 0-72,-2 0 1,3 0 33,1 0 1,11 0 7,-1 0 1,12 0-37,-7 0 0,9 0-9,-4 0 1,10 0-38,-5 0 1,8 0-95,-3 0 1,2 5 119,7 0 0,6 1 20,4-1 1,5-2-318,-5 7 0,7-5 314,-2 5 1,-41-8 0,0-1 4,2 2 1,1-1 0,4-1-1,0-1-244,0 1 1,0-2 0,7 1 0,1-1 248,2-1 1,0-1 0,6 2 0,1-1-272,-2-3 0,-1 0 1,2 3-1,-1-1 267,-2-1 0,-1-2 0,2 2 1,0 0-2,3 0 0,0-1 0,2-1 0,0 0 2,-2 4 0,0-1 0,-2-1 0,-2-1 18,-2 2 0,-2 1 0,-3-3 0,0 0-12,4 3 0,-1-1 0,-2 0 0,-2 0-73,-2 0 0,-1 1 1,-4 1-1,-2 0 31,38-4 1,-9 4 58,-10 1 1,-7 1-200,-8 4 1,-6-3 576,-14 3 1,3-4-438,2-1 0,-1 0 499,7 0 1,-1 0-898,6 0 433,-1 0 0,3-4 0,4-1 0,6 1 0,4 3 0,3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0:34.928"/>
    </inkml:context>
    <inkml:brush xml:id="br0">
      <inkml:brushProperty name="width" value="0.11429" units="cm"/>
      <inkml:brushProperty name="height" value="0.11429" units="cm"/>
    </inkml:brush>
    <inkml:brush xml:id="br1">
      <inkml:brushProperty name="width" value="0.08571" units="cm"/>
      <inkml:brushProperty name="height" value="0.08571" units="cm"/>
    </inkml:brush>
  </inkml:definitions>
  <inkml:trace contextRef="#ctx0" brushRef="#br0">88 569 18058,'-2'-15'-1512,"-3"0"0,3 6 561,-2-1 1,-3 5 474,2-5 388,-6 7 881,3-3-627,-7 6 1,6 6 478,-1 4 1,7 3-753,-2 1 1,3 1 336,2 0 0,0-1 12,0 1 0,0 4-154,0 1 1,2-1 133,3-4 0,-2-1-635,7 1 0,-2-6-276,1 1 209,4-7 1,-5 9 291,7-7 0,-2-2 522,-3-8 1,3 2 231,-4-7 1,-1 0-161,2-4 0,-5-6-82,5 1 0,-7-2 83,2 1 1,-4 4-174,-1-3 1,0 3-239,0 1-219,-6 0-1318,-2 1-1246,-7 6 1462,7 1 1478,2 7 0,32-6 0,6-2 0</inkml:trace>
  <inkml:trace contextRef="#ctx0" brushRef="#br0" timeOffset="132">350 437 18035,'-19'0'0,"-1"0"-621,1 0 215,4 0 351,1 0-25,5 7 0,3-4-40,6 7 0,32-7 0,9 4 0</inkml:trace>
  <inkml:trace contextRef="#ctx0" brushRef="#br0" timeOffset="400">467 379 18035,'-10'0'-319,"0"0"0,0 0-190,-4 0 418,-1 0 0,6 0-195,-1 0 46,7 0 0,-2 0 15,10 0 1,3 0 204,6 0 1,1 5-86,-1 0 1,6 0-56,-1-5 1,6 5 97,-6-1 1,5 1-187,-4-5 1,4 2-90,-4 3 0,-1-4-32,-4 4-66,-1 3 0,-1 0 51,-3 7 0,-5 0 217,-10-1 1,-3 1-669,-7-1 0,-6 1 219,-3-1 625,-4 1 1,-40-26-1,-10-7 1</inkml:trace>
  <inkml:trace contextRef="#ctx0" brushRef="#br1" timeOffset="506">583 248 8436,'8'-21'0,"10"-2"-222,-3-6 0,9 6-668,0 4 890,4-4 0,27-25 0,6-14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0:36.2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146 15 8436,'-14'-5'-650,"-1"0"1,1 0 487,-1 5 0,0 0 488,1 0 1,4 0-245,0 0 0,2 7-12,-1 3 1,-3 3 15,7 1 1,1 1 21,4-1 0,0 1-30,0-1 0,1 6 26,4-1 1,3 2-47,7-1 1,-1-4 34,1 3 0,4 1-141,1-6 1,4 4 28,-4-8 1,1-4-63,-2-1 1,-3-3 106,4-2 0,-4 0-2,-2 0 0,-1-7 20,-3-2 1,1-9-30,-6-2 1,0-1 46,-5 2 0,0 1-71,0-6 0,-1 1-108,-4-1 1,1 3 24,-5 6 1,4 1-212,-5-1 0,0 5-558,-4 1 861,6 5 0,27-9 0,14 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0:36.4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146 16 8436,'-21'0'0,"-3"0"0,1 0-44,-1 0 1,11 0-170,-2 0 101,4 0 251,3 0-1303,2 0 1164,19 0 0,16-7 0,16-1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0:36.8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73 8436,'-23'0'-1227,"4"0"2273,2 0-634,3-6 0,6 3-390,3-7 0,3 5 27,2-5 0,7 5-93,2-4 1,4 5 195,2 0 1,0-3-3,-1 2 0,1 0 26,-1 5 1,-4 0-56,0 0 0,-1 7-54,6 3 0,-2 3-87,-3 1 0,1 1-181,-6-1 1,1 1-11,-1-1 0,-2 6-300,7-1 1,-5 1 97,5-6 1,-5-1-713,4-3 1125,-5 3 0,34-44 0,3-3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0:37.1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73 0 8439,'-9'0'-200,"-1"0"0,5 0-699,-5 0 1010,0 0 1036,-4 0-761,6 7-357,1 1-74,7 7 0,2-3 162,3-2 0,3 2 41,6-8 1,1 8-47,0-3 1,-6 0 48,1 0 1,0-4-114,4 5 0,-4-5 18,0 4 1,-7-4-24,2 5 0,1-5-155,-1 5 1,0-6 287,-5 6-53,0-7-1256,-6 10 1133,-2-11 0,-39-28 0,-9-14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0:37.2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1 219 8439,'0'-15'0,"0"1"0,0-1 0,2 0-595,2 1 0,6-2 259,10-4 1,-1 4 178,10-3 157,-3 2 0,49-10 0,2-4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0:37.8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103 213 8459,'0'-23'-618,"-7"2"1014,5 7 1,-2 6-86,8 3 0,0 11-455,5 9 0,-4 1 91,5 8 1,-7 1-41,2 4 1,2-2 63,-3-2 0,1 1-21,-5-7 1,0 0 139,0-4 1,0 0 106,0-1 0,0 1-140,0-1 112,0-6-266,0-1 1,0-9 158,0-3 1,0-8-152,0-6 0,0-7 86,0 2 1,0-9-38,0-1 0,-1 0 71,-4 5 1,2-2 23,-7-3 1,-5 4 46,-4-4 1,-1 8-73,6 1 1,-1 8-184,1-3 1,1 9 70,3 1 82,3 7 0,66 22 0,14 14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7T16:46:45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0:48.6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365 496 8328,'-8'-7'-273,"-5"6"0,10-11-109,-7 8 1345,7-1-412,-4 5-450,14 0 1,-4 6-4,7 4 1,-5 3-2,4 1 0,-4 1-11,5 0 0,-2 4 0,2 1 1,1-1-150,-6-4 0,6-1-20,-1 1-88,3-1 1,1 1 64,1-1 1,-5-1 18,-1-3 0,0 3 79,0-3 0,3 3 6,-8 1 1,6 1-113,-5-1 0,5 1-127,-5 0 1,-1-1-380,-4 1 1,2-1 619,3 1 0,-23-13 0,0-4 0</inkml:trace>
  <inkml:trace contextRef="#ctx0" brushRef="#br0" timeOffset="267">161 744 8309,'-20'0'0,"1"0"0,0 5 398,4-1 232,0 1-315,7-5 1,2-6-166,6-4 0,1-4-198,4-6 1,2 2 135,3-6 0,7 0-113,-2-5 0,4-1-44,1 1 0,-2-5 138,6 0 0,-5 0-453,6 5 0,-6 1 20,5 4 1,-4-2-118,4 7 0,-6 1 481,1 8 0,17 17 0,3 9 0</inkml:trace>
  <inkml:trace contextRef="#ctx0" brushRef="#br0" timeOffset="458">525 336 8340,'0'-9'891,"2"3"-623,3 6 1,-2 2 37,7 2 0,-1 0 21,6 5 1,0 3 0,-1 7 0,1-1-181,-1 6 1,1 1-181,0 4 0,-1 0 69,1 0 0,-1 0-192,1 0 1,1-4-836,3-1 1,-2-5 475,2 6 0,-8-12 515,-1 1 0,-13-22 0,1-2 0</inkml:trace>
  <inkml:trace contextRef="#ctx0" brushRef="#br0" timeOffset="675">554 350 8275,'-16'-34'10,"-3"0"0,8-5 70,-4 5 1,10 2 180,0 8 1,10-4 133,5 4 0,3 3-84,1 1 0,6 4-53,-1 1 0,1 2 129,-6 4 0,1 2 58,-1 7-392,7 0 1,-6 13-39,0 7 0,-7 6-259,-8 3 1,0 2-301,0 3 0,-7-4 269,-3 4 1,2 0-137,-1-5 1,1 7-70,-2-12 480,3 7 0,1-8 0,-2 6 0</inkml:trace>
  <inkml:trace contextRef="#ctx0" brushRef="#br0" timeOffset="992">15 1881 8275,'-8'0'-177,"2"-7"-45,6-2 0,9-6 264,11-4 1,9-7 71,15-13 1,12-3 65,7-17 0,14-4-451,-37 25 0,2-2 0,3 0 1,1-1 439,0-2 0,0-1 0,3-2 1,-1 0-23,-1 0 0,-1-1 0,1-1 0,0 1-69,-6 3 1,0 0 0,1 2 0,-1 0-54,27-31 1,2 7 95,-2 3 0,-10 1-228,-10 9 1,-10 6-880,-9 17-630,-6 8 1155,-15 7 1,-3 12 104,-10 13 1,-10 1 355,-9 13 0,3 1 0,0 4 0</inkml:trace>
  <inkml:trace contextRef="#ctx0" brushRef="#br0" timeOffset="1259">205 2347 8275,'-15'0'210,"0"0"0,7 2 1039,4 3-752,2-4 1,2-1-180,0-9 1,8-6-187,7-4 1,1-6 44,8-9 0,0 4-140,6-4 0,-6 3-73,0 2 0,0-4-293,6 4 1,-6-2-71,0 12 0,-8-1-1330,-1 6 157,-1 6 723,-12 1 849,5 7 0,-40 13 0,-7 3 0</inkml:trace>
  <inkml:trace contextRef="#ctx0" brushRef="#br0" timeOffset="1416">365 2012 8104,'-15'0'417,"7"0"0,0 2 180,3 2 0,4 5-180,-4 5 0,5 7-229,5 3 1,3 6-1,6 4 1,1-2-98,0 7 1,1-2-225,3 2 1,-3 2-68,4-7 0,-4 0-312,-1-5 0,-1 3 67,1-3 0,-1 2-366,1-12 0,-5-1 811,-1-8 0,8-49 0,5-18 0</inkml:trace>
  <inkml:trace contextRef="#ctx0" brushRef="#br0" timeOffset="1776">627 2245 8209,'-8'-14'-537,"2"4"608,6 0 1,1 7 539,4-2 0,3 3-424,7 2 0,0 2-394,-1 3 0,1 3 165,-1 7 1,-4 1-91,0 3 1,-2-3-158,2 4 331,2 3 1,-10-7 72,3 3-135,-3-3 12,-2-1-88,0-7 0,-7-10-188,-3-12 1,2-2 176,-1-9 0,-1 1 25,-5-5 1,-1-5 213,-3 0 1,2-11-128,-2 1 0,-2-8 333,1 3 0,1 1 99,4 4 0,7 2 97,4 3 0,2 3-156,2 7 0,6 7 411,4 2-328,3 4-219,2 8 0,-2 3-424,-4 10 1,-2 5 151,-7 9 1,0 4-169,0 6 0,0 0-172,0 0 0,-5 0-213,0 1 1,0-6 167,5 0 0,0-6 415,0 1 0,39-35 0,10-10 0</inkml:trace>
  <inkml:trace contextRef="#ctx0" brushRef="#br0" timeOffset="1999">919 1968 8209,'-8'-6'-106,"-5"4"1,11-6 546,-3 3 20,4 4 1,1-8 198,0 5-214,0 2 1,1-9-122,4 6 1,-2-5-75,7 5 1,0-4-392,4 4 0,-4-7-244,0 3 0,0-4-335,4-2 0,-1 5 175,-3 1 1,3-1-1343,-3-5 1886,-4 1 0,-6-40 0,-8-9 0</inkml:trace>
  <inkml:trace contextRef="#ctx0" brushRef="#br0" timeOffset="2140">977 1589 8209,'-14'0'0,"4"-1"201,0-4 1,5 3 999,-4-3-410,5 4-533,-2 7 0,8 7-239,2 7 1,0 5 95,5 0 0,-1 2-53,2 2 0,3 1-245,-3-1 1,3 5-455,1 0 1,3 0 196,2-5 440,-3 0 0,31-19 0,0-5 0</inkml:trace>
  <inkml:trace contextRef="#ctx0" brushRef="#br0" timeOffset="2473">1385 1385 8209,'0'15'1681,"2"1"-1539,3 3 1,-3-1 68,2 6 1,3-4-328,-2 4 1,0-6-32,-5 1 298,0 4-47,0-7-49,0-1-110,0-9 1,-5-14-201,0-6 0,-5-4 42,5-11 1,-4 3 131,4-8 1,-7-3 31,3-2 1,-4-5 45,-2-5 1,1-1 92,-1-3 1,7 1-20,3 3 1,3 6 239,2-1 1,2 3-243,3 12 1,8 0-142,6 14 0,1 4-617,-6 11 1,6 0 61,-1 0 627,1 7 0,1 33 0,1 15 0</inkml:trace>
  <inkml:trace contextRef="#ctx0" brushRef="#br0" timeOffset="2658">1371 1371 8209,'-15'0'519,"1"0"875,6 6-704,1-4-491,7 4 0,7-11-204,2 0 1,9-6 71,2 1 1,4-7-720,-5-3 1,6 1 326,-6 4 0,5-1-398,-4-4 0,4 4 206,-5-3 0,1 3-390,-6 1 907,1 0 0,6-38 0,2-10 0</inkml:trace>
  <inkml:trace contextRef="#ctx0" brushRef="#br0" timeOffset="2975">1648 1035 9862,'0'15'575,"0"4"-380,0 1 0,0 4 0,0-5 1,1 6-253,4-6 0,-3 1 108,3-6 1,-2 1-48,2-1-135,-4 1-263,6 0 133,-7-7 0,0-4-192,0-8 0,0-6 135,0-10 1,0 3-116,0-8 0,0 1 181,0-5 0,0-5 66,0 0 0,0 0 177,0 5 0,-5 0 37,0-1 0,0 3 361,5 3 0,0 3-97,0 6 1,5 5 233,0 0 1,6 7-253,-1-2 0,8 5-105,1 5 0,2 3-360,-1 7 1,-2 4 125,6 1 1,-6 1-308,1-2 1,-4-3 85,-5 4 1,3-5-57,-4-6 0,-1 3-386,2-8 321,-7 1 1,5-5 406,-3 0 0,-16-65 0,1-15 0</inkml:trace>
  <inkml:trace contextRef="#ctx0" brushRef="#br0" timeOffset="3099">1896 656 8200,'-7'-14'0,"4"-1"453,-7 1 791,0 5-318,-4 3 0,1 8-355,3 2 1,4 6-186,6 10 1,0-3-130,0 8 0,1-1-535,4 5 1,3 5-215,7 0 1,1 0-1300,4-5 1791,-4 1 0,31 18 0,0 6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0:46.4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365 744 8309,'-6'-15'773,"3"7"-474,-7 3 0,7 5 196,-2 5 1,5 5-244,5 9 0,-2 6-229,7 9 0,-6 1-161,6 4 0,0 3-442,4-3 0,1 3 178,0 2 1,1-7-172,3-3 0,-3-3 573,4-2 0,3-45 0,-1-11 0</inkml:trace>
  <inkml:trace contextRef="#ctx0" brushRef="#br0" timeOffset="242">176 1065 8309,'-21'0'-255,"-4"0"0,4 0 102,2 0 0,3 0 930,1 0 1,1 5-222,-1-1 0,5 1 81,1-5-258,5 0-191,-2 0 1,6-1-103,0-4 0,6-3-258,4-7 0,8-4-40,1-1 0,7-7-305,-1-2 1,7-2-367,2-8 0,0 5 379,-5-5 0,0 5 52,0-5 0,1 7 452,-1-2 0,-7 9 0,-1 4 0</inkml:trace>
  <inkml:trace contextRef="#ctx0" brushRef="#br0" timeOffset="433">438 627 7706,'0'10'894,"0"0"0,2 0-667,3 4 0,-2 6 23,7-1 1,-1 7-383,6-2 0,0 4-122,-1 1 1,6 5-136,-1 0 1,7-2 175,-2-7 0,-1 1-101,1-7 0,-6-1-675,1-9 989,-9-2 0,-10-26 0,-8-6 0</inkml:trace>
  <inkml:trace contextRef="#ctx0" brushRef="#br0" timeOffset="700">555 788 8251,'-20'-16'0,"1"-4"0,0-1 0,4-3 0,0-2 249,1 6 0,4-4 45,0 5 0,7-6 284,-2 6 1,4-1-206,1 6 0,0-1-59,0 1 1,6-1-130,4 1 1,3 4-108,1 0-82,1 7 0,0-4-199,-1 7 0,-1 7-346,-3 3 0,1 4 237,-6 6 0,5-3-143,-5 8 1,-1-1 153,-4 5 1,-1 0-12,-4 1-1,2-1 46,-7 0 0,5-2 91,-5-2 0,2 1 25,-1-7 1,0 0-98,5-4-168,2-7 181,-4-1 235,12-14 0,22-53 0,10-19 0</inkml:trace>
  <inkml:trace contextRef="#ctx0" brushRef="#br0" timeOffset="1167">788 554 8268,'-5'10'-378,"0"0"0,0-5 804,5 4 0,0 1-1,0 5 1,7-1-154,3 1 1,-2 4-173,1 1 0,0 1-174,0-2 0,3-2 74,-7 2-251,6-3-23,-10-1 124,6-1-78,-7-6 1,0-3 199,0-10 1,-7-8-12,-2-6 1,1-5 86,-2 4 1,0-11 171,-4 2 0,-1-8-116,0 3 0,1-6 190,-1 1 1,6 1 71,-1 0 1,2 0-79,-2-1 0,4 4-192,6 6 1,0 1-41,0 4 0,1 3-182,4 6 1,-2 7 51,7 3 1,-2 5-164,2 5 0,1 5-21,-6 9 1,0 4-162,-5 6 0,0 5 319,0 0 0,0 5-54,0-5 1,-2-5 460,-3-5 0,4-6 9,-4 2 1,3-4 159,2-2 0,5-4-142,0 0 0,6-7 3,-1 2 1,3-3 33,2-2 0,-1-2-83,1-3 0,1 2-467,3-7 0,-1 5-198,7-4 1,-6 4-229,5-5 0,-6 5 69,2-5 1,1 2-453,-2-1 1,0-3 268,-4 7 719,0-6 0,6-23 0,1-13 0</inkml:trace>
  <inkml:trace contextRef="#ctx0" brushRef="#br0" timeOffset="1341">1284 117 8268,'-15'-14'0,"2"4"367,3 0 0,4 5 574,6-4 0,0 4-688,0-5 1,2 2-554,2-2 1,6-1-136,10 6 0,-4-5-1469,3 5 1091,-3 1 0,-3 7 813,-3 6 0,-29 72 0,2-25 0,1-1 0</inkml:trace>
  <inkml:trace contextRef="#ctx0" brushRef="#br0" timeOffset="1440">1284 234 8268,'-7'21'38,"1"-3"1,-4 4 0,4-1 703,-1-3 70,5-8-194,-4 3 1,8-12-327,2 4 0,0-10-28,5-4 0,6-4-904,4-2 0,7-6 268,-1-3 372,-4 3 0,39-59 0,-29 37 0,1-1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0:55.2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176 671 8200,'-7'-8'0,"6"0"207,-4 3 142,3 4 0,9-6 6,2 7 0,4 7-91,2 2 0,-1 9-313,1 2 1,4 6-51,1-2 0,4 5-76,-4 5 1,-1-3 140,-4 3 1,2-3-107,-2-2 1,3-2 24,-8-2-434,-4-4 346,7-7 1,-13-6 110,0-3 1,-2-10 157,-7-4 1,-3-9-128,-7-2 1,3-6 261,-4 2 1,2-3 25,-1-3 1,3 0 22,-4-4 0,2 1-96,-1-6 0,8 5-16,-4-5 1,5 2-3,1-2 0,2 4 11,7 6 0,0 1-372,0 4 1,7 3 94,2 6 0,9 2-627,2 3 0,-1 2 140,-4 3 0,-1 4 86,1-4 1,-1 8 530,1 2 0,-13 52 0,-4 8 0</inkml:trace>
  <inkml:trace contextRef="#ctx0" brushRef="#br0" timeOffset="158">321 744 8200,'-6'15'-329,"3"3"-41,-7-4 0,7 4 570,-2-8 1,2-4 1480,-2-1-765,3-3-653,-4-2 1,12-2-108,4-3 1,3-3 100,1-6 0,1-3-514,0-2 1,1 1-144,3-6 0,-1 1-384,6-1 1,-6-2 783,2 6 0,22-51 0,5-8 0</inkml:trace>
  <inkml:trace contextRef="#ctx0" brushRef="#br0" timeOffset="358">598 365 8200,'-8'-8'-660,"-3"0"264,6 3 2072,0 4-1118,5 1 1,2 12-259,3 8 0,3 1-162,6-2 0,1 2-195,0 4 1,-1 2-416,1-2 0,-1 2 312,1 2 1,-1-4-467,1-1 1,-2-6 203,-3 1 0,1-3-315,-6-1 737,6-7 0,-16-40 0,4-17 0</inkml:trace>
  <inkml:trace contextRef="#ctx0" brushRef="#br0" timeOffset="567">526 336 8200,'-23'-29'0,"-3"0"-42,6 0 1,6-1-59,4 1 1,7 2 707,-2 2 1,12 3-156,7 2 0,2 4-147,9-3 1,-6-2-53,5 1 0,-1 7-1,1 8 1,-1 4-51,-4 1 0,-4 6-110,0 4 0,-2 9-258,-9 6 0,1 7 136,-5 2 0,0 7-148,0-3 1,-1-2-371,-4-2 0,3-3-515,-3-2 0,4 5 86,1 0 976,-7-6 0,-1-7 0,-6-7 0</inkml:trace>
  <inkml:trace contextRef="#ctx0" brushRef="#br0" timeOffset="959">1 1998 8200,'9'-21'-255,"1"-3"0,1 1-415,9-1 1,3-1 788,6-4 0,6-7 360,4-2 0,11-13-55,9-7 0,12-8-602,-30 27 0,1 0 0,1-1 0,0-1 480,0-2 1,1-2 0,3-1-1,0 0-45,1 0 1,1 0 0,3-3 0,0-1 35,-1 1 0,0 1 1,1 1-1,-1 0-166,-4 0 1,-1 2 0,-3 3 0,0 1-97,-4 2 0,-1 0 0,-1 4 0,-1 1 84,32-25 0,-9 6-393,-11 19 1,-9 0-194,-5 5 1,-5 1 245,-4 4 0,-4 3-1735,-7 6 865,-6 7 1327,-1 2 1,-33 19-1,-7 3 1</inkml:trace>
  <inkml:trace contextRef="#ctx0" brushRef="#br0" timeOffset="1634">423 2231 8162,'-8'-8'70,"2"2"378,6 6 1,6 8-242,4 6 1,3 6-120,2 4 1,1 3-201,3-2 1,-3 1 25,4-2 0,-6 2-211,-4-7 0,3 6-125,-3-6 0,-4 1-60,-1-6-137,-3 1 119,-2-7 313,0-2 0,-5-12 187,0-4 0,-6-3 0,-17-40 0,-11-11 0</inkml:trace>
  <inkml:trace contextRef="#ctx0" brushRef="#br0" timeOffset="1766">453 2333 8162,'-15'-21'-314,"-1"-2"1,-2-4 0,-1 1 457,1 2 0,6-1 235,3-4 0,5 0 22,0 0 1,4 5-110,4-1 0,1-4-52,10-5 1,-4 0-108,9 5 0,1 5-195,-2-1 0,5 9-121,-4 2 1,-1 1-415,-4 8 1,-2 2-146,-3 7 1,3 5 47,-4 5 694,-2 7 0,-14 47 0,-9 18 0</inkml:trace>
  <inkml:trace contextRef="#ctx0" brushRef="#br0" timeOffset="1899">467 2406 8140,'-14'0'730,"6"0"0,-4-2-429,7-2 1,5-5-342,5-5 0,11-6-434,-1 1 1,9-7 75,1 2 1,2-4-743,2-1 1140,0 0 0,26-33 0,7-7 0</inkml:trace>
  <inkml:trace contextRef="#ctx0" brushRef="#br0" timeOffset="2251">817 1881 9324,'2'15'459,"3"-1"1,1 3-476,4 2 0,3-1 107,-4 6 0,0 0-100,0 6 0,-1-3-38,2-3 0,-2 2-237,-3-6 1,-3-1-93,2-4 1,-2-5-74,-2-1 15,0-6 0,-2 2 95,-2-10 0,-3-4-42,-3-11 0,-3 3 222,4-8 1,-4 1 138,-2-5 0,-1-5 9,-3 0 1,2-7 10,-2 2 0,-2-1 227,1 1 1,3-1-85,7 5 1,-1 3 396,6 8 1,0 3-85,5 6 1,6 1 59,4-1 0,3 7-118,2 3 0,-2 5-80,-4 5 0,4 5-103,-3 9 0,-4-1-172,-1 6 1,-3 0-317,-2 6 1,0 2 151,0-3 0,0 4-604,0-9 1,0-1 330,0 1 0,0-6 394,0 1 0,6-35 0,2-10 0</inkml:trace>
  <inkml:trace contextRef="#ctx0" brushRef="#br0" timeOffset="2468">1152 1852 8140,'0'-14'-978,"0"-1"1124,7 0 1,-4 2 524,7 4 0,-7-4-255,2 3 0,3 2-121,2-2 1,-2 5-373,2-4 1,-6 4 105,6-5 0,0 2-193,4-2 0,-4-3-637,0 4 801,0-4 0,4-15 0,1-3 0</inkml:trace>
  <inkml:trace contextRef="#ctx0" brushRef="#br0" timeOffset="2616">1196 1517 8140,'-15'0'190,"1"0"1,4 1 354,0 4 1,7-1-236,-2 5 1,4 1 47,1 5 0,6 6-486,4 3 0,3 3-538,2 3 0,-1-1-204,1 0 0,4 0 870,1 0 0,18 13 0,1 4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0:52.3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72 1151 8200,'-7'-15'-439,"-1"1"0,-2 1 1014,1 3 324,5 3 1,-1 14-652,10 3 1,3 9 3,7 5 1,0 10-470,-1 5 1,6 3-79,-1 2 1,5 0-261,-4 0 1,4-1 148,-5 1 0,3-2-197,-3-3 1,-8-5 602,4-10 0,-10-35 0,1-15 0</inkml:trace>
  <inkml:trace contextRef="#ctx0" brushRef="#br0" timeOffset="351">57 1209 8184,'-7'-15'0,"1"-4"62,-4 0 0,-1-6 166,6 6 0,-5-5 70,6 4 0,0-6 162,9 2 0,3 1-532,7-1 1,1 6 106,3-1 1,-1 3-376,7 1 1,-6 2-161,5 3 0,-6 4 500,2 6 0,2 26 0,1 6 0</inkml:trace>
  <inkml:trace contextRef="#ctx0" brushRef="#br0" timeOffset="526">203 1457 8170,'-8'0'1646,"-5"0"-1273,11 0 0,-4-2-120,6-3 1,0 2-419,0-7 0,6-4-157,4-6 0,4-4-193,6 5 1,-2-7 184,6 1 0,-5 0 330,6 0 0,25-41 0,11-5 0</inkml:trace>
  <inkml:trace contextRef="#ctx0" brushRef="#br0" timeOffset="1017">465 786 8170,'-14'-14'-194,"-1"-1"1,7 5-679,3 1 2576,3 5-487,2-2-767,0 6 0,2 8-263,3 7 0,3 1-134,7 8 1,-1 0-89,1 6 1,1-1-395,3 0 1,-2 0 41,2 0 0,-4 0-397,-6 1 0,4-1 154,-3 0 0,1 3 630,-1-3 0,-4 4 0,-6-11 0</inkml:trace>
  <inkml:trace contextRef="#ctx0" brushRef="#br0" timeOffset="1368">451 874 8170,'0'-15'0,"-5"5"-397,0 1 364,-6-1 1,9-5 412,-3 1 1,3-1-88,2 1 0,0-6-56,0 1 1,2-5 35,3 4 0,3-4 105,7 4 0,-1 1-146,1 4 1,1 2 20,3 4 1,-2 4-484,2 10 1,-8 4 191,-1 11 1,-7 7-429,2 7 1,-3 7 21,-2-2 0,-7 3-239,-2 2 1,0-2 259,0-3 1,6-1 422,-2-8 0,16-37 0,5-19 0</inkml:trace>
  <inkml:trace contextRef="#ctx0" brushRef="#br0" timeOffset="1818">902 524 8170,'0'-15'-91,"0"7"541,0 2 121,7 25 1,-4-1-444,7 16 0,-5-8 38,4-2 1,-4-1-283,5 1 1,-5 2-5,5-6 0,-7-1-4,2-4 1,-4-1 59,-1 1-16,0-7-49,0-2 0,-1-6 42,-4 0 1,-3-8 52,-7-6 1,1-1 13,-1-4 1,0-4 158,1-1 1,-1-4-144,1-1 1,-2-5 188,-4 0 0,2-8-50,-6-2 1,6 0 50,-1-4 0,4 2-30,5 3 0,-1 5 135,6 4 1,2 5-190,8 5 1,3 8-2,7 6 0,4 7-256,0-2 0,6 10-67,-6 5 1,1 9-111,-6 5 1,-1 5 177,-3 5 0,1-1 49,-6 6 0,0-7 33,-5 2 0,5-3 147,0-2 0,-1-1 361,-4-4-133,0-3 11,7-7 0,-4-5-56,7-5 0,-5-2 45,4-2 1,1-2-249,5-2 1,1-5-184,3-5 0,2-6-193,4 1 1,2-2-568,-2 2 0,5 2-1128,0-2 2016,2 3 0,-3-5 0,8-2 0</inkml:trace>
  <inkml:trace contextRef="#ctx0" brushRef="#br0" timeOffset="2018">1398 116 8170,'-14'-15'0,"5"5"-64,5 1 0,2 4 64,2-5 0,6 0-243,4-4 1,3 4 60,2 0 0,1 6-311,3-6 1,-2 7 492,2-2 0,-9 61 0,-4 17 0</inkml:trace>
  <inkml:trace contextRef="#ctx0" brushRef="#br0" timeOffset="2132">1471 276 8170,'-8'15'1907,"1"-7"-1588,7-2 1,2-14-167,3-6 0,8-3-159,6-7 0,2 5-302,-1-6 1,-2 3 307,6-3 0,20-41 0,9-5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0:40.5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2443 983 8039,'-28'-71'-253,"4"9"-73,-10-6 1,5 4 364,4 5 1,4-1 255,7 12 1,1-7-490,3 1 0,3-6 1,9 2-1,1 8-56,2 8 0,0 1 241,-5 7 0,5 5 0,0 5 0,0 6 110,-5-1 1,0 2 542,0 3 297,-7-1-657,6 1 0,-6 7 2,7 7 1,0 8-47,0 12 1,0 9-55,0 10 1,0 17-22,0 12 1,2 17-83,3 12 1,-4-44 0,1 1-263,2 1 1,1 1-1,0 8 1,0 0 224,2 4 0,1 0 0,-1 10 0,0 2-445,1 4 0,-1 2 0,0 7 1,1 2 422,-4-28 1,1 1 0,0 1-1,0 1 1,0 1 0,0 0-285,0 3 1,0 1-1,-1-1 1,0 0 0,-1 0-1,0 0 288,0 0 0,1-1 0,-1-1 0,-2-3 0,0 0 0,0-1-2,1 22 1,1-1 0,-2 0 0,-1-1-176,1-8 0,-2 0 1,1 3-1,0 0 207,0-8 0,0 0 0,0 0 1,0-1 4,1-5 1,-2-2-1,-1 0 1,0 1 49,0 2 1,-1 1 0,-5-3 0,-1 0-1,2-2 1,0-1 0,-2-1-1,0-2-38,2-8 0,0-1 0,-1-2 0,1-1 194,-8 42 1,2-6-701,4-9 0,-3-13 480,7-21-952,1-12 829,4-16 1,0-23 73,0-17 0,0-7 0,0-7 0,0 3 0</inkml:trace>
  <inkml:trace contextRef="#ctx0" brushRef="#br0" timeOffset="475">1306 4132 8064,'-7'-8'-102,"4"-5"-201,-7 3 523,7-3 96,-4 5 0,15 2-128,7 6 0,13 0-31,10 0 1,18 0-158,7 0 0,21-7 45,13-2 1,-40 2-1,3 1-273,7-1 0,2-1 1,6-2-1,2-1 277,7-1 0,2 0 0,4-2 0,2 0-356,2 0 1,1-1-1,-28 4 1,0-1 0,1 1 358,3 0 0,0-1 0,1 1 0,5-1 0,0 1 0,1 0-263,-1 1 0,1 0 1,0 1-1,2 1 0,1 0 1,-1 1 270,-2 0 0,0 1 0,0 0 0,1 0 0,0 1 0,1-1 55,1 1 0,0 0 1,0 1-1,1 0 1,1 1-1,0 0-22,-4 0 1,1 0 0,-1-1 0,0 1 0,0 0 0,-1-2-36,-3-1 1,-1-1 0,1 1-1,0 0 1,0 0 0,0 0 12,1-2 0,0-1 0,0 2 0,1 0 0,0 2 0,-1-1-211,-4-1 1,-1 1 0,0-1 0,0 1-1,0 1 1,-2-2 76,24-2 0,-2-1 1,0-1-1,-2-1 12,-1-2 1,-1-1 0,-4 1-1,-2 1-101,-7 1 0,-3-1 0,-5 0 0,-2 0 203,-9 4 0,-3-1 0,35-9-810,-14 4 0,-11 2 585,-23 3-734,-7 4 908,-47 6 0</inkml:trace>
  <inkml:trace contextRef="#ctx0" brushRef="#br0" timeOffset="1032">4469 4511 8064,'-15'-5'0,"1"0"0,-1 1 367,1 4-234,-1 0 0,7-2 276,3-3 0,11 3-68,9-2 0,6-3-131,8 2 1,2-6-153,3 1 1,3-3-254,7-1 0,5-1 225,-1 0 0,1 1-30,-5-1 1,1 1-577,4-1 0,-4 5 269,3 1 1,-9 1-487,-5-2 1,-9 3 792,-6 7 0,-35-6 0,-10-2 0</inkml:trace>
  <inkml:trace contextRef="#ctx0" brushRef="#br0" timeOffset="1207">4833 4336 8064,'-14'0'190,"-1"0"340,1 0-214,5 0 1,3 11 286,6 4 1,0 9-206,0 1 0,0 4-156,0 5 1,0 3-402,0 7 0,3 0-217,7-1 1,0-1-272,9-3 0,-3 2 236,-1-7 1,-1-5-920,1-5 1330,0-6 0,-1-16 0,1-12 0</inkml:trace>
  <inkml:trace contextRef="#ctx0" brushRef="#br0" timeOffset="2058">4848 4773 8062,'-15'0'95,"1"0"564,6 0-607,1-6 1,9 3-248,3-7 1,3 5 77,6-5 0,6 1-184,-1-6 1,2 2 106,-1 3 0,-3-2-244,8 2 438,-7 3 0,35-32 0,2-1 0</inkml:trace>
  <inkml:trace contextRef="#ctx0" brushRef="#br0" timeOffset="2441">5300 4438 8062,'0'-14'-176,"0"-1"-420,0 7 1164,0 1 0,1 9-225,4 3 0,-2 5-290,7 9 1,-2 4 20,2 6 0,1 5-195,-6 0 0,5 5 67,-5-5 1,1 0 50,-1-5 0,-3 0-84,3 0 0,-4-6 5,-1-4-8,0-9 1,-1-3 51,-4-7 0,3-2-123,-3-3 0,-1-5 145,1-9 1,-5-4-3,5-6 0,-1-5 18,1 0 1,2-6 2,-7 1 0,2-3-13,-2-2 1,2-1 5,3-4 0,4 8 185,-4-2 1,3 4-27,2 0 1,0 10 122,0 9 1,7 6-104,2 4 0,4 4-37,2 6 0,0 0-288,-1 0 0,-1 6 99,-3 4 1,1 4-97,-6 6 1,5-2 97,-5 6 1,-1-5-483,-4 6 1,-6-3-61,-4 3 591,-3 2 0,-27 2 0,-7 9 0</inkml:trace>
  <inkml:trace contextRef="#ctx0" brushRef="#br0" timeOffset="2867">5781 4424 8062,'0'16'-626,"0"3"0,1-1 593,4 6 1,-1 1-30,5 4 0,-1 0 113,2 0 0,1 0-240,-6 0 1,2-6-286,-2-3 608,-4-4 1,4-8-148,-10-3 1,2-5 368,-7-5 0,1-8-102,-6-7 0,0-5-56,1 0 1,-1-2-75,1-2 0,-1-5 50,1 0 0,4-7-170,0 2 1,2-1-225,-2 1 1,4-3 239,6 3 0,0 3 4,0 2 0,1 8 112,4 2 0,3 6-79,7-1 1,1 2-152,4 3 0,-3 6 63,8 3 0,-3 3-117,3 2 1,-4 7-18,-7 3 1,-1 9-332,-3 5 1,-4 4 288,-6 1 1,0 5 206,0 0 0,-6 5 34,-4-5 1,2 5 221,-2-5 1,2 0 212,-1-5 1,2-5 140,7 1-287,0-8 0,8 3-140,7-11 0,9-4-190,15-10 1,1-4 6,14-11 0,13-8 0,10-5 0,9-6 0,0 0 0</inkml:trace>
  <inkml:trace contextRef="#ctx0" brushRef="#br0" timeOffset="3566">139 1902 8276,'-29'0'0,"0"0"0,5 0 0,-1 0 712,8 0-395,2 0 1,18-7-348,17-3 0,4-2-34,15-3 0,6-1-47,9-4 1,2-1 69,3-3 0,2-4-157,-2 4 1,0 1 124,-10-1 1,0 6-109,-6-1 0,-5 3-126,-4 1 0,-15 7-672,-4 3 677,-10 4 0,-5 2 302,-10 4 0,-49 10 0,-12 7 0</inkml:trace>
  <inkml:trace contextRef="#ctx0" brushRef="#br0" timeOffset="3716">533 1654 8276,'-15'0'0,"1"0"0,-1 0 72,-6 0 0,5 0 193,-4 0 0,9 1 113,1 4 1,7 3-163,-2 7 1,4 1-98,1 4 1,0 2 22,0 7 1,0 2-200,0 3 1,5 4-366,-1 5 1,8-4 313,-3 0 1,0-2-185,0 2 0,1-3 122,5-7 1,-2-6-475,-4-4 1,4 0-135,-3-4 778,3-4 0,14-37 0,4-6 0</inkml:trace>
  <inkml:trace contextRef="#ctx0" brushRef="#br0" timeOffset="4108">693 1902 8312,'0'-15'-271,"0"1"-405,0-1 747,0 0 263,0 7 1,0 8-386,0 10 1,7 5 120,2 4 0,0 4-202,0 6 1,1 0 27,5 0 0,-2-1 42,-4-4 0,3 2 13,-8-7 1,6 1 50,-5-6 0,0 1 181,-5 0-211,6-7 49,-4-2 0,3-8-13,-10-2 0,2-9 13,-7-7 1,5-6 3,-5 2 0,6-4-1,-6-1 0,2 0-32,-2 0 0,-3-5-34,3 0 0,2-11 84,-1 1 0,5 2 102,-1 3 0,-1 2 74,1-2 1,2 5-97,8 9 0,-2 6-17,7 9 1,-1 4-78,6 6 0,-2 1-22,-3 4 0,1 10-13,-6 9 1,0 4-179,-5 1 1,-2 0 20,-3 0 0,2 0-125,-7 0 0,2-4-185,-2-1 0,-2-6 107,2 1 0,3-2 367,2-3 0,23-58 0,7-14 0</inkml:trace>
  <inkml:trace contextRef="#ctx0" brushRef="#br0" timeOffset="4566">1029 1683 8312,'0'15'-1119,"0"-1"999,0 1 0,0-1 294,0 1 1,0 1-126,0 4 0,0-4-10,0 3 0,1 2-149,4-1 0,-3-1 93,2-4-246,-2-1 195,-2 1 82,0-7 0,0-3-15,0-10 0,0-3-32,0-7 0,0 1 167,0-1 0,-5-4-67,0-1 0,-1-6-10,1 2 0,2-4-14,-7-1 0,7-1 167,-2-4 0,-1 3 2,1-3 1,0 3 130,5 2 1,0 0-125,0 0 0,6-1-12,4 1 0,8 7-151,1 2 1,6 6 22,-6 4 1,5 3-19,-4 7 0,4 0-201,-5 0 0,-1 12-248,-8 2 1,1 11 155,-6-1 0,0 3 89,-5 3 0,-2-1 154,-2 0 1,-3 0 220,-3 0 0,-3-1-104,4-4 0,2 2 161,2-7 1,4 6-150,1-6 0,0-4 6,0-6 1,13-5-198,6 0 1,9-2 98,6-2 1,3-2-500,7-2 1,-1-3-43,1-3 1,5-1-724,-1 6 1216,-6 0 0,14 25 0,-3 4 0</inkml:trace>
  <inkml:trace contextRef="#ctx0" brushRef="#br0" timeOffset="25983">2341 3170 8261,'0'-15'-1151,"0"1"346,0-1 1022,0 1 1,1 6-91,4 3-731,-3 3 474,4 2 266,-6 0 0,0 2 10,0 3 1,-6-2-77,-4 6 0,-8 0 255,-1 0 1,-7 4-69,1-3 0,0 3-35,0 2 1,-1-3-12,7-2 0,-1 2 5,6-8-152,6 8 0,3-11-187,10 4 1,9-5 113,11-5 1,9-3-20,5-6 1,3 1-110,1 3 1,1-3 3,0 3 1,-7 2-39,-3-1 0,-5 5 67,-4-1 86,-4 4 0,-20 1 64,-6 0 0,-12 6 170,-8 4 0,-9 1-42,-5-1 0,4 1-136,1-6 1,5 5-39,4-5 0,43-26 0,16-12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1:00.2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88 596 8140,'-14'0'-568,"-1"0"228,1 0 1184,-1 0 1,2-2 192,3-2-781,4-4 1,14-9-157,7-2 0,1 1-248,8-6 1,0-1 82,6-4 1,-1 5-201,0 0 0,0 3-71,0 1 1,-6 1 112,-4 9 1,-7 4-991,-3 1 351,-5 3 585,2 2 1,-8 5 276,-2 0 0,0 1 0,-5-1 0,-1-2 6,-5 7 13,1-7 1,1 10 292,3-3 0,-1-2-103,6 2 1,0 1 471,5 9 1,0-3-253,0 8 1,0-1 43,0 5 1,0 2-210,0 3 1,7-3-277,2 3 1,4-3-96,2-2 0,-1 0-445,1 0 0,-1 0 133,1 0 0,0-8-852,-1-6 1271,-6 0 0,18-72 0,-1-10 0</inkml:trace>
  <inkml:trace contextRef="#ctx0" brushRef="#br0" timeOffset="367">438 407 8140,'0'-15'125,"0"0"0,0 1 750,0-1-537,0 7 0,7 2 130,2 6 1,4 1-267,2 4 1,-5 5-182,-1 9 1,1 4-234,5 6 0,-7-1 247,-3-4 1,1 4-175,-1-4 0,0-3-63,-5-2 0,0 2-737,0-1 205,0-1-204,-7-11 592,-1-1 1,-5-14-84,4-2 1,-3-11 333,7-4 0,-6-4 1,1-1 1,-1-2 284,1-3 0,-1 4-60,6-4 0,-5 3 53,6 2 0,-1 1 88,5 4 0,0 3 214,0 6 0,6 2-153,4 4 1,4 2-145,6 7 1,-2 2-251,6 3 0,-5 3 118,6 6 0,-6 1-341,5-1 0,-6 1 3,2 0 0,1-1-124,-2 1 1,-4-2 131,-5-4 0,-6 3-327,6-7 600,-7-1 0,10-4 0,-18-58 0,4-15 0</inkml:trace>
  <inkml:trace contextRef="#ctx0" brushRef="#br0" timeOffset="507">715 100 8140,'-6'-14'0,"-4"-1"0,-3 1 710,-1-1 199,-1 1 0,2 4 1149,3 0-1455,4 7 1,6-2-73,0 10 0,0 3-295,0 7 0,0 1-338,0 3 1,1 4-189,4 6 1,3-5-540,7 1 0,0-1 627,-1 5 202,1 0 0,25 26 0,7 7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1:09.870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188 15 22434,'15'0'-322,"0"0"0,-1-5 670,1 0 129,-7 1 969,5 4-2092,-12 0 524,-1 0 0,-8 0 51,-6 0 1,-3 4 340,-2 1 1,3 0-140,-4-5 0,-1 5-86,2 0 0,-1 0-106,6-5 0,-1 0-261,1 0 435,-1 0 0,2 1-3,3 4 148,-2-3 0,8 4-1266,-5-6 818,5 0 1,-1 0-151,10 0 0,3 0-99,7 0 1,4 0 336,1 0 1,4 0 56,-4 0 0,4 0-389,-5 0 267,7 0 0,-10 0-5,4 0 797,-4-6-154,-1 4 0,-7-6 960,-3 3-459,-4 4-1030,-1-6 1,-6 7 206,-4 0 0,-3 0 6,-1 0 0,-8 2 138,-2 3 0,3-4-144,2 4 0,-2 2-159,1-3 0,1 3-855,4-2-1105,7-4 2165,2 12 1,64-30 0,15-1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1:21.1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15 117 7154,'0'8'-1068,"0"-1"1150,0-7-51,0 0 95,6 0 1,-2 0-121,5 0 1,-4 0 180,5 0 1,-5-2-120,4-3 0,1 2 21,5-7 0,-2 6-37,-4-6 0,4 2 9,-3-2 0,3-1-59,2 6 1,-6-5-17,1 5 1,-5-1-160,5 1 202,-7 3-140,3-4 110,-6 6-5,0 0 34,-6 0 7,4 6 69,-11-4-43,5 4 0,-2-6 10,1 0 1,6 2-8,-2 3-68,-3-4 1,4 6 71,-5-7-117,5 0 1,-2 2-30,6 2-27,0-2 68,0 5 8,0-7 0,6 0-18,4 0 1,8-2 24,1-3 0,7-1 7,-1-4 1,2-1-6,2 6 1,-1-7 10,-4 3 1,-3 2 15,-6 2 6,-1 4 0,-6 1 1,-8 0-22,-9 0 1,-9 1 95,-2 4 0,-5-2-81,0 7 0,-2-2 68,-2 2 1,-1 1-9,1-6 1,0 5-1,0-5 1,6 1-13,4-1-28,-4-3 1,7 4-149,-4-6-337,11 7 207,2-6 0,9 11 251,3-8 0,35 1 0,15-5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1:24.2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1691 8555,'0'8'-1683,"0"0"1351,0-3 350,0-3-51,0 4 0,0-4 138,0 3-133,0-3 51,0 4-14,0-6 150,0-6-90,0-3 0,0-5-2,0-1 0,0 1-26,0-1 0,0 5-53,0 1 0,2-6 60,3-4 1,-4-1-55,4 6 0,-3-1 4,-2 1 0,5-3-21,-1-2 0,1 1 4,-5-6 0,0 4-6,0-4 1,0 5 20,0-6 1,0 3 5,0-3 0,0-1 101,0 7 1,0-5-89,0 4 0,0-4 69,0 5 1,0-1-53,0 5 1,-1-4 8,-4 0 0,3-2-25,-3 1 0,2 4-3,-2-4 1,4-1-45,-4 2 0,-2-5 49,2 4 1,1 1 34,4 4 1,0 1-39,0-1 0,0 1 28,0-1 0,0 0-9,0 1 1,1 4 5,4 0 1,-3 1 21,2-6 1,0 0 5,1 1 1,-4-1-46,4 1 1,-3-1 14,-2 1 1,0-6-89,0 1 0,0-1 79,0 6 0,0-6-78,0 1 1,0-1 39,0 6 1,0-1-10,0 1 1,1-6 11,4 1 1,-3-1-4,3 6 0,1-1 57,-1 1 1,0-1-45,-5 0 0,0-1 87,0-3 1,5 3-73,0-4 0,-1-1 18,-4 2 0,0-1 9,0 6 1,0-1-3,0 1 0,0-1-36,0 0 0,0 6-9,0-1 1,0 5-25,0-5 41,0 1 0,2-1-117,3 0 111,-3 0-62,10-4 43,-10-1 0,5 1 7,-7-1 1,0 5 9,0 1 0,-5 4 4,0-5 1,0 5 253,5-4-233,-6 5-2,4-9 27,-5 12-336,7-6 264,0 7-419,0 0 333,0 7 173,0-6-159,0 6 359,0-7 208,0 0-490,0 6 1,-1-4-171,-4 3 189,3-4-525,-4-1 105,6 0 245,0 0 1,6 7-1,2 1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1:34.553"/>
    </inkml:context>
    <inkml:brush xml:id="br0">
      <inkml:brushProperty name="width" value="0.08571" units="cm"/>
      <inkml:brushProperty name="height" value="0.08571" units="cm"/>
    </inkml:brush>
    <inkml:brush xml:id="br1">
      <inkml:brushProperty name="width" value="0.11429" units="cm"/>
      <inkml:brushProperty name="height" value="0.11429" units="cm"/>
    </inkml:brush>
  </inkml:definitions>
  <inkml:trace contextRef="#ctx0" brushRef="#br0">379 1545 8555,'-14'0'0,"-1"0"0,1 0 0,-6 5-12,1 0 0,-1 0 68,6-5 1,-1 5-75,1 0 0,4 0 358,0-5-235,7 0-237,-10 6 0,11 2 101,-2 7 0,2 1 11,2 3 0,-5-2 95,0 2 0,0 4-76,5 1 1,2-3-38,3-2 0,-2 2 16,7-1 0,-1-2 31,6-9 0,4 3-102,1-7 1,4 0-3,-4-5 0,4-7 88,-5-3 0,6-4-80,-6-6 1,-1 2 48,-8-6 0,1 5 47,-6-6 1,0 6 17,-5-5 0,0 6 115,0-2 0,-8-1-119,-7 2 0,0 4 11,-4 6 0,-2-1-34,2-5 1,-1 6 63,6-1-612,-1 7 159,0-10-351,7 11 114,2-4 626,6 6 0,6 5 0,4-1 0,29 8 0,8-4 0</inkml:trace>
  <inkml:trace contextRef="#ctx0" brushRef="#br0" timeOffset="132">467 1487 8092,'0'8'11,"0"-1"1,-2-7 336,-3 0-380,4 0-515,-6 0 524,7 0 23,0 0 0,33-7 0,7-1 0</inkml:trace>
  <inkml:trace contextRef="#ctx0" brushRef="#br1" timeOffset="858">569 1356 9447,'-15'0'-805,"7"0"1,0 0 924,3 0-76,4 0 64,-6 0-19,14-7 0,1 1 91,6-4 0,-4 2 199,0 3 4,-7 4-175,10-6 1,-11 9-197,2 3 0,-2-2 12,-2 7 1,0 1 78,0 8 0,-5-1-155,0 6 1,0-4-66,5 4 0,-4-1 33,-1 1 0,0 2 22,5-6 1,5 4-136,0-5 197,6 1 0,-3-7-64,7-4 1,-2-1 7,-4-3 1,4-3 13,-3 3 1,3-4-47,2-1 1,-6-6 78,1-4 0,5-3-123,4-1 0,0-1 135,-4 1 0,0-6-123,-1 1 0,1-6 176,-1 6 1,-4-5-76,0 4 0,-5 1-42,4 4 1,-5 1-15,0-1 0,-2 5 222,-2 1 1,-2 5-52,-2-1 1,0 4 290,-5 1-285,5 0 1,-4 0-4,3 0-224,4 0 168,-6 0 1,14 0 11,3 0 1,-2 1-40,1 4 1,1-3 119,5 3 0,-1 1-123,1-1 1,-1 7-58,1-3 0,-5 4-54,-1 2 0,-5-1 29,0 1 0,3 1-280,-2 4 0,0-4 115,-5 3 0,-2-4-456,-3-6 173,4 4 494,-12-11 1,-15-41 0,-11-18 0</inkml:trace>
  <inkml:trace contextRef="#ctx0" brushRef="#br1" timeOffset="948">875 1370 10032,'0'-14'-15,"0"-1"1,0 1-570,0-1 0,0-4 365,0-1 0,7-1 109,2 2 1,6 1 259,4-6-115,4 6 1,32-42 0,7-3 0</inkml:trace>
  <inkml:trace contextRef="#ctx0" brushRef="#br1" timeOffset="1566">59 758 10566,'-15'0'-1079,"1"0"1,1 2 1296,3 3 8,3 3 1,7 6-110,0 1 0,0-1-80,0 1 1,7-2-145,3-3 0,3 1 96,1-6 1,1 5 14,-1-5 1,1-1 55,-1-4 0,-4 0 32,0 0 0,0 0-218,4 0 1,1-6 254,-1-4 1,1 2-47,-1-2 0,-4 1 160,0-6 1,-5 0-188,4 1 0,-5-1 43,1 1 0,-4-1-89,-1 1 0,-6 1-127,-4 3 0,-5-3 31,-4 3 1,1 4-109,-6 1 0,4-2 78,-4 3 0,6-1-550,-1 5 255,3 0-62,1-7 212,7 6 344,2-6 0,31 1 1,8-2-1</inkml:trace>
  <inkml:trace contextRef="#ctx0" brushRef="#br1" timeOffset="1724">277 569 10566,'0'-8'-2656,"0"1"2665,-6 7 17,4 0 0,48-26 0,18-6 0</inkml:trace>
  <inkml:trace contextRef="#ctx0" brushRef="#br1" timeOffset="2108">481 394 10566,'-9'0'-337,"-1"0"1,5 0-1288,-5 0 1678,7 0 1,-3-2-269,6-3 0,1 4 733,4-4-403,3-3 1,7 6 70,-1-3 1,1 2-135,0-2 1,-1 3 222,1-2 1,-1-3-49,1 2 1,-1 0 415,1 5-405,0-6 1,-1 4-231,1-3 1,-5 4-80,-1 1 1,-6 1 53,2 4 0,-3 3-110,-2 7 0,0 0 90,0-1 0,-2 1-94,-3-1 1,2 1 6,-6-1 0,-1 6-81,-5-1 1,6 1 48,-1-6 1,5-1-493,-5-3 698,0 3 1,-11-24-1,-1 1 1</inkml:trace>
  <inkml:trace contextRef="#ctx0" brushRef="#br1" timeOffset="2265">525 335 10566,'-1'-29'-85,"-4"0"0,3 5 48,-3 0 0,10-1 416,5-4 0,8 0-112,1 0 0,7 6-293,-2 4 1,4-1-649,1 6 0,-6 2 683,-4 12 1,10-13 0,2-3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1:46.0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132 204 6163,'0'8'894,"0"-1"-923,-6-7 1,4-7-78,-3-2 1,3 1 90,2-2 1,0 0-16,0-4 0,0-1 44,0 0 0,0 1-29,0-1 0,0 1 130,0-1 1,0 5-12,0 1 351,0-1-197,0-5 180,-6 1-308,4 6 13,-4 1-95,-1 7 1,6 2-19,-4 3 0,3 0 16,2 9 0,0-2 9,0 7 0,0 4 6,0 1 1,0 3-9,0 3 0,0 4 76,0 0 1,0 6-27,0-1 0,0 2 10,0-3 0,0 8-72,0-7 0,0 4-14,0-9 1,-5 0-64,1-4 1,-1 2 97,5-3 1,-5 3-83,0-7 0,-2 1 54,3-2 0,2 4-37,-3-4 1,4-3-7,1-2 0,0 2 6,0-1 0,1 4-4,4-4 0,-3-1-6,2-4 0,3-1-3,-2 1 7,0-1 1,0 1-1,-1-1 0,1 1 141,-5 0 27,0-1-100,0 1 0,-1-1 90,-4 1-86,3-1 1,-9 1 4,6 0 1,-2-1-32,3 1 0,2 4 17,-3 1 1,4-1-113,1-4 0,0 4 93,0 1 0,-5-1-93,0-4 1,0-1 20,5 1 10,0-1 0,0 1-1,0-1 1,0-4 20,0 0 0,0-5 131,0 4 1,0-4-116,0 5 112,0 0 1,0 4-93,0 1 1,0-5-11,0-1 1,0 1-16,0 5 1,0-6-10,0 1 1,5-5-13,0 5-215,0-7-56,-5 10 208,0-12 0,0 8 25,0-5 0,-2 0-38,-3 5 178,3 1 0,-6 5-65,3-1 0,4-4 51,-4 0-226,-3-1-260,6 6 125,-4-7 0,6-3-414,0-10 1,1-5 703,4-9 0,16-62 0,-5 30 0,-1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2:06.1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30 6145,'8'0'0,"-1"0"0,-7 0 0,0 0 0,6 0 0,-4 0 0,4 0 0,-6 0 0,0 0 0,7 0 0,-6 0 0,6 0 0,-7 0 0,2-5 0,2 0 0,-2 0 0,5 5 0,-7 0 0,0 0 0,-7 0 0,5 0 0,-4 0 0,6 0 0,-7 0 0,6 0 0,-6 0 0,7 0 0,0 0 0,-6 0 0,4 0 0,-4 0 0,6 0 0,0 0 0,6-6 0,2-2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2:22.8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44 240 7898,'0'8'-572,"0"5"788,6-5-27,-4 7 0,9-1 159,-6 1 1,5-1-113,-5 1 0,6 1 51,-1 3 1,-2 3-136,2 2 0,-1 5 29,6 0 1,-1 0-226,1 5 0,-2-3 0,-3-2 0,1 4-29,-6-4 0,5 6-24,-6-10 0,6 4-502,-5-10 30,0 1-180,-5-6 218,0-6 0,0-9-2,0-14 533,0 1 0,-20-66 0,-4-7 0</inkml:trace>
  <inkml:trace contextRef="#ctx0" brushRef="#br0" timeOffset="241">88 109 7893,'0'21'-56,"0"0"-8,0 3 0,0 8 244,0-2 1,1 8 178,4 1 1,-2 3-215,7 2 0,-2 2-162,2 2 0,3-4-84,-4 0 0,0-2 75,0-8 1,-5-7-376,0-7 0,-2-4-225,-2-2 247,0-5 0,2-3-156,2-6 535,-2 0 0,5-6 0,-1-16 0,2-8 0</inkml:trace>
  <inkml:trace contextRef="#ctx0" brushRef="#br0" timeOffset="683">15 240 7889,'-8'0'-297,"1"-7"439,14-1 1,1-6-38,6-1 1,6 1-59,-1-1 0,5 4-2,-4-4 1,4 4-156,-4-9 0,4 4 108,-5 1 1,6 1-224,-6-1 0,0 2-82,-4 4 0,0-3-356,-1 7 663,-6-6 0,-21 22 0,-11-1 0</inkml:trace>
  <inkml:trace contextRef="#ctx0" brushRef="#br0" timeOffset="991">131 648 7889,'-8'-8'-46,"2"-5"0,7 6 291,4-2 1,-2-4 127,7 3 0,0-3-172,4-1 1,6 4-41,-1 0 1,1 0-131,-6-4 1,1 4 74,-1 0 0,1 5-348,0-4 0,-1 1 73,1-2-1086,-1-3 713,1 5 1,-5-7 541,-1 1 0,-18-14 0,-1-3 0</inkml:trace>
  <inkml:trace contextRef="#ctx0" brushRef="#br0" timeOffset="1275">146 342 7889,'-15'6'-239,"1"-4"172,6 4 1,1-7 74,7-4 1,7-3 124,2-7 1,4-4-123,2-1 1,4-1 8,1 2 1,-1 3-169,-4-4 0,-1 4 89,1 2 0,-2-1-267,-3 0 1,3 1 325,-4-1 0,-2-19 0,-1-5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2:28.3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59 6893,'8'0'537,"-2"0"-579,-6 0 107,0 0-18,0-7-26,0 6 87,0-6-50,0 7-248,0 0 207,0-6 12,0 4-28,0-4-21,0 6-186,0 0 0,-6-7 0,-2-1 0</inkml:trace>
  <inkml:trace contextRef="#ctx0" brushRef="#br0" timeOffset="868">44 59 8007,'-8'0'-1321,"0"-5"1187,3 0 592,4 0-389,-6 5 0,7-1 90,0-4 27,0 3 1,0-6 114,0 3 19,0 3-199,0-4 1,2 1 148,3 0-125,-4 0-192,6 5-110,-7 0-2537,0 0 2415,0 7 279,0-5 0,19-2 0,6-9 0</inkml:trace>
  <inkml:trace contextRef="#ctx0" brushRef="#br0" timeOffset="1217">44 73 8007,'-8'0'-769,"0"0"681,3 0 235,4 0-162,-6-6-73,7 4-268,0-4 343,0 6 13,0 0 0,20-7 0,4-1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2:32.0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103 919 8007,'-8'0'-747,"-5"0"1,9 0 803,-5 0 121,6 0-80,-10 0-9,4 6 45,1-4 1,-5 5-145,12-7 120,-6 0-81,7 0 5,0-7 0,7 1-6,2-4 0,4-3 3,2 3 0,0-4-12,-1-6 1,7 4 23,4-3 1,4-4 1,5-1 0,-4 1 48,4-1 0,4-1-48,1-4 0,3 0 7,1 0 0,-4 0-25,0 0 0,0-1-1,5 1 0,0-5 8,-1 0 1,-4 5-5,0 5 1,-7-1 19,2-4 0,0 7-5,-4 2 1,0 4-61,-10 1 0,-1 1 48,-4-1 1,3 6-84,-4-1 0,4 7 33,-8-2 0,-2-2-9,2 2 1,-6-4 12,6 4 1,-5-5-13,5 5 0,-7-1-142,2 1 150,3 3 0,-5-9-87,7 6 1,-7-1 48,2 1-33,3 3 82,-6-4 0,6 1-2,-3 0-64,-4 0 39,6 5 0,-2-2-40,-1-2 6,1 2 41,-5-5 0,2 7-30,3 0 74,-4 0 16,6 0 15,-7 0 199,0 0-237,-7 0 7,-1 0 0,-6 5-37,-1 0 0,5 5 15,1-5 1,-3 6-10,-7-1 0,3 3-16,-4 1 1,-2 1 3,-3 0 0,3 1 22,-3 3 1,-1 2-1,-8 4 1,4 2 1,-4-3 1,-2 2-8,2-1 1,-6 2 16,1-3 1,3 4-13,2 1 1,-2-1 1,2-4 0,-4 3 5,3-2 1,1 1-5,5-2 0,2 2 26,2-7 0,-2 7 4,3-1 1,-2-4 26,1-2 0,4 2-45,7-2 1,-4 1 20,3-5 0,-2-1-27,7 1 1,-1-6-2,1 1-5,-3-7 0,10 9-16,-7-7 8,7-1 0,-5-2-13,3 3 27,3-4-7,-4 6-1,6-7 1,0 2-100,0 2 43,-7-2 0,4 9 21,-7-6 1,5 2-53,-4-2 74,5-4 4,-9 12 57,12-11-84,-12 4-37,11-6 60,-4 0 1,12-1-2,4-4 0,3-3-25,1-7 1,8-4-15,2-1 1,3-6 45,2 2 1,6-5 2,-1-5 1,6 1 33,-1-5 1,9-1-47,6-5 1,4-6-26,5-4 1,-3 3 154,4-3 1,-5 2 78,0-1 0,-4 3-143,-7 6 1,-1 7 12,-13 3 1,2 4-52,-2 6 1,-5-2-4,0 7 0,-1-1-111,-9 6 0,4 4 53,-8 0-285,2 7 389,-15-3-129,5 6 0,-9 6 41,-3 4 1,-1-2-3,-4 2 0,-2-6-119,8 6 0,-6-5 156,5 5 0,-6-20 0,3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2:41.6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686 278 8007,'-7'-9'-568,"4"1"-711,-7 4 1279,7 2 0,-5-9 0,3 6 0,4-2-209,-4 2 240,-3 4 209,6-12 1,-9 10-48,6-7 1,-2 7 95,2-2-180,4 3-35,-12 2 1,5 0-76,-7 0 1,5 0 95,1 0 0,4 0 239,-5 0-47,7 0 13,-10 0-227,11 0 13,-4 0 38,6 0-78,0 0 0,6 0-139,4 0 0,5 0 77,4 0 1,-1 0-138,6 0 0,-6-5 25,1 0 0,-2 1-34,-3 4 0,1 0 103,-1 0 36,1-7 0,-5 5 11,-1-2 16,-5 2 1,-4 4 97,-10 2 0,-3 0-113,-2 5 1,-6-4 91,-3 5 0,-2-5-50,2 5 0,-2-6 24,6 6-288,-5-7 233,8 4 0,42-40 0,17-7 0</inkml:trace>
  <inkml:trace contextRef="#ctx0" brushRef="#br0" timeOffset="649">117 176 8047,'-9'-10'-91,"-1"0"1,5 5 252,-5-4 1,5 4 275,-4-5 29,5 7 15,-2-4-233,6 7-51,0 0 1,5 12 1,0 2 0,1 6-36,-1-1 0,-3-1-147,3 6 1,-4 0 50,-1 6 1,0-6-191,0 0 1,0-6 104,0 1 1,0-2-121,0-3 0,0-4-92,0 0 172,0-7-59,0-16 1,0-5 40,0-16 0,0 2 61,0-2 0,0-2 22,0-3 1,0-1 4,0 6 0,0 0-10,0 5 1,-6 1 1,-4 4 0,-3 9-167,-2 10 0,1 4 99,-1 1 0,7 8-826,3 6 889,4 1 0,39 3 0,21-2 0,2-1 0,-1 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2:45.1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 15 8146,'0'-8'-788,"-1"1"788,-4 7 0,16 0 0,-1 0 0</inkml:trace>
  <inkml:trace contextRef="#ctx0" brushRef="#br0" timeOffset="583">67 15 6526,'-8'0'926,"1"0"-1219,7 0 52,0 0 1,7 0-1,1 0 1</inkml:trace>
  <inkml:trace contextRef="#ctx0" brushRef="#br0" timeOffset="783">38 30 8047,'-10'0'-886,"0"0"523,7 0-310,-10 0 673,11 0 0,15-7 0,12-1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2:51.8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1 131 6538,'0'-8'721,"0"2"-285,0-1-275,0 6-103,0-6-15,0 7-114,0 0-49,0 7 83,0 1-30,0 6 63,0 1-20,0-1-30,0-6 27,0-1 0,0-18 22,0-4 1,0-3 154,0 4 0,0-1-90,0 1 1,0-1 114,0 0 1,4 6-83,1-1 0,0 5 117,-5-5-108,0 7-22,0-3 1,0 17-72,0 4 0,0 2-85,0-2 1,0 0 103,0-1 1,0-4-195,0 0 176,0-1-201,0-1-19,0 5-63,0-11 0,0-2 29,0-10 0,0 2-127,0-2 0,2 1 371,3-6 0,9-32 0,9-8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2:53.1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73 7982,'0'-14'-1064,"-1"1"2252,-4 3-894,3 4 0,-4 12-366,6 4 1,5 4 34,-1 6 1,3-2-180,-2 6 0,-4 0 3,4 6 0,2-1 120,-2 0 1,4-2-98,-4-2 0,5 1 66,-5-7 0,6 0 124,-1-4 0,9-39 0,4-10 0</inkml:trace>
  <inkml:trace contextRef="#ctx0" brushRef="#br0" timeOffset="225">292 1 7357,'-8'6'-375,"0"-4"518,3 3 0,4 3-67,-4 1 1,3 4 16,2 2 0,0 6-75,0 3 1,0 4-8,0 1 0,0 2-143,0 3 1,-2 1 101,-2 4 0,0 2-273,-5-7 1,4 0 302,-5-5 0,7-26 0,-4-6 0</inkml:trace>
  <inkml:trace contextRef="#ctx0" brushRef="#br0" timeOffset="667">496 88 7981,'-8'7'-53,"2"1"1,1 6 438,0 1 1,0 4-214,5 1 1,0 6 17,0-2 0,0 8-208,0 2 1,0 0-25,0-5 1,5-4-37,0-1 1,6-1 57,-1 1 1,-2-8-117,2-6 1,-5-7-87,4 2 0,1-3 71,5-2 0,-6-12 106,1-2 1,-5-9-1,5 4 1,-7-6 225,2 6-119,-4-1 0,-1 6 0,-1 6-100,-4 3 1,2 3-100,-7 2 1,0 7-156,-4 2 0,1 4 84,3 2 0,2 0-423,3-1 630,3 1 0,2-1 0,8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2:55.5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29 161 7967,'-9'-5'150,"-1"0"1,7-1 35,-2 1 1,3 1 178,2-5 0,0 4-189,0-5 1,0 5-226,0-4 0,2 0 113,3 0 1,1-4 28,4 3 1,3-1 2,-3 1 0,3-1-16,1 6 1,1-5-148,-1 5 1,1 0-29,0 5-12,-1 0 0,-1 7 99,-3 3 0,-4 4-85,-6 6 0,0-3 113,0 8 0,0-8-20,0 3 1,0-4 2,0-1 0,0-1 11,0 1 1,-1-2-235,-4-3 236,3-4-609,-4-6 375,6 0 0,1-6-149,4-4 1,-2-8-15,7-1 1,-5-1-9,5 6 0,-5-1 200,4 0 0,-4 6 189,5-1 0,-7 0 0,4-17 0,-7-4 0</inkml:trace>
  <inkml:trace contextRef="#ctx0" brushRef="#br0" timeOffset="166">263 0 7945,'-2'8'-455,"-3"-3"0,4-1 1047,-4 0 0,3 0-176,2 5 1,0-4-92,0 5 0,2 0-264,3 4 0,-4 1-229,4-1 0,2 3-95,-3 2 0,3-3 158,-2 4 1,-4-4 104,4-2 0,10 14 0,1 3 0</inkml:trace>
  <inkml:trace contextRef="#ctx0" brushRef="#br0" timeOffset="409">496 59 7973,'0'14'611,"0"1"-577,0-1 0,0 1-208,0 0 1,5 1 51,0 3 1,4-3 83,-4 4 0,2-6-140,-2-4 145,-4 3-29,6-5-139,-7 0 112,0-1 1,-7-79 0,-1-17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2:57.0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59 846 7950,'-9'-6'-401,"1"4"-505,3-3 1130,4 3-109,-6 2-138,7 0 122,0 0-70,0-6 1,2 4 36,3-3 0,-2-1 1,7 1 1,-5-5 0,4 6 1,-4-6-1,5 5 1,0-6-10,4 1 0,-4 2 0,0-2 1,-1 2-33,6-2 0,0-3 31,-1 4 1,-2-4-13,2-2 0,-3 0-19,9 1 1,-2-1-6,1 1 0,-1-7-21,6-4 0,1-1-7,4 2 0,0-8-20,0 3 1,0-4 48,0 4 0,5 0 132,0 0 1,0 0-125,-5-1 1,1 3 100,-1 3 0,-2-2-132,-2 6 0,-4 1-92,-7 4 0,1 6 67,-1-1 1,1 0-16,0-4 1,-1 1-59,1 3 0,-6-3 76,1 3 0,-5-1-9,5 1 0,-7 2-54,2 3-411,-4 4-20,-1-6-272,0 7 788,0 0 0,7-6 0,1-2 0</inkml:trace>
  <inkml:trace contextRef="#ctx0" brushRef="#br0" timeOffset="858">0 948 7961,'10'-5'-238,"0"0"0,-5-6-283,4 1 0,-4 2 407,5-2 0,0 1 196,4-6 1,-3 1 120,4-1 1,-2-4-130,11-1 0,-1-6 139,1 2 0,4-4-125,-4-1 1,8-5 125,3 0 0,5-6-92,-1 1 1,-2 2-24,2-2 1,-5 5 16,5-5 0,0 2-7,4-2 1,-4 3-63,0 7 1,-5 0 54,5 0 1,-6 4-156,1 1 0,-10 6 9,-5-1 1,-3 7-55,-1 3 1,-5 5 8,-1 0-112,-5 2 0,1 2 3,-10 0 34,3 0-97,-11-7 134,5 6-190,-7-6 0,6 7 317,-1 0 0,0 0 0,-4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3:00.0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44 424 8006,'-9'0'-977,"-1"0"583,7 0 150,-10 0 293,11 0 0,-4-2-211,6-3 243,0 4-4,0-6 69,0 7 92,0 0 0,6 0-135,4 0 0,4 5 147,6 0 1,3 0-86,6-5 0,13 0 44,6 0 0,11 0-147,9 0 0,8-2-25,16-3 0,-41 2 0,0-2-211,4-2 0,2-1 0,4 1 1,1 0 188,-1 0 1,0-1 0,1 1-1,-1 0-30,-7 0 0,-1-1 1,0 1-1,-1 0-109,45-8 1,-5 2 26,-9 3 0,-5-1 69,-10 6 1,0-1-81,-10 1 0,7 3-1,-12-3 1,1-1-192,-11 1 1,6-2 56,0 3 1,-2 0 223,-8-5 1,1 4-497,-6-5 515,0 7 0,-10-8 0,1 2 0,1-4 0,1-4 0</inkml:trace>
  <inkml:trace contextRef="#ctx0" brushRef="#br0" timeOffset="499">44 467 8006,'-8'-6'-1099,"2"4"347,6-4 1076,0 6 1,8 0-119,6 0 1,4 0-358,11 0 1,-1-5 77,11 0 0,1 0 57,9 5 0,6-5 408,13 0 0,7-6-181,12 1 1,4-3-213,6-1 1,2-1 143,-44 8 0,1 0 1,5-3-1,0 0-83,2 1 1,0-1 0,3-1 0,-1 1 33,-4 0 1,0 0 0,2 2 0,0 0-113,-2-2 1,0 1-1,1 0 1,0 2 2,-3-1 1,-1 1 0,-3 2 0,-1 0-31,43-4 1,-8 4-147,-2-5 1,-2 5-3,-13-5 0,-2 6 90,-12-6 0,1 5 95,-1-5 0,-1 2-130,-4-2 1,-9-1 126,-10 6 0,2-6 114,-2 1 1,0 2-410,-5-2 1,0 5 112,0-4 0,-6 1 193,-4-2 0,-3-3 0,-1 5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5:35.2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17346 15 7699,'-6'-8'-435,"-4"3"1,-3 3 354,-2 2 0,-7 2 58,-7 3 0,-2 3-101,-8 6 1,-7 6-114,-7-1 0,-5 6 236,-5-6 0,-4 5 0,-6-4 0,0-1-115,0-4 1,-6-5 289,-3-1 0,2-4 80,2 5 1,-1-7-81,1 2 1,-3-3 75,-1-2 1,4 4-109,-10 1 0,3 7 107,-8-3 1,3 6-27,-8 4 1,9-2-77,2 2 0,8-4-164,10-6 0,5 3-30,5-8 1,12 1-37,4-5 1,9 0 50,0 0 0,9 0-207,6 0 46,3 0 26,8 0 0,4 5 216,14 0 0,1 0-138,14-5 1,-1 5-24,5 0 1,2 4 77,3-4 1,3 7 4,7-3 1,5-2 0,-1-2 1,14 1 94,1-1 1,3 0 20,7-5 0,-3 5-282,8 0 0,9-1 189,5-4 0,7-4 10,-48 1 0,0 1 0,2-4 0,-1 0-67,0 2 1,-1-1 0,1-2 0,1 1-46,44-9 0,-10-4 14,-4-1 0,-8-4 101,-7 4 1,-4-4 5,-5 5 0,-14-6-18,-6 6 0,-8 0 28,-7 4 0,-5 0 73,-9 1-147,-3-1 0,-20 6 6,-7-1 1,-7 7 131,-7-2 0,-4 3-735,-5 2 646,-8 0 0,3 3 0,-7 1 0,-7 0 0,1 0 0</inkml:trace>
  <inkml:trace contextRef="#ctx0" brushRef="#br0" timeOffset="1508">9328 817 7699,'-98'0'-11,"47"-1"1,0 2 0,-6 0 0,0 1-1,-1 2 1,0 2 0,2 1 0,1 2-409,-1 5 0,1 1 0,-1 0 0,0-1 273,0 1 1,0-1-1,0-1 1,0-1 91,-2 0 0,0 0 0,3-3 0,1 0 20,-4 1 0,0-1 1,0-1-1,1-1-79,-4-2 1,0-1 0,-1 2 0,-1 0 52,-2-3 1,-1-1 0,1 0-1,-1 1-111,0-3 0,1 0 0,-1 0 0,1 0 171,-1 0 1,0 0-1,0-5 1,0-2-1,-3 1 0,2-2 0,0-4 0,1-1 108,-2 2 0,0-2 0,-2-3 1,0 0-42,0-2 0,-1 2 0,-2 0 0,-1 2-99,-4 1 0,1 2 0,1 2 0,1 2 148,-5-1 1,0 1 0,0 2 0,1 2-26,-4 3 1,1 0-1,-1 0 1,0 0-344,-4 0 1,-1 0 0,3 1 0,0 0 234,-2 1 1,-1 1 0,1 2 0,0 3 45,2 1 1,-1 1 0,-3 2 0,-1 0-13,-3-2 0,1 0 1,3 2-1,1 2-11,1-2 0,0 0 0,1-1 0,1 1-8,1 0 0,-2 0 0,-1-1 0,-1 1 21,1 0 0,0 0 0,3 1 0,1 0-6,0-3 0,0-1 1,2-1-1,1-1-26,2-2 0,0 0 1,0-1-1,1 0 10,-4 1 1,1-1 0,7 1 0,0-1-125,-2-2 0,0 0 1,3 2-1,0 1 156,-1 1 1,0 2 0,-1 2 0,0 1 61,-1 1 1,0 0 0,7 2-1,1 0-32,1 0 0,1 1 0,5 0 0,0-1 146,4 1 1,1-1 0,3 1 0,1 0 39,-41 14 1,23-8 398,10-7 1,14 1-397,11-5 1,8 3 453,16 1 0,5 1-898,10-1 0,11 3 658,14 2 1,15 4-738,18 6 0,7-5 83,17 0 0,10-1-92,-42-11 0,2 0 1,5 2-1,1 0 160,4-1 0,2-2 1,0 0-1,1-1 23,5 0 1,1 0 0,1-2 0,1 0-312,2 0 1,1-1 0,4-3 0,1 0 348,8-1 1,2-2 0,0 1 0,1-2-184,-28 0 0,0 1 0,2-2 1,0 0-1,0-2 0,0 1 256,2-1 0,0 0 0,0-1 0,1-1 0,0-2 0,0 1 19,4 0 0,0 0 1,-1-1-1,-4-1 1,-1-1-1,0 1-43,1 2 1,1 0-1,-2-1 1,-3-1-1,-2-1 1,1 0-181,-1 1 1,-1 0 0,0 0-1,1 0 1,0 1 0,0-1 361,3 0 0,0 0 1,-1 0-1,29-4 0,0-1-67,-32 4 0,1-1 1,-1 0-1,32-2 0,0 0-26,-30 4 1,0-1 0,0 2 0,3 0 0,0 2 0,1-1-134,2-1 0,1 1 0,0-1 0,-2 1 0,0 1 0,1-1 41,2-1 0,0 0 0,0 1 0,0 1 0,1 0 1,-1-1-11,0 0 0,0-1 0,0 1 1,0 0-1,-1 1 0,1 1-99,0 0 1,1 1 0,-2 0 0,-6-1 0,-1 0 0,-1 1-6,33 0 1,0 1 0,-5-1 0,-1 1-54,1 2 0,0 0 0,-1 2 0,1 1 296,0-1 0,0 1 1,-3 0-1,0-1-65,1-2 1,-1 0 0,0 0-1,1 0 158,1 0 0,1 0 1,0 0-1,0 0-83,0 0 1,-1 0-1,-8-3 1,-2-1 89,-3 0 1,-2-1 0,-2-2 0,-1 1-106,-1-2 0,0 1 1,-3 2-1,-1 0-73,2 1 0,0-1 1,-8 0-1,-1 0 153,0-2 1,-1-1 0,-6 3 0,-1 1-363,-2-1 1,-1 0 0,44-3 273,-5-2 0,-11-3-374,-8 3 1,-6 2 674,-9-1 0,-5 4-660,1-5 1,-6 5-147,6-5 406,-7 1 0,10-4 0,-7 0 0,0 1 0,-1 1 0,-1 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6:01.4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59 8212,'0'-10'0,"0"0"0,0 5-430,0-4-579,0 5 861,0-2 447,0 6 1,0 6-103,0 4 1,0 3-141,0 2 0,4-1-12,1 1 1,7 4 13,-3 1 1,-1-1-11,2-4 1,-7 4-11,2 1 0,2-6-32,-2-4 1,1-2 204,-1 2 9,-4 3-256,6-12 0,-7 4 146,0-10-49,0-3 1,-5-11 9,0-1 1,-1-1-123,1 2 0,2 1 64,-7-6 1,5 6-23,-5-1 1,7 2 85,-2 3 1,-1-1 138,1 1 1,0 4-208,5 0 0,-2 7 137,-2-2-221,2 3 0,-4 4 137,6 3 0,0-2-170,0 7 1,4 0-46,1 4-5,0 1 0,-5-1 85,0 1 0,5-5-11,0-1 1,0-4-45,-5 5 0,1-7 13,4 2 91,-3-3-89,4-2-516,-6 0 628,0 0 0,7-46 0,1-10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6:08.7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278 161 7949,'0'-29'1,"0"0"0,0 1-365,0 4 1,0 3 0,0 6 395,0 7 9,0 2 0,7 12 6,2 4 0,-1 9 20,2 5 1,-2 6 104,2 4 1,-4 16 281,-6 13 0,0 16-268,0 14 1,-2-36 0,-2 2-391,0 10 1,-2 3 0,-3 14 0,-3 5 333,3-23 0,-1 2 1,0 1-1,-1 5 0,0 3 1,-1 1-514,-1 9 0,0 2 0,0 1 1,-1 1-1,1 0 0,0 1 390,1 4 0,1 2 0,0-2 1,-1-2-1,1 0 0,1-1-51,1 1 1,2 1-1,-1-3 1,1-9 0,-1-2-1,2-2 51,1-5 1,0-1 0,0-2 0,-1 27 0,-1-4-195,2-14 0,1-4 0,0-8 0,1-4 85,2-11 0,2-3 0,4 26-163,0-20 1,5-16 37,-6-8 1,1-1 611,-5 1 0,0-5-664,0 0 0,-1-3 2467,-4-12-2188,3-2 0,-4-19 0,6-1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6:09.3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88 117 7906,'-23'-13'-175,"4"4"1,3-4-227,1 3 0,7-3 288,3-1 0,4 4 137,1 0 0,6 7 216,4-2 0,4 2-71,6-2 0,-2 3 100,6-3 1,2 4-123,8 1 1,5 0 173,9 0 1,7 0 29,13 0 1,17 0-154,-34 0 0,4 0 0,10 0 0,3 0-438,11 0 1,3 0 0,13 0 0,6 0 443,-27 0 1,2 0-1,2 0 1,4 0 0,2 0-1,1 0-463,8 0 1,2-1 0,-1 2 0,-2 0 0,-1 2-1,1-1 390,5 1 0,0 1 0,1-1 0,-2 0 0,0-1 0,0 1-134,0 0 1,-1 1-1,1-1 1,1 0-1,0-1 1,0 1-325,2 0 0,1 1 0,-2-1 0,-6-1 0,-1 1 0,0-2 164,-2 0 0,0-2 1,0 1-1,-4 0 1,0 0-1,-1 0-111,-1 0 1,0 1 0,-1-2-1,-3 0 1,0-2 0,-1 1 18,1-1 1,-1-1 0,-1 1 0,-8 1-1,-1-1 1,-1 1 107,31 0 0,-2 0 1,-8-2-1,-3 1-52,-3 1 0,-3-1 0,-8 1 1,-1-1 421,-6 3 1,-2 0-1,-8 1 1,-3 0-224,42 4 0,-3-5 0,-12 10 0,-3 3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6:10.1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335 598 7799,'-21'-6'0,"-3"4"1,-10-3 1,3 4-45,-3 1 0,4 0-92,0 0 1,1 6 286,0 4 1,6 3-122,4 2 0,4-1-68,6 1 0,2-1 64,7 1 0,8-5-35,7-1 0,7-5 78,13 0 0,2-2 5,7-2 0,1 0-5,3 0 0,4 2 4,7 3 0,5-4 156,4 4 1,10-3-370,5-2 0,-34 2 0,2 2 363,4 1 1,2 0-1,8 0 1,3 0-414,8 2 0,3 0 0,2-1 0,2-1 282,9 5 1,0 0-1,-2 0 1,0 1-417,2-1 1,1-1-1,0-1 1,0-1 270,4-1 1,1-2 0,-6-3 0,0-1-6,1 1 1,-1-2 0,-5-3 0,-1-3-412,-1-2 0,0-1 0,0-3 0,0 0 375,3 0 1,-1 1 0,-6 4 0,-1 0-35,-4 0 1,-2 2-1,-3 3 1,-2 1 80,-6-1 0,0 1 1,-4 1-1,-1 0 208,-4 1 1,-2 0 0,42 5-105,-11 0 0,-4 5-51,-11-5 1,-1 4 750,1-4 1,-13 5-707,-2-5 1,-12 6 663,-7-1 1,-3-2-467,-2 2 1,-11-6 1165,-4 6-779,-9-7 335,1 4-735,-6-7 1,-6 0-293,-4 0 0,2 0-291,-2 0 1,1 0 157,-6 0 1,5-5-67,1 0 1,-1 0 77,-5 5 1,1-5-28,-1 1 1,6-3-95,-1 2 1,2-3 21,-2-6 0,-3 2-80,3-2 1,-3 1-7,-1-12 0,-1-2-83,1-12 1,-1-3 443,1-16 0,-8-11 0,14 4 0,1-16 0,0-3 0,-3-7 0,0 0 0,1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6:10.4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1792 7466,'7'-80'0,"1"-1"0,-1 2 0,0 0 0,0 1 0,1 0-49,-1 2 0,0 2 1,1 5-1,0 1-319,2 2 1,0 1-1,-4 10 1,-1 2 303,2 1 1,1 2-1,3-36-193,4 8 1,-1 10 276,1 5 0,-7 14-74,-3 6 1,1 7 127,-1-3 0,2 5-44,-2-5 1,-4 7 43,4-2 1,1 8-21,-1 2 0,5 11 618,-5-2 1,1 10-462,-1 0 1,-3 17 125,3 7 1,-2 20 1,2 10 0,-4 20-57,4 14 0,-3 12-469,-2-40 1,0 2-1,0 4 1,0 1 270,0 10 1,0 2 0,0 1 0,0 1-358,0 8 1,0 2 0,0-2 0,0 0 297,0 5 1,0 2 0,-3 5 0,-1 2-331,1-26 1,0 2 0,0-1-1,-1-2 1,0-1 0,0 0 201,1 0 1,0 0 0,0-1 0,-1 26 0,1-3 55,3-8 0,0-2 0,1-9 0,0-2-103,1-11 1,1-4 0,5 30 93,6-18 1,-1-16 675,-3-3 1,-4 3-412,-6 1 0,0-1 632,0 1 0,0-1-709,0 2 0,0-3 1024,0-2 0,-4-12-1549,-1-3 1,0-9 403,5-11-787,-7 1 0,4-10 333,-7-10 0,6-7-106,-6-17 0,7-5 549,-2-14 0,3-6 0,2-9 0,0-5 0,0-10 0,2-6-1466,3-13 1466,-4 6 0,5 36 0,0 0 0,-3 5 0,-2 0 0,1-2 0,0 0 0,-1-2 0,-1 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36:10.7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220 684 7889,'-2'-66'0,"-3"3"0,-1-2-476,-4 2 1,-1 0 237,6 4 1,-5 3 89,5 2 0,1 4 127,4 6 1,0 9 285,0 5 18,0 8-30,0 14 1,1 3-144,4 10 0,-2 4-34,7 11 0,-5 12 243,5 17 1,-2 11-34,1 18 0,-2 12-368,-7-37 0,0 1 0,0 9 0,0 2 264,0 12 1,0 2 0,-3 2 0,-2 3-429,-2 9 0,-1 3 0,2-27 0,-1 1 0,-1 2 275,-1 6 0,-1 1 1,0 2-1,-1 5 0,-1 1 1,1 2-385,-1 8 1,1 1 0,0-1 0,1-8 0,1-2 0,0-1 295,2-2 1,1-1 0,0-2-1,1-10 1,0-1 0,0-4-151,0 22 1,1-5 0,0-12 0,1-3-36,3-13 0,0-3 0,2 19 0,3-22 1,-2-22 806,7-12 1,-1 1-510,6-2 0,-1-4 1015,1 5 0,5-9-1239,-1 4 0,8-8 792,3-2 1,5-20 0,9-11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A0FCDE-592E-6140-B38D-A90B66AE4037}" type="datetimeFigureOut">
              <a:rPr lang="en-US" smtClean="0"/>
              <a:t>2/26/25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EAB99D-3EF4-D14B-9EC1-DF18A7576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53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EAB99D-3EF4-D14B-9EC1-DF18A7576C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761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1E98-C745-526B-AC74-6D62407AA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1BB489-C8A3-9B12-A7BF-8C61FBC68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20A4D7-5BB8-8EB9-6639-B923BD465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XX: 4 red, 6 black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70CE9-9247-76D9-F10F-0858ABD69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2184AA-A37C-344B-A50C-F2968C7F66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29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XX: 4 red, 6 black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2184AA-A37C-344B-A50C-F2968C7F665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06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68DC4-CB79-FB9A-51E1-ED158D91C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BA9C14-F5E1-5AEB-2CB4-CBB6CB4BC8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386808-1B3B-D16C-7F4C-17A6CF6EC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XX: 4 red, 6 black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661BA-999E-62C5-7EA7-B784897A9D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2184AA-A37C-344B-A50C-F2968C7F665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75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5BB98-4898-6461-956A-B604966AE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D38515-04B3-9E84-8D1B-B237A443B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7F78F-D32A-C45B-6690-3F5ECC850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XX: 4 red, 6 black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24704-42F0-94E9-70F9-8D0F2C487F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2184AA-A37C-344B-A50C-F2968C7F665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475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F32BC-7F5A-F9C4-1DAA-B83B8900B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8EC195-6FB6-20D3-98DD-761516683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28C92-A375-B7C1-5C0A-D332FFF6C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BCED-49B7-FD40-98A6-3AE4777FE31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F79C3-38E4-7ED3-391C-21C7CFF6B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696ED-5914-D855-041B-AAA4EC7C5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D879-0091-5D46-86D0-77040900E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290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D7BBC-5A15-DE1C-A2C5-84B193670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00A56-3E94-AF42-D701-CBB4AEAFB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85B68-4503-5C69-2856-6B66824DC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BCED-49B7-FD40-98A6-3AE4777FE31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8459D-FD2B-87C5-D9FF-194063313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1B445-FD17-412E-E3BD-97CD7A8AD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D879-0091-5D46-86D0-77040900E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170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59987-809C-FF59-4466-1D77D9B43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FAD90-98D3-E0DD-0714-AB5761045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6AEA9-30AC-A73D-AAAF-45B40F23E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BCED-49B7-FD40-98A6-3AE4777FE31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C9029-CBDB-1E58-779C-4A44379AA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90DF6-29F2-E8F5-D7F0-B507CB64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D879-0091-5D46-86D0-77040900E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05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1EED4-D1DD-19CB-66F2-C07DEB9A2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FE388-8F57-34EC-A32F-E0A72511CF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E9F2E-BD72-6005-3671-7708CD32B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88A4E-84EC-B06E-8748-76107578E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BCED-49B7-FD40-98A6-3AE4777FE31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1BCCF-067C-0F5B-1E81-67C27A3C3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BF8CE-89FF-1A95-4120-43936537C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D879-0091-5D46-86D0-77040900E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70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E92DB-0E4E-93E1-A1A3-EF520EA49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EA69B-9E5F-8BD0-2FD4-892ADE022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0B636-EDA4-9040-B616-F3808BB81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DEC09B-4D55-DE09-A63E-DBF5B8A231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19B010-B70A-2257-2EEC-C2746F1DA9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91161-6DBF-F8E0-3CB2-2399D407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BCED-49B7-FD40-98A6-3AE4777FE31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BCC879-0F0B-7797-E0C7-39FAE9EA1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AA39E5-721B-03B5-392A-6CD70CBC9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D879-0091-5D46-86D0-77040900E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807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E707B-92B3-FB3A-E081-835692BD3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B21588-180B-247E-8099-B58B7D79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BCED-49B7-FD40-98A6-3AE4777FE31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01A092-5963-BEF7-EB76-805B7BEA0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16DDD-3569-A94F-A001-60B2F6D3A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D879-0091-5D46-86D0-77040900E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071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49F760-EC15-424E-4DBE-04C233CFB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BCED-49B7-FD40-98A6-3AE4777FE31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2D9FA4-E4D4-3C29-DA9A-82B8782B2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C6220-4EC1-F361-7DA4-0A4582F69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D879-0091-5D46-86D0-77040900E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17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C8004-7438-B87D-105E-D6BE4BFC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D7B65-D078-4E50-AA68-968C41CAD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AAE19-822B-2A6F-05B2-062200A82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D8A4F-0FCE-D755-7DE8-37343DA79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BCED-49B7-FD40-98A6-3AE4777FE31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0181D7-3145-B6EA-F2FB-77C6A4BA7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01AB2-74BD-7DB9-7AAA-23056BBFB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D879-0091-5D46-86D0-77040900E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00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1C736-50F9-E976-B533-966D02C6A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631AA0-45A3-C245-ED66-BABDB68C92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B27209-7F8A-D991-F648-6A3CFCEE3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ED167-2352-7C9B-06C2-17AD6E87D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BCED-49B7-FD40-98A6-3AE4777FE31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8FBBA-1763-73E0-CFC8-4D62DBCDD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82A24-E90B-D1F0-098B-5E28E5E90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D879-0091-5D46-86D0-77040900E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99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1C3A1-A544-CCCC-EB40-80DB7A7EE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B3359F-E24E-822E-DE64-A8AFDDBB6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0C0D1-9613-285F-B006-14F1D3195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BCED-49B7-FD40-98A6-3AE4777FE31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1E2DA-F831-0F0A-C8C4-19F590432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0AAB4-D98A-6249-E4E6-11DDF5917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D879-0091-5D46-86D0-77040900E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4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9966D8-7864-3702-C4CB-8CDED0EB73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22F9E2-1BC4-3538-5914-3E5D37E39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1A483-83C4-76DC-4F45-9DAB76F1D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BCED-49B7-FD40-98A6-3AE4777FE31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2BBC3-5054-A40E-20D6-B3765A680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AD126-55C2-2787-6EC6-D7738F838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D879-0091-5D46-86D0-77040900E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006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19CE7-F6A7-70D4-5E1D-CE50841D8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6BDA-54C3-A3BC-26FF-86173B7FBA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90EE9-9157-1245-27C8-6343E4513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0256" y="6406941"/>
            <a:ext cx="2905844" cy="365125"/>
          </a:xfrm>
        </p:spPr>
        <p:txBody>
          <a:bodyPr/>
          <a:lstStyle/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384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F4B0B-1F2E-EE33-8BD9-054C89C78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77C9A-08F8-C12F-192A-5A7C771E3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C9EF0-B645-19D2-A4D7-CAC657AF9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47608-4C0E-90BE-9457-3FAC4EA05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24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51610-7530-F89B-9569-1A4C9EBEC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4E37A-324D-B341-EFE7-76A775B11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206F4-5DE6-93B1-7F8F-F44C77A5B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C55CE-F465-3E8D-FBA4-F93F8CC41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815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A98D1-D729-EA04-6E01-6026F7946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F4059-70F6-0099-4600-F5E35DE833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7418D-A894-2D90-A9EA-BAC245C80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678C9-0AB9-DDC7-A480-E795CFE99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690E0-BA94-878B-EF26-631962BAE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039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8DE42-D75B-535A-795C-CD3404513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C6A5E-6129-B6BA-5862-6BF0BA092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52370-A796-C8D4-4D28-BA932CB62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D2D8B5-A196-FE1E-971C-301504CEB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80AFD3-EDF9-C0BD-25C2-016E9B941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BB3B8F-4CE9-E0AD-167C-FF38F31F7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780C56-1A70-4005-26E5-4836AA871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926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16729-D945-004D-C7FE-6E1B7B543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D88DD1-19DB-9570-0553-5BAB48B36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0E4D89-D2CE-6E0F-C860-9D31EFCA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994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34659F-FD8C-8E47-1E59-FD7A6D728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5619F-DFFE-0635-7528-3ED944E26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3056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C7E23-165C-F9C1-5017-0E0BE89AE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0C7C6-E677-6882-1B4B-BE7EA91E2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6110DF-B15F-7718-5F1C-D6650F50C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0A144-1D59-0476-CAC1-37169EFAA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8E2176-11A6-31ED-8AAE-FC8BF657B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4663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8771-A977-E64B-7CBA-A29EE1E2F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E80D18-89F1-BDA8-24A1-D75595363B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DAE14-6734-D502-7508-6AD6DE464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05FEF-BD4B-3731-D9A4-D4B11B610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421BF-A78E-4581-25BA-D2837068A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615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ACEF2-E51B-7501-8FB4-4B18F24AA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4FCA19-242B-8543-BFE2-76A83B41E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9D109-5827-C6DF-EE55-C3F8D49AF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B1721-DB25-4651-3353-62D931288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841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613102-CF82-6C4D-E614-C0F146F88B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555572-BA59-111F-2F5A-7FABDEDB0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728B1-0299-F6EF-C571-0EEC6F39E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3240C-C9CB-64CC-FB61-C2A71B5F9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25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1F5B6B-09D9-E1DF-D6C8-4F6DBE723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55E4E-58D7-9A0E-7F9F-3CB4A22A1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DEAAD-D269-63F4-A2F8-4BE09FCE0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B4BCED-49B7-FD40-98A6-3AE4777FE31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29412-5975-86E6-EF10-507E7B953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C4E4F-1425-F5BE-579E-D6020E9E6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E3D879-0091-5D46-86D0-77040900E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3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34FA37C-8C75-57A1-97B8-793FD8D24774}"/>
              </a:ext>
            </a:extLst>
          </p:cNvPr>
          <p:cNvSpPr/>
          <p:nvPr/>
        </p:nvSpPr>
        <p:spPr>
          <a:xfrm>
            <a:off x="2209799" y="6358270"/>
            <a:ext cx="9808651" cy="363205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 b="1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A51F63-2F2F-C620-ED8F-4C18F411B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15" y="793440"/>
            <a:ext cx="11130741" cy="850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CAF98-3BB6-2E90-A6CD-FE48B5CFF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8516" y="1825625"/>
            <a:ext cx="111307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76311-1D7C-9A92-D91C-2DFDE135D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3BA47-113B-A4E9-4A82-526FF5195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7525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8BE943-A813-C5B5-415A-C83B2ADC6F9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655" y="49184"/>
            <a:ext cx="5857796" cy="671689"/>
          </a:xfrm>
          <a:prstGeom prst="rect">
            <a:avLst/>
          </a:prstGeom>
        </p:spPr>
      </p:pic>
      <p:pic>
        <p:nvPicPr>
          <p:cNvPr id="12" name="Picture 11" descr="Logo, company name&#10;&#10;Description automatically generated">
            <a:extLst>
              <a:ext uri="{FF2B5EF4-FFF2-40B4-BE49-F238E27FC236}">
                <a16:creationId xmlns:a16="http://schemas.microsoft.com/office/drawing/2014/main" id="{46241DBA-1254-6E91-81F9-C6041D5BD890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434" y="6150497"/>
            <a:ext cx="1870364" cy="77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259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5.png"/><Relationship Id="rId26" Type="http://schemas.openxmlformats.org/officeDocument/2006/relationships/image" Target="../media/image20.png"/><Relationship Id="rId39" Type="http://schemas.openxmlformats.org/officeDocument/2006/relationships/customXml" Target="../ink/ink13.xml"/><Relationship Id="rId21" Type="http://schemas.openxmlformats.org/officeDocument/2006/relationships/customXml" Target="../ink/ink4.xml"/><Relationship Id="rId34" Type="http://schemas.openxmlformats.org/officeDocument/2006/relationships/image" Target="../media/image24.png"/><Relationship Id="rId42" Type="http://schemas.openxmlformats.org/officeDocument/2006/relationships/image" Target="../media/image28.png"/><Relationship Id="rId47" Type="http://schemas.openxmlformats.org/officeDocument/2006/relationships/customXml" Target="../ink/ink17.xml"/><Relationship Id="rId50" Type="http://schemas.openxmlformats.org/officeDocument/2006/relationships/image" Target="../media/image32.png"/><Relationship Id="rId55" Type="http://schemas.openxmlformats.org/officeDocument/2006/relationships/customXml" Target="../ink/ink21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20" Type="http://schemas.openxmlformats.org/officeDocument/2006/relationships/image" Target="../media/image16.png"/><Relationship Id="rId29" Type="http://schemas.openxmlformats.org/officeDocument/2006/relationships/customXml" Target="../ink/ink8.xml"/><Relationship Id="rId41" Type="http://schemas.openxmlformats.org/officeDocument/2006/relationships/customXml" Target="../ink/ink14.xml"/><Relationship Id="rId54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18.png"/><Relationship Id="rId32" Type="http://schemas.openxmlformats.org/officeDocument/2006/relationships/image" Target="../media/image23.png"/><Relationship Id="rId37" Type="http://schemas.openxmlformats.org/officeDocument/2006/relationships/customXml" Target="../ink/ink12.xml"/><Relationship Id="rId40" Type="http://schemas.openxmlformats.org/officeDocument/2006/relationships/image" Target="../media/image27.png"/><Relationship Id="rId45" Type="http://schemas.openxmlformats.org/officeDocument/2006/relationships/customXml" Target="../ink/ink16.xml"/><Relationship Id="rId53" Type="http://schemas.openxmlformats.org/officeDocument/2006/relationships/customXml" Target="../ink/ink20.xml"/><Relationship Id="rId23" Type="http://schemas.openxmlformats.org/officeDocument/2006/relationships/customXml" Target="../ink/ink5.xml"/><Relationship Id="rId28" Type="http://schemas.openxmlformats.org/officeDocument/2006/relationships/image" Target="../media/image21.png"/><Relationship Id="rId36" Type="http://schemas.openxmlformats.org/officeDocument/2006/relationships/image" Target="../media/image25.png"/><Relationship Id="rId49" Type="http://schemas.openxmlformats.org/officeDocument/2006/relationships/customXml" Target="../ink/ink18.xml"/><Relationship Id="rId19" Type="http://schemas.openxmlformats.org/officeDocument/2006/relationships/customXml" Target="../ink/ink3.xml"/><Relationship Id="rId31" Type="http://schemas.openxmlformats.org/officeDocument/2006/relationships/customXml" Target="../ink/ink9.xml"/><Relationship Id="rId44" Type="http://schemas.openxmlformats.org/officeDocument/2006/relationships/image" Target="../media/image29.png"/><Relationship Id="rId52" Type="http://schemas.openxmlformats.org/officeDocument/2006/relationships/image" Target="../media/image33.png"/><Relationship Id="rId22" Type="http://schemas.openxmlformats.org/officeDocument/2006/relationships/image" Target="../media/image17.png"/><Relationship Id="rId27" Type="http://schemas.openxmlformats.org/officeDocument/2006/relationships/customXml" Target="../ink/ink7.xml"/><Relationship Id="rId30" Type="http://schemas.openxmlformats.org/officeDocument/2006/relationships/image" Target="../media/image22.png"/><Relationship Id="rId35" Type="http://schemas.openxmlformats.org/officeDocument/2006/relationships/customXml" Target="../ink/ink11.xml"/><Relationship Id="rId43" Type="http://schemas.openxmlformats.org/officeDocument/2006/relationships/customXml" Target="../ink/ink15.xml"/><Relationship Id="rId48" Type="http://schemas.openxmlformats.org/officeDocument/2006/relationships/image" Target="../media/image31.png"/><Relationship Id="rId56" Type="http://schemas.openxmlformats.org/officeDocument/2006/relationships/image" Target="../media/image35.png"/><Relationship Id="rId51" Type="http://schemas.openxmlformats.org/officeDocument/2006/relationships/customXml" Target="../ink/ink19.xml"/><Relationship Id="rId3" Type="http://schemas.openxmlformats.org/officeDocument/2006/relationships/customXml" Target="../ink/ink1.xml"/><Relationship Id="rId17" Type="http://schemas.openxmlformats.org/officeDocument/2006/relationships/customXml" Target="../ink/ink2.xml"/><Relationship Id="rId25" Type="http://schemas.openxmlformats.org/officeDocument/2006/relationships/customXml" Target="../ink/ink6.xml"/><Relationship Id="rId33" Type="http://schemas.openxmlformats.org/officeDocument/2006/relationships/customXml" Target="../ink/ink10.xml"/><Relationship Id="rId38" Type="http://schemas.openxmlformats.org/officeDocument/2006/relationships/image" Target="../media/image26.png"/><Relationship Id="rId46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7.xml"/><Relationship Id="rId18" Type="http://schemas.openxmlformats.org/officeDocument/2006/relationships/image" Target="../media/image42.png"/><Relationship Id="rId26" Type="http://schemas.openxmlformats.org/officeDocument/2006/relationships/image" Target="../media/image46.png"/><Relationship Id="rId39" Type="http://schemas.openxmlformats.org/officeDocument/2006/relationships/customXml" Target="../ink/ink40.xml"/><Relationship Id="rId21" Type="http://schemas.openxmlformats.org/officeDocument/2006/relationships/customXml" Target="../ink/ink31.xml"/><Relationship Id="rId34" Type="http://schemas.openxmlformats.org/officeDocument/2006/relationships/image" Target="../media/image50.png"/><Relationship Id="rId42" Type="http://schemas.openxmlformats.org/officeDocument/2006/relationships/image" Target="../media/image54.png"/><Relationship Id="rId47" Type="http://schemas.openxmlformats.org/officeDocument/2006/relationships/customXml" Target="../ink/ink44.xml"/><Relationship Id="rId50" Type="http://schemas.openxmlformats.org/officeDocument/2006/relationships/image" Target="../media/image58.png"/><Relationship Id="rId7" Type="http://schemas.openxmlformats.org/officeDocument/2006/relationships/customXml" Target="../ink/ink24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1.png"/><Relationship Id="rId29" Type="http://schemas.openxmlformats.org/officeDocument/2006/relationships/customXml" Target="../ink/ink35.xml"/><Relationship Id="rId11" Type="http://schemas.openxmlformats.org/officeDocument/2006/relationships/customXml" Target="../ink/ink26.xml"/><Relationship Id="rId24" Type="http://schemas.openxmlformats.org/officeDocument/2006/relationships/image" Target="../media/image45.png"/><Relationship Id="rId32" Type="http://schemas.openxmlformats.org/officeDocument/2006/relationships/image" Target="../media/image49.png"/><Relationship Id="rId37" Type="http://schemas.openxmlformats.org/officeDocument/2006/relationships/customXml" Target="../ink/ink39.xml"/><Relationship Id="rId40" Type="http://schemas.openxmlformats.org/officeDocument/2006/relationships/image" Target="../media/image53.png"/><Relationship Id="rId45" Type="http://schemas.openxmlformats.org/officeDocument/2006/relationships/customXml" Target="../ink/ink43.xml"/><Relationship Id="rId5" Type="http://schemas.openxmlformats.org/officeDocument/2006/relationships/customXml" Target="../ink/ink23.xml"/><Relationship Id="rId15" Type="http://schemas.openxmlformats.org/officeDocument/2006/relationships/customXml" Target="../ink/ink28.xml"/><Relationship Id="rId23" Type="http://schemas.openxmlformats.org/officeDocument/2006/relationships/customXml" Target="../ink/ink32.xml"/><Relationship Id="rId28" Type="http://schemas.openxmlformats.org/officeDocument/2006/relationships/image" Target="../media/image47.png"/><Relationship Id="rId36" Type="http://schemas.openxmlformats.org/officeDocument/2006/relationships/image" Target="../media/image51.png"/><Relationship Id="rId49" Type="http://schemas.openxmlformats.org/officeDocument/2006/relationships/customXml" Target="../ink/ink45.xml"/><Relationship Id="rId10" Type="http://schemas.openxmlformats.org/officeDocument/2006/relationships/image" Target="../media/image38.png"/><Relationship Id="rId19" Type="http://schemas.openxmlformats.org/officeDocument/2006/relationships/customXml" Target="../ink/ink30.xml"/><Relationship Id="rId31" Type="http://schemas.openxmlformats.org/officeDocument/2006/relationships/customXml" Target="../ink/ink36.xml"/><Relationship Id="rId44" Type="http://schemas.openxmlformats.org/officeDocument/2006/relationships/image" Target="../media/image55.png"/><Relationship Id="rId52" Type="http://schemas.openxmlformats.org/officeDocument/2006/relationships/image" Target="../media/image59.png"/><Relationship Id="rId4" Type="http://schemas.openxmlformats.org/officeDocument/2006/relationships/image" Target="../media/image150.png"/><Relationship Id="rId9" Type="http://schemas.openxmlformats.org/officeDocument/2006/relationships/customXml" Target="../ink/ink25.xml"/><Relationship Id="rId14" Type="http://schemas.openxmlformats.org/officeDocument/2006/relationships/image" Target="../media/image40.png"/><Relationship Id="rId22" Type="http://schemas.openxmlformats.org/officeDocument/2006/relationships/image" Target="../media/image44.png"/><Relationship Id="rId27" Type="http://schemas.openxmlformats.org/officeDocument/2006/relationships/customXml" Target="../ink/ink34.xml"/><Relationship Id="rId30" Type="http://schemas.openxmlformats.org/officeDocument/2006/relationships/image" Target="../media/image48.png"/><Relationship Id="rId35" Type="http://schemas.openxmlformats.org/officeDocument/2006/relationships/customXml" Target="../ink/ink38.xml"/><Relationship Id="rId43" Type="http://schemas.openxmlformats.org/officeDocument/2006/relationships/customXml" Target="../ink/ink42.xml"/><Relationship Id="rId48" Type="http://schemas.openxmlformats.org/officeDocument/2006/relationships/image" Target="../media/image57.png"/><Relationship Id="rId8" Type="http://schemas.openxmlformats.org/officeDocument/2006/relationships/image" Target="../media/image37.png"/><Relationship Id="rId51" Type="http://schemas.openxmlformats.org/officeDocument/2006/relationships/customXml" Target="../ink/ink46.xml"/><Relationship Id="rId3" Type="http://schemas.openxmlformats.org/officeDocument/2006/relationships/customXml" Target="../ink/ink22.xml"/><Relationship Id="rId12" Type="http://schemas.openxmlformats.org/officeDocument/2006/relationships/image" Target="../media/image39.png"/><Relationship Id="rId17" Type="http://schemas.openxmlformats.org/officeDocument/2006/relationships/customXml" Target="../ink/ink29.xml"/><Relationship Id="rId25" Type="http://schemas.openxmlformats.org/officeDocument/2006/relationships/customXml" Target="../ink/ink33.xml"/><Relationship Id="rId33" Type="http://schemas.openxmlformats.org/officeDocument/2006/relationships/customXml" Target="../ink/ink37.xml"/><Relationship Id="rId38" Type="http://schemas.openxmlformats.org/officeDocument/2006/relationships/image" Target="../media/image52.png"/><Relationship Id="rId46" Type="http://schemas.openxmlformats.org/officeDocument/2006/relationships/image" Target="../media/image56.png"/><Relationship Id="rId20" Type="http://schemas.openxmlformats.org/officeDocument/2006/relationships/image" Target="../media/image43.png"/><Relationship Id="rId41" Type="http://schemas.openxmlformats.org/officeDocument/2006/relationships/customXml" Target="../ink/ink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customXml" Target="../ink/ink47.xml"/><Relationship Id="rId7" Type="http://schemas.openxmlformats.org/officeDocument/2006/relationships/customXml" Target="../ink/ink49.xml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customXml" Target="../ink/ink51.xml"/><Relationship Id="rId5" Type="http://schemas.openxmlformats.org/officeDocument/2006/relationships/customXml" Target="../ink/ink48.xml"/><Relationship Id="rId10" Type="http://schemas.openxmlformats.org/officeDocument/2006/relationships/image" Target="../media/image63.png"/><Relationship Id="rId4" Type="http://schemas.openxmlformats.org/officeDocument/2006/relationships/image" Target="../media/image60.png"/><Relationship Id="rId9" Type="http://schemas.openxmlformats.org/officeDocument/2006/relationships/customXml" Target="../ink/ink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5C85-DBFA-3C8B-FEC0-EBD54E62D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10 images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1CC0F-AC8E-DDBF-253E-E3142472E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7819" y="4719386"/>
            <a:ext cx="2646382" cy="1101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Fed these images into our Machine Learning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F80424-87E4-A7D2-1DAE-41EF946DE790}"/>
              </a:ext>
            </a:extLst>
          </p:cNvPr>
          <p:cNvSpPr/>
          <p:nvPr/>
        </p:nvSpPr>
        <p:spPr>
          <a:xfrm>
            <a:off x="1079900" y="1658077"/>
            <a:ext cx="3815345" cy="26346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1BDA3-93CD-B7E9-EFEA-42554D88A701}"/>
              </a:ext>
            </a:extLst>
          </p:cNvPr>
          <p:cNvSpPr txBox="1"/>
          <p:nvPr/>
        </p:nvSpPr>
        <p:spPr>
          <a:xfrm>
            <a:off x="7108916" y="4864231"/>
            <a:ext cx="2646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Arrange the results in descending order based on the model's prediction scores</a:t>
            </a:r>
          </a:p>
        </p:txBody>
      </p:sp>
      <p:pic>
        <p:nvPicPr>
          <p:cNvPr id="11" name="Graphic 10" descr="Robot outline">
            <a:extLst>
              <a:ext uri="{FF2B5EF4-FFF2-40B4-BE49-F238E27FC236}">
                <a16:creationId xmlns:a16="http://schemas.microsoft.com/office/drawing/2014/main" id="{067A5519-3B58-98CE-339E-3F63BB319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8789" y="2769112"/>
            <a:ext cx="914400" cy="914400"/>
          </a:xfrm>
          <a:prstGeom prst="rect">
            <a:avLst/>
          </a:prstGeom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668FC347-8DAD-0A62-A4C8-B8ADA3CCE147}"/>
              </a:ext>
            </a:extLst>
          </p:cNvPr>
          <p:cNvSpPr/>
          <p:nvPr/>
        </p:nvSpPr>
        <p:spPr>
          <a:xfrm>
            <a:off x="5231478" y="3194190"/>
            <a:ext cx="1078787" cy="29538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B52D1AAC-D7F6-5EEC-2ED2-D7BEC6EDB488}"/>
              </a:ext>
            </a:extLst>
          </p:cNvPr>
          <p:cNvSpPr/>
          <p:nvPr/>
        </p:nvSpPr>
        <p:spPr>
          <a:xfrm>
            <a:off x="7248297" y="3194190"/>
            <a:ext cx="1078787" cy="29538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899F524-DED6-D80D-6281-01F871A6B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659707"/>
              </p:ext>
            </p:extLst>
          </p:nvPr>
        </p:nvGraphicFramePr>
        <p:xfrm>
          <a:off x="9124448" y="694266"/>
          <a:ext cx="1303271" cy="422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271">
                  <a:extLst>
                    <a:ext uri="{9D8B030D-6E8A-4147-A177-3AD203B41FA5}">
                      <a16:colId xmlns:a16="http://schemas.microsoft.com/office/drawing/2014/main" val="2787939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Prediction score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934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499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18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842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417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</a:t>
                      </a:r>
                      <a:r>
                        <a:rPr lang="en-US" altLang="zh-CN" dirty="0"/>
                        <a:t>49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57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4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403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189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713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96954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CFBBDF26-6566-12B5-D392-704474E8CC31}"/>
              </a:ext>
            </a:extLst>
          </p:cNvPr>
          <p:cNvGrpSpPr/>
          <p:nvPr/>
        </p:nvGrpSpPr>
        <p:grpSpPr>
          <a:xfrm>
            <a:off x="1244938" y="1743152"/>
            <a:ext cx="2582349" cy="2123714"/>
            <a:chOff x="1244938" y="1743152"/>
            <a:chExt cx="2582349" cy="212371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0850F8D-1ADC-6DCD-0F28-CA7A0482E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60052" y="1859716"/>
              <a:ext cx="420021" cy="432831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28ED324-D488-0066-9B32-81C5ED042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3306976" y="2237565"/>
              <a:ext cx="426519" cy="45192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7B77C48-85E8-3047-002F-AD81EFF54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87403" y="3312158"/>
              <a:ext cx="327884" cy="427158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00C2BE4-DAF8-6F93-B9BB-443C1EC8A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760512" y="2259818"/>
              <a:ext cx="444319" cy="361416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240FF9C-510E-2E8F-DB33-439A903D1D71}"/>
                </a:ext>
              </a:extLst>
            </p:cNvPr>
            <p:cNvSpPr/>
            <p:nvPr/>
          </p:nvSpPr>
          <p:spPr>
            <a:xfrm>
              <a:off x="2542681" y="1743152"/>
              <a:ext cx="611439" cy="6659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23E28A1-6FC4-C67C-485B-5802572A4BDC}"/>
                </a:ext>
              </a:extLst>
            </p:cNvPr>
            <p:cNvSpPr/>
            <p:nvPr/>
          </p:nvSpPr>
          <p:spPr>
            <a:xfrm>
              <a:off x="1244938" y="3200909"/>
              <a:ext cx="611439" cy="6659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2F02337-BBA6-DE65-9151-2D874D0ACB00}"/>
                </a:ext>
              </a:extLst>
            </p:cNvPr>
            <p:cNvSpPr/>
            <p:nvPr/>
          </p:nvSpPr>
          <p:spPr>
            <a:xfrm>
              <a:off x="3215848" y="2133970"/>
              <a:ext cx="611439" cy="6659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92C4E4A-6446-4A53-8010-2D15F6103052}"/>
                </a:ext>
              </a:extLst>
            </p:cNvPr>
            <p:cNvSpPr/>
            <p:nvPr/>
          </p:nvSpPr>
          <p:spPr>
            <a:xfrm>
              <a:off x="1673687" y="2083689"/>
              <a:ext cx="611439" cy="6659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417625D-D06F-5C8C-0C80-0DB03C43BE13}"/>
              </a:ext>
            </a:extLst>
          </p:cNvPr>
          <p:cNvGrpSpPr/>
          <p:nvPr/>
        </p:nvGrpSpPr>
        <p:grpSpPr>
          <a:xfrm>
            <a:off x="1848636" y="1873736"/>
            <a:ext cx="2714349" cy="2326977"/>
            <a:chOff x="1848636" y="1873736"/>
            <a:chExt cx="2714349" cy="232697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1E7564-EE92-AC9D-08C7-5F446EBF7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207819" y="3340887"/>
              <a:ext cx="443328" cy="38075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663AECF-5024-21AC-9070-9F3766DB3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86468" y="3012777"/>
              <a:ext cx="367449" cy="33705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299BB76-1A3A-4766-DFE3-817DC3C7A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660052" y="2631266"/>
              <a:ext cx="457200" cy="344114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41EF072-8786-6542-6AED-D7471781F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919412" y="3177463"/>
              <a:ext cx="436691" cy="380751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A592462-EE5E-EAA4-07A1-604995969F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137369" y="3653240"/>
              <a:ext cx="459011" cy="424591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DCF7E3D-19BF-3110-3254-999C9160F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033411" y="2027772"/>
              <a:ext cx="438141" cy="381337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B823E4A-E5EB-7297-87AD-97B9900ED62C}"/>
                </a:ext>
              </a:extLst>
            </p:cNvPr>
            <p:cNvSpPr/>
            <p:nvPr/>
          </p:nvSpPr>
          <p:spPr>
            <a:xfrm>
              <a:off x="3951546" y="1873736"/>
              <a:ext cx="611439" cy="66595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6E4305F-3F56-8C10-45A6-057CE5BF0E13}"/>
                </a:ext>
              </a:extLst>
            </p:cNvPr>
            <p:cNvSpPr/>
            <p:nvPr/>
          </p:nvSpPr>
          <p:spPr>
            <a:xfrm>
              <a:off x="3842335" y="3026027"/>
              <a:ext cx="611439" cy="66595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C8582CF-B9ED-66A3-CC7B-E6CE95A3C8B2}"/>
                </a:ext>
              </a:extLst>
            </p:cNvPr>
            <p:cNvSpPr/>
            <p:nvPr/>
          </p:nvSpPr>
          <p:spPr>
            <a:xfrm>
              <a:off x="3130177" y="3177090"/>
              <a:ext cx="611439" cy="66595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8A1AAE8-987E-0473-FE6D-AE3CF01FB6CF}"/>
                </a:ext>
              </a:extLst>
            </p:cNvPr>
            <p:cNvSpPr/>
            <p:nvPr/>
          </p:nvSpPr>
          <p:spPr>
            <a:xfrm>
              <a:off x="2573545" y="2474568"/>
              <a:ext cx="611439" cy="66595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75E4E35-7D33-D6CE-E5E9-E7155992F12A}"/>
                </a:ext>
              </a:extLst>
            </p:cNvPr>
            <p:cNvSpPr/>
            <p:nvPr/>
          </p:nvSpPr>
          <p:spPr>
            <a:xfrm>
              <a:off x="2071531" y="3534756"/>
              <a:ext cx="611439" cy="66595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32D2660-1ABD-0614-FE29-B0990B36CCD3}"/>
                </a:ext>
              </a:extLst>
            </p:cNvPr>
            <p:cNvSpPr/>
            <p:nvPr/>
          </p:nvSpPr>
          <p:spPr>
            <a:xfrm>
              <a:off x="1848636" y="2797363"/>
              <a:ext cx="611439" cy="66595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Right Brace 32">
            <a:extLst>
              <a:ext uri="{FF2B5EF4-FFF2-40B4-BE49-F238E27FC236}">
                <a16:creationId xmlns:a16="http://schemas.microsoft.com/office/drawing/2014/main" id="{2C8005DD-45AC-318E-8E98-71418CCF9939}"/>
              </a:ext>
            </a:extLst>
          </p:cNvPr>
          <p:cNvSpPr/>
          <p:nvPr/>
        </p:nvSpPr>
        <p:spPr>
          <a:xfrm>
            <a:off x="10521863" y="1315233"/>
            <a:ext cx="289196" cy="130600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A4E1AAA9-4F51-DF0D-7880-6839106E276B}"/>
              </a:ext>
            </a:extLst>
          </p:cNvPr>
          <p:cNvSpPr/>
          <p:nvPr/>
        </p:nvSpPr>
        <p:spPr>
          <a:xfrm>
            <a:off x="10552661" y="2856182"/>
            <a:ext cx="289196" cy="20187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950BC7-BE03-4199-2918-243C258261F7}"/>
              </a:ext>
            </a:extLst>
          </p:cNvPr>
          <p:cNvSpPr txBox="1"/>
          <p:nvPr/>
        </p:nvSpPr>
        <p:spPr>
          <a:xfrm>
            <a:off x="10853284" y="1791918"/>
            <a:ext cx="1071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Label as “Cancer”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81C51A-B42E-2DB5-3901-751812450919}"/>
              </a:ext>
            </a:extLst>
          </p:cNvPr>
          <p:cNvSpPr txBox="1"/>
          <p:nvPr/>
        </p:nvSpPr>
        <p:spPr>
          <a:xfrm>
            <a:off x="10947062" y="3542369"/>
            <a:ext cx="1230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Label as “Non-Cancer”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69BAB8B-8AEE-ECEF-7120-DE34FF92C975}"/>
              </a:ext>
            </a:extLst>
          </p:cNvPr>
          <p:cNvSpPr/>
          <p:nvPr/>
        </p:nvSpPr>
        <p:spPr>
          <a:xfrm>
            <a:off x="102172" y="4531252"/>
            <a:ext cx="611439" cy="6659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0F8D2C0-9582-67E1-A537-59F8FBC5FA5F}"/>
              </a:ext>
            </a:extLst>
          </p:cNvPr>
          <p:cNvSpPr/>
          <p:nvPr/>
        </p:nvSpPr>
        <p:spPr>
          <a:xfrm>
            <a:off x="102171" y="5568187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4049BC-2C4E-9789-8AC4-5C53F4A4535B}"/>
              </a:ext>
            </a:extLst>
          </p:cNvPr>
          <p:cNvSpPr txBox="1"/>
          <p:nvPr/>
        </p:nvSpPr>
        <p:spPr>
          <a:xfrm>
            <a:off x="727539" y="4569248"/>
            <a:ext cx="2051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Ground Truth = “Cancer”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4A9A61-D021-8331-2579-0931A77DF64F}"/>
              </a:ext>
            </a:extLst>
          </p:cNvPr>
          <p:cNvSpPr txBox="1"/>
          <p:nvPr/>
        </p:nvSpPr>
        <p:spPr>
          <a:xfrm>
            <a:off x="735010" y="5497277"/>
            <a:ext cx="2051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Ground Truth = “Non-Cancer”</a:t>
            </a:r>
          </a:p>
        </p:txBody>
      </p:sp>
    </p:spTree>
    <p:extLst>
      <p:ext uri="{BB962C8B-B14F-4D97-AF65-F5344CB8AC3E}">
        <p14:creationId xmlns:p14="http://schemas.microsoft.com/office/powerpoint/2010/main" val="2001302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12" grpId="0" animBg="1"/>
      <p:bldP spid="13" grpId="0" animBg="1"/>
      <p:bldP spid="33" grpId="0" animBg="1"/>
      <p:bldP spid="34" grpId="0" animBg="1"/>
      <p:bldP spid="35" grpId="0"/>
      <p:bldP spid="36" grpId="0"/>
      <p:bldP spid="26" grpId="0" animBg="1"/>
      <p:bldP spid="37" grpId="0" animBg="1"/>
      <p:bldP spid="38" grpId="0"/>
      <p:bldP spid="3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5C85-DBFA-3C8B-FEC0-EBD54E62D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1 image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1CC0F-AC8E-DDBF-253E-E3142472E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7819" y="4719386"/>
            <a:ext cx="2646382" cy="1101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Fed these images into our Machine Learning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F80424-87E4-A7D2-1DAE-41EF946DE790}"/>
              </a:ext>
            </a:extLst>
          </p:cNvPr>
          <p:cNvSpPr/>
          <p:nvPr/>
        </p:nvSpPr>
        <p:spPr>
          <a:xfrm>
            <a:off x="1079900" y="1658077"/>
            <a:ext cx="3815345" cy="26346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1BDA3-93CD-B7E9-EFEA-42554D88A701}"/>
              </a:ext>
            </a:extLst>
          </p:cNvPr>
          <p:cNvSpPr txBox="1"/>
          <p:nvPr/>
        </p:nvSpPr>
        <p:spPr>
          <a:xfrm>
            <a:off x="7108916" y="4864231"/>
            <a:ext cx="2646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Arrange the results in descending order based on the model's prediction scores</a:t>
            </a:r>
          </a:p>
        </p:txBody>
      </p:sp>
      <p:pic>
        <p:nvPicPr>
          <p:cNvPr id="11" name="Graphic 10" descr="Robot outline">
            <a:extLst>
              <a:ext uri="{FF2B5EF4-FFF2-40B4-BE49-F238E27FC236}">
                <a16:creationId xmlns:a16="http://schemas.microsoft.com/office/drawing/2014/main" id="{067A5519-3B58-98CE-339E-3F63BB319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789" y="2769112"/>
            <a:ext cx="914400" cy="914400"/>
          </a:xfrm>
          <a:prstGeom prst="rect">
            <a:avLst/>
          </a:prstGeom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668FC347-8DAD-0A62-A4C8-B8ADA3CCE147}"/>
              </a:ext>
            </a:extLst>
          </p:cNvPr>
          <p:cNvSpPr/>
          <p:nvPr/>
        </p:nvSpPr>
        <p:spPr>
          <a:xfrm>
            <a:off x="5231478" y="3194190"/>
            <a:ext cx="1078787" cy="29538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B52D1AAC-D7F6-5EEC-2ED2-D7BEC6EDB488}"/>
              </a:ext>
            </a:extLst>
          </p:cNvPr>
          <p:cNvSpPr/>
          <p:nvPr/>
        </p:nvSpPr>
        <p:spPr>
          <a:xfrm>
            <a:off x="7248297" y="3194190"/>
            <a:ext cx="1078787" cy="29538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899F524-DED6-D80D-6281-01F871A6B4FA}"/>
              </a:ext>
            </a:extLst>
          </p:cNvPr>
          <p:cNvGraphicFramePr>
            <a:graphicFrameLocks noGrp="1"/>
          </p:cNvGraphicFramePr>
          <p:nvPr/>
        </p:nvGraphicFramePr>
        <p:xfrm>
          <a:off x="9124448" y="694266"/>
          <a:ext cx="1303271" cy="422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271">
                  <a:extLst>
                    <a:ext uri="{9D8B030D-6E8A-4147-A177-3AD203B41FA5}">
                      <a16:colId xmlns:a16="http://schemas.microsoft.com/office/drawing/2014/main" val="2787939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Prediction score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934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499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18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842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417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</a:t>
                      </a:r>
                      <a:r>
                        <a:rPr lang="en-US" altLang="zh-CN" dirty="0"/>
                        <a:t>49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57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4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403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189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713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9695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0850F8D-1ADC-6DCD-0F28-CA7A0482E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052" y="1859716"/>
            <a:ext cx="420021" cy="43283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28ED324-D488-0066-9B32-81C5ED042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306976" y="2237565"/>
            <a:ext cx="426519" cy="4519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7B77C48-85E8-3047-002F-AD81EFF54A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7403" y="3312158"/>
            <a:ext cx="327884" cy="42715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00C2BE4-DAF8-6F93-B9BB-443C1EC8AF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0512" y="2259818"/>
            <a:ext cx="444319" cy="36141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240FF9C-510E-2E8F-DB33-439A903D1D71}"/>
              </a:ext>
            </a:extLst>
          </p:cNvPr>
          <p:cNvSpPr/>
          <p:nvPr/>
        </p:nvSpPr>
        <p:spPr>
          <a:xfrm>
            <a:off x="2542681" y="1743152"/>
            <a:ext cx="611439" cy="6659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3E28A1-6FC4-C67C-485B-5802572A4BDC}"/>
              </a:ext>
            </a:extLst>
          </p:cNvPr>
          <p:cNvSpPr/>
          <p:nvPr/>
        </p:nvSpPr>
        <p:spPr>
          <a:xfrm>
            <a:off x="1244938" y="3200909"/>
            <a:ext cx="611439" cy="6659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2F02337-BBA6-DE65-9151-2D874D0ACB00}"/>
              </a:ext>
            </a:extLst>
          </p:cNvPr>
          <p:cNvSpPr/>
          <p:nvPr/>
        </p:nvSpPr>
        <p:spPr>
          <a:xfrm>
            <a:off x="3215848" y="2133970"/>
            <a:ext cx="611439" cy="6659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92C4E4A-6446-4A53-8010-2D15F6103052}"/>
              </a:ext>
            </a:extLst>
          </p:cNvPr>
          <p:cNvSpPr/>
          <p:nvPr/>
        </p:nvSpPr>
        <p:spPr>
          <a:xfrm>
            <a:off x="1673687" y="2083689"/>
            <a:ext cx="611439" cy="6659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41E7564-EE92-AC9D-08C7-5F446EBF74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7819" y="3340887"/>
            <a:ext cx="443328" cy="3807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663AECF-5024-21AC-9070-9F3766DB3A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6468" y="3012777"/>
            <a:ext cx="367449" cy="3370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299BB76-1A3A-4766-DFE3-817DC3C7A6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0052" y="2631266"/>
            <a:ext cx="457200" cy="3441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1EF072-8786-6542-6AED-D7471781F18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9412" y="3177463"/>
            <a:ext cx="436691" cy="38075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A592462-EE5E-EAA4-07A1-604995969F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37369" y="3653240"/>
            <a:ext cx="459011" cy="42459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DCF7E3D-19BF-3110-3254-999C9160FE3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33411" y="2027772"/>
            <a:ext cx="438141" cy="38133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B823E4A-E5EB-7297-87AD-97B9900ED62C}"/>
              </a:ext>
            </a:extLst>
          </p:cNvPr>
          <p:cNvSpPr/>
          <p:nvPr/>
        </p:nvSpPr>
        <p:spPr>
          <a:xfrm>
            <a:off x="3951546" y="1873736"/>
            <a:ext cx="611439" cy="665957"/>
          </a:xfrm>
          <a:prstGeom prst="ellipse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E4305F-3F56-8C10-45A6-057CE5BF0E13}"/>
              </a:ext>
            </a:extLst>
          </p:cNvPr>
          <p:cNvSpPr/>
          <p:nvPr/>
        </p:nvSpPr>
        <p:spPr>
          <a:xfrm>
            <a:off x="3842335" y="3026027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C8582CF-B9ED-66A3-CC7B-E6CE95A3C8B2}"/>
              </a:ext>
            </a:extLst>
          </p:cNvPr>
          <p:cNvSpPr/>
          <p:nvPr/>
        </p:nvSpPr>
        <p:spPr>
          <a:xfrm>
            <a:off x="3130177" y="3177090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8A1AAE8-987E-0473-FE6D-AE3CF01FB6CF}"/>
              </a:ext>
            </a:extLst>
          </p:cNvPr>
          <p:cNvSpPr/>
          <p:nvPr/>
        </p:nvSpPr>
        <p:spPr>
          <a:xfrm>
            <a:off x="2573545" y="2474568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75E4E35-7D33-D6CE-E5E9-E7155992F12A}"/>
              </a:ext>
            </a:extLst>
          </p:cNvPr>
          <p:cNvSpPr/>
          <p:nvPr/>
        </p:nvSpPr>
        <p:spPr>
          <a:xfrm>
            <a:off x="2071531" y="3534756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32D2660-1ABD-0614-FE29-B0990B36CCD3}"/>
              </a:ext>
            </a:extLst>
          </p:cNvPr>
          <p:cNvSpPr/>
          <p:nvPr/>
        </p:nvSpPr>
        <p:spPr>
          <a:xfrm>
            <a:off x="1848636" y="2797363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ight Brace 32">
            <a:extLst>
              <a:ext uri="{FF2B5EF4-FFF2-40B4-BE49-F238E27FC236}">
                <a16:creationId xmlns:a16="http://schemas.microsoft.com/office/drawing/2014/main" id="{2C8005DD-45AC-318E-8E98-71418CCF9939}"/>
              </a:ext>
            </a:extLst>
          </p:cNvPr>
          <p:cNvSpPr/>
          <p:nvPr/>
        </p:nvSpPr>
        <p:spPr>
          <a:xfrm>
            <a:off x="10521863" y="1315233"/>
            <a:ext cx="289196" cy="130600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A4E1AAA9-4F51-DF0D-7880-6839106E276B}"/>
              </a:ext>
            </a:extLst>
          </p:cNvPr>
          <p:cNvSpPr/>
          <p:nvPr/>
        </p:nvSpPr>
        <p:spPr>
          <a:xfrm>
            <a:off x="10552661" y="2856182"/>
            <a:ext cx="289196" cy="20187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950BC7-BE03-4199-2918-243C258261F7}"/>
              </a:ext>
            </a:extLst>
          </p:cNvPr>
          <p:cNvSpPr txBox="1"/>
          <p:nvPr/>
        </p:nvSpPr>
        <p:spPr>
          <a:xfrm>
            <a:off x="10853284" y="1791918"/>
            <a:ext cx="1071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Label as “Cancer”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81C51A-B42E-2DB5-3901-751812450919}"/>
              </a:ext>
            </a:extLst>
          </p:cNvPr>
          <p:cNvSpPr txBox="1"/>
          <p:nvPr/>
        </p:nvSpPr>
        <p:spPr>
          <a:xfrm>
            <a:off x="10947062" y="3542369"/>
            <a:ext cx="1230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Label as “</a:t>
            </a:r>
            <a:r>
              <a:rPr lang="en-US" sz="1400" b="1" dirty="0"/>
              <a:t>Non-Cancer”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DEAD30C-3584-745A-87E6-617E4C35336C}"/>
              </a:ext>
            </a:extLst>
          </p:cNvPr>
          <p:cNvCxnSpPr>
            <a:cxnSpLocks/>
          </p:cNvCxnSpPr>
          <p:nvPr/>
        </p:nvCxnSpPr>
        <p:spPr>
          <a:xfrm>
            <a:off x="4689987" y="2133970"/>
            <a:ext cx="4317031" cy="841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172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5C85-DBFA-3C8B-FEC0-EBD54E62D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1 image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1CC0F-AC8E-DDBF-253E-E3142472E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7819" y="4719386"/>
            <a:ext cx="2646382" cy="1101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Fed these images into our Machine Learning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F80424-87E4-A7D2-1DAE-41EF946DE790}"/>
              </a:ext>
            </a:extLst>
          </p:cNvPr>
          <p:cNvSpPr/>
          <p:nvPr/>
        </p:nvSpPr>
        <p:spPr>
          <a:xfrm>
            <a:off x="1079900" y="1658077"/>
            <a:ext cx="3815345" cy="26346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1BDA3-93CD-B7E9-EFEA-42554D88A701}"/>
              </a:ext>
            </a:extLst>
          </p:cNvPr>
          <p:cNvSpPr txBox="1"/>
          <p:nvPr/>
        </p:nvSpPr>
        <p:spPr>
          <a:xfrm>
            <a:off x="7108916" y="4864231"/>
            <a:ext cx="2646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Arrange the results in descending order based on the model's prediction scores</a:t>
            </a:r>
          </a:p>
        </p:txBody>
      </p:sp>
      <p:pic>
        <p:nvPicPr>
          <p:cNvPr id="11" name="Graphic 10" descr="Robot outline">
            <a:extLst>
              <a:ext uri="{FF2B5EF4-FFF2-40B4-BE49-F238E27FC236}">
                <a16:creationId xmlns:a16="http://schemas.microsoft.com/office/drawing/2014/main" id="{067A5519-3B58-98CE-339E-3F63BB319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789" y="2769112"/>
            <a:ext cx="914400" cy="914400"/>
          </a:xfrm>
          <a:prstGeom prst="rect">
            <a:avLst/>
          </a:prstGeom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668FC347-8DAD-0A62-A4C8-B8ADA3CCE147}"/>
              </a:ext>
            </a:extLst>
          </p:cNvPr>
          <p:cNvSpPr/>
          <p:nvPr/>
        </p:nvSpPr>
        <p:spPr>
          <a:xfrm>
            <a:off x="5231478" y="3194190"/>
            <a:ext cx="1078787" cy="29538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B52D1AAC-D7F6-5EEC-2ED2-D7BEC6EDB488}"/>
              </a:ext>
            </a:extLst>
          </p:cNvPr>
          <p:cNvSpPr/>
          <p:nvPr/>
        </p:nvSpPr>
        <p:spPr>
          <a:xfrm>
            <a:off x="7248297" y="3194190"/>
            <a:ext cx="1078787" cy="29538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899F524-DED6-D80D-6281-01F871A6B4FA}"/>
              </a:ext>
            </a:extLst>
          </p:cNvPr>
          <p:cNvGraphicFramePr>
            <a:graphicFrameLocks noGrp="1"/>
          </p:cNvGraphicFramePr>
          <p:nvPr/>
        </p:nvGraphicFramePr>
        <p:xfrm>
          <a:off x="9124448" y="694266"/>
          <a:ext cx="1303271" cy="422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271">
                  <a:extLst>
                    <a:ext uri="{9D8B030D-6E8A-4147-A177-3AD203B41FA5}">
                      <a16:colId xmlns:a16="http://schemas.microsoft.com/office/drawing/2014/main" val="2787939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Prediction score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934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499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18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842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417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</a:t>
                      </a:r>
                      <a:r>
                        <a:rPr lang="en-US" altLang="zh-CN" dirty="0"/>
                        <a:t>49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57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4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403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189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713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9695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0850F8D-1ADC-6DCD-0F28-CA7A0482E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052" y="1859716"/>
            <a:ext cx="420021" cy="43283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28ED324-D488-0066-9B32-81C5ED042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306976" y="2237565"/>
            <a:ext cx="426519" cy="4519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7B77C48-85E8-3047-002F-AD81EFF54A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7403" y="3312158"/>
            <a:ext cx="327884" cy="42715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00C2BE4-DAF8-6F93-B9BB-443C1EC8AF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0512" y="2259818"/>
            <a:ext cx="444319" cy="36141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240FF9C-510E-2E8F-DB33-439A903D1D71}"/>
              </a:ext>
            </a:extLst>
          </p:cNvPr>
          <p:cNvSpPr/>
          <p:nvPr/>
        </p:nvSpPr>
        <p:spPr>
          <a:xfrm>
            <a:off x="2542681" y="1743152"/>
            <a:ext cx="611439" cy="6659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3E28A1-6FC4-C67C-485B-5802572A4BDC}"/>
              </a:ext>
            </a:extLst>
          </p:cNvPr>
          <p:cNvSpPr/>
          <p:nvPr/>
        </p:nvSpPr>
        <p:spPr>
          <a:xfrm>
            <a:off x="1244938" y="3200909"/>
            <a:ext cx="611439" cy="6659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2F02337-BBA6-DE65-9151-2D874D0ACB00}"/>
              </a:ext>
            </a:extLst>
          </p:cNvPr>
          <p:cNvSpPr/>
          <p:nvPr/>
        </p:nvSpPr>
        <p:spPr>
          <a:xfrm>
            <a:off x="3215848" y="2133970"/>
            <a:ext cx="611439" cy="6659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92C4E4A-6446-4A53-8010-2D15F6103052}"/>
              </a:ext>
            </a:extLst>
          </p:cNvPr>
          <p:cNvSpPr/>
          <p:nvPr/>
        </p:nvSpPr>
        <p:spPr>
          <a:xfrm>
            <a:off x="1673687" y="2083689"/>
            <a:ext cx="611439" cy="6659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41E7564-EE92-AC9D-08C7-5F446EBF74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7819" y="3340887"/>
            <a:ext cx="443328" cy="3807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663AECF-5024-21AC-9070-9F3766DB3A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6468" y="3012777"/>
            <a:ext cx="367449" cy="3370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299BB76-1A3A-4766-DFE3-817DC3C7A6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0052" y="2631266"/>
            <a:ext cx="457200" cy="3441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1EF072-8786-6542-6AED-D7471781F18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9412" y="3177463"/>
            <a:ext cx="436691" cy="38075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A592462-EE5E-EAA4-07A1-604995969F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37369" y="3653240"/>
            <a:ext cx="459011" cy="42459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DCF7E3D-19BF-3110-3254-999C9160FE3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33411" y="2027772"/>
            <a:ext cx="438141" cy="38133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B823E4A-E5EB-7297-87AD-97B9900ED62C}"/>
              </a:ext>
            </a:extLst>
          </p:cNvPr>
          <p:cNvSpPr/>
          <p:nvPr/>
        </p:nvSpPr>
        <p:spPr>
          <a:xfrm>
            <a:off x="3951546" y="1873736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E4305F-3F56-8C10-45A6-057CE5BF0E13}"/>
              </a:ext>
            </a:extLst>
          </p:cNvPr>
          <p:cNvSpPr/>
          <p:nvPr/>
        </p:nvSpPr>
        <p:spPr>
          <a:xfrm>
            <a:off x="3842335" y="3026027"/>
            <a:ext cx="611439" cy="665957"/>
          </a:xfrm>
          <a:prstGeom prst="ellipse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C8582CF-B9ED-66A3-CC7B-E6CE95A3C8B2}"/>
              </a:ext>
            </a:extLst>
          </p:cNvPr>
          <p:cNvSpPr/>
          <p:nvPr/>
        </p:nvSpPr>
        <p:spPr>
          <a:xfrm>
            <a:off x="3130177" y="3177090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8A1AAE8-987E-0473-FE6D-AE3CF01FB6CF}"/>
              </a:ext>
            </a:extLst>
          </p:cNvPr>
          <p:cNvSpPr/>
          <p:nvPr/>
        </p:nvSpPr>
        <p:spPr>
          <a:xfrm>
            <a:off x="2573545" y="2474568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75E4E35-7D33-D6CE-E5E9-E7155992F12A}"/>
              </a:ext>
            </a:extLst>
          </p:cNvPr>
          <p:cNvSpPr/>
          <p:nvPr/>
        </p:nvSpPr>
        <p:spPr>
          <a:xfrm>
            <a:off x="2071531" y="3534756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32D2660-1ABD-0614-FE29-B0990B36CCD3}"/>
              </a:ext>
            </a:extLst>
          </p:cNvPr>
          <p:cNvSpPr/>
          <p:nvPr/>
        </p:nvSpPr>
        <p:spPr>
          <a:xfrm>
            <a:off x="1848636" y="2797363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ight Brace 32">
            <a:extLst>
              <a:ext uri="{FF2B5EF4-FFF2-40B4-BE49-F238E27FC236}">
                <a16:creationId xmlns:a16="http://schemas.microsoft.com/office/drawing/2014/main" id="{2C8005DD-45AC-318E-8E98-71418CCF9939}"/>
              </a:ext>
            </a:extLst>
          </p:cNvPr>
          <p:cNvSpPr/>
          <p:nvPr/>
        </p:nvSpPr>
        <p:spPr>
          <a:xfrm>
            <a:off x="10521863" y="1315233"/>
            <a:ext cx="289196" cy="130600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A4E1AAA9-4F51-DF0D-7880-6839106E276B}"/>
              </a:ext>
            </a:extLst>
          </p:cNvPr>
          <p:cNvSpPr/>
          <p:nvPr/>
        </p:nvSpPr>
        <p:spPr>
          <a:xfrm>
            <a:off x="10552661" y="2856182"/>
            <a:ext cx="289196" cy="20187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950BC7-BE03-4199-2918-243C258261F7}"/>
              </a:ext>
            </a:extLst>
          </p:cNvPr>
          <p:cNvSpPr txBox="1"/>
          <p:nvPr/>
        </p:nvSpPr>
        <p:spPr>
          <a:xfrm>
            <a:off x="10853284" y="1791918"/>
            <a:ext cx="1071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Label as “Cancer”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81C51A-B42E-2DB5-3901-751812450919}"/>
              </a:ext>
            </a:extLst>
          </p:cNvPr>
          <p:cNvSpPr txBox="1"/>
          <p:nvPr/>
        </p:nvSpPr>
        <p:spPr>
          <a:xfrm>
            <a:off x="10947062" y="3542369"/>
            <a:ext cx="1230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Label as “</a:t>
            </a:r>
            <a:r>
              <a:rPr lang="en-US" sz="1400" b="1" dirty="0"/>
              <a:t>Non-Cancer”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6C49F37-25D6-FBC8-391E-8216B08904E9}"/>
              </a:ext>
            </a:extLst>
          </p:cNvPr>
          <p:cNvCxnSpPr/>
          <p:nvPr/>
        </p:nvCxnSpPr>
        <p:spPr>
          <a:xfrm flipV="1">
            <a:off x="4471552" y="3200909"/>
            <a:ext cx="4652896" cy="111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371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5C85-DBFA-3C8B-FEC0-EBD54E62D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1 image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1CC0F-AC8E-DDBF-253E-E3142472E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7819" y="4719386"/>
            <a:ext cx="2646382" cy="1101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Fed these images into our Machine Learning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F80424-87E4-A7D2-1DAE-41EF946DE790}"/>
              </a:ext>
            </a:extLst>
          </p:cNvPr>
          <p:cNvSpPr/>
          <p:nvPr/>
        </p:nvSpPr>
        <p:spPr>
          <a:xfrm>
            <a:off x="1079900" y="1658077"/>
            <a:ext cx="3815345" cy="26346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1BDA3-93CD-B7E9-EFEA-42554D88A701}"/>
              </a:ext>
            </a:extLst>
          </p:cNvPr>
          <p:cNvSpPr txBox="1"/>
          <p:nvPr/>
        </p:nvSpPr>
        <p:spPr>
          <a:xfrm>
            <a:off x="7108916" y="4864231"/>
            <a:ext cx="2646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Arrange the results in descending order based on the model's prediction scores</a:t>
            </a:r>
          </a:p>
        </p:txBody>
      </p:sp>
      <p:pic>
        <p:nvPicPr>
          <p:cNvPr id="11" name="Graphic 10" descr="Robot outline">
            <a:extLst>
              <a:ext uri="{FF2B5EF4-FFF2-40B4-BE49-F238E27FC236}">
                <a16:creationId xmlns:a16="http://schemas.microsoft.com/office/drawing/2014/main" id="{067A5519-3B58-98CE-339E-3F63BB319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789" y="2769112"/>
            <a:ext cx="914400" cy="914400"/>
          </a:xfrm>
          <a:prstGeom prst="rect">
            <a:avLst/>
          </a:prstGeom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668FC347-8DAD-0A62-A4C8-B8ADA3CCE147}"/>
              </a:ext>
            </a:extLst>
          </p:cNvPr>
          <p:cNvSpPr/>
          <p:nvPr/>
        </p:nvSpPr>
        <p:spPr>
          <a:xfrm>
            <a:off x="5231478" y="3194190"/>
            <a:ext cx="1078787" cy="29538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B52D1AAC-D7F6-5EEC-2ED2-D7BEC6EDB488}"/>
              </a:ext>
            </a:extLst>
          </p:cNvPr>
          <p:cNvSpPr/>
          <p:nvPr/>
        </p:nvSpPr>
        <p:spPr>
          <a:xfrm>
            <a:off x="7248297" y="3194190"/>
            <a:ext cx="1078787" cy="29538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899F524-DED6-D80D-6281-01F871A6B4FA}"/>
              </a:ext>
            </a:extLst>
          </p:cNvPr>
          <p:cNvGraphicFramePr>
            <a:graphicFrameLocks noGrp="1"/>
          </p:cNvGraphicFramePr>
          <p:nvPr/>
        </p:nvGraphicFramePr>
        <p:xfrm>
          <a:off x="9124448" y="694266"/>
          <a:ext cx="1303271" cy="422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271">
                  <a:extLst>
                    <a:ext uri="{9D8B030D-6E8A-4147-A177-3AD203B41FA5}">
                      <a16:colId xmlns:a16="http://schemas.microsoft.com/office/drawing/2014/main" val="2787939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Prediction score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934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499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18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842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417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</a:t>
                      </a:r>
                      <a:r>
                        <a:rPr lang="en-US" altLang="zh-CN" dirty="0"/>
                        <a:t>49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57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4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403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189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713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9695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0850F8D-1ADC-6DCD-0F28-CA7A0482E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052" y="1859716"/>
            <a:ext cx="420021" cy="43283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28ED324-D488-0066-9B32-81C5ED042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306976" y="2237565"/>
            <a:ext cx="426519" cy="4519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7B77C48-85E8-3047-002F-AD81EFF54A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7403" y="3312158"/>
            <a:ext cx="327884" cy="42715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00C2BE4-DAF8-6F93-B9BB-443C1EC8AF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0512" y="2259818"/>
            <a:ext cx="444319" cy="36141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240FF9C-510E-2E8F-DB33-439A903D1D71}"/>
              </a:ext>
            </a:extLst>
          </p:cNvPr>
          <p:cNvSpPr/>
          <p:nvPr/>
        </p:nvSpPr>
        <p:spPr>
          <a:xfrm>
            <a:off x="2542681" y="1743152"/>
            <a:ext cx="611439" cy="6659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3E28A1-6FC4-C67C-485B-5802572A4BDC}"/>
              </a:ext>
            </a:extLst>
          </p:cNvPr>
          <p:cNvSpPr/>
          <p:nvPr/>
        </p:nvSpPr>
        <p:spPr>
          <a:xfrm>
            <a:off x="1244938" y="3200909"/>
            <a:ext cx="611439" cy="6659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2F02337-BBA6-DE65-9151-2D874D0ACB00}"/>
              </a:ext>
            </a:extLst>
          </p:cNvPr>
          <p:cNvSpPr/>
          <p:nvPr/>
        </p:nvSpPr>
        <p:spPr>
          <a:xfrm>
            <a:off x="3215848" y="2133970"/>
            <a:ext cx="611439" cy="665957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92C4E4A-6446-4A53-8010-2D15F6103052}"/>
              </a:ext>
            </a:extLst>
          </p:cNvPr>
          <p:cNvSpPr/>
          <p:nvPr/>
        </p:nvSpPr>
        <p:spPr>
          <a:xfrm>
            <a:off x="1673687" y="2083689"/>
            <a:ext cx="611439" cy="6659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41E7564-EE92-AC9D-08C7-5F446EBF74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7819" y="3340887"/>
            <a:ext cx="443328" cy="3807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663AECF-5024-21AC-9070-9F3766DB3A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6468" y="3012777"/>
            <a:ext cx="367449" cy="3370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299BB76-1A3A-4766-DFE3-817DC3C7A6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0052" y="2631266"/>
            <a:ext cx="457200" cy="3441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1EF072-8786-6542-6AED-D7471781F18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9412" y="3177463"/>
            <a:ext cx="436691" cy="38075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A592462-EE5E-EAA4-07A1-604995969F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37369" y="3653240"/>
            <a:ext cx="459011" cy="42459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DCF7E3D-19BF-3110-3254-999C9160FE3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33411" y="2027772"/>
            <a:ext cx="438141" cy="38133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B823E4A-E5EB-7297-87AD-97B9900ED62C}"/>
              </a:ext>
            </a:extLst>
          </p:cNvPr>
          <p:cNvSpPr/>
          <p:nvPr/>
        </p:nvSpPr>
        <p:spPr>
          <a:xfrm>
            <a:off x="3951546" y="1873736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E4305F-3F56-8C10-45A6-057CE5BF0E13}"/>
              </a:ext>
            </a:extLst>
          </p:cNvPr>
          <p:cNvSpPr/>
          <p:nvPr/>
        </p:nvSpPr>
        <p:spPr>
          <a:xfrm>
            <a:off x="3842335" y="3026027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C8582CF-B9ED-66A3-CC7B-E6CE95A3C8B2}"/>
              </a:ext>
            </a:extLst>
          </p:cNvPr>
          <p:cNvSpPr/>
          <p:nvPr/>
        </p:nvSpPr>
        <p:spPr>
          <a:xfrm>
            <a:off x="3130177" y="3177090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8A1AAE8-987E-0473-FE6D-AE3CF01FB6CF}"/>
              </a:ext>
            </a:extLst>
          </p:cNvPr>
          <p:cNvSpPr/>
          <p:nvPr/>
        </p:nvSpPr>
        <p:spPr>
          <a:xfrm>
            <a:off x="2573545" y="2474568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75E4E35-7D33-D6CE-E5E9-E7155992F12A}"/>
              </a:ext>
            </a:extLst>
          </p:cNvPr>
          <p:cNvSpPr/>
          <p:nvPr/>
        </p:nvSpPr>
        <p:spPr>
          <a:xfrm>
            <a:off x="2071531" y="3534756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32D2660-1ABD-0614-FE29-B0990B36CCD3}"/>
              </a:ext>
            </a:extLst>
          </p:cNvPr>
          <p:cNvSpPr/>
          <p:nvPr/>
        </p:nvSpPr>
        <p:spPr>
          <a:xfrm>
            <a:off x="1848636" y="2797363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ight Brace 32">
            <a:extLst>
              <a:ext uri="{FF2B5EF4-FFF2-40B4-BE49-F238E27FC236}">
                <a16:creationId xmlns:a16="http://schemas.microsoft.com/office/drawing/2014/main" id="{2C8005DD-45AC-318E-8E98-71418CCF9939}"/>
              </a:ext>
            </a:extLst>
          </p:cNvPr>
          <p:cNvSpPr/>
          <p:nvPr/>
        </p:nvSpPr>
        <p:spPr>
          <a:xfrm>
            <a:off x="10521863" y="1315233"/>
            <a:ext cx="289196" cy="130600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A4E1AAA9-4F51-DF0D-7880-6839106E276B}"/>
              </a:ext>
            </a:extLst>
          </p:cNvPr>
          <p:cNvSpPr/>
          <p:nvPr/>
        </p:nvSpPr>
        <p:spPr>
          <a:xfrm>
            <a:off x="10552661" y="2856182"/>
            <a:ext cx="289196" cy="20187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950BC7-BE03-4199-2918-243C258261F7}"/>
              </a:ext>
            </a:extLst>
          </p:cNvPr>
          <p:cNvSpPr txBox="1"/>
          <p:nvPr/>
        </p:nvSpPr>
        <p:spPr>
          <a:xfrm>
            <a:off x="10853284" y="1791918"/>
            <a:ext cx="1071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Label as “</a:t>
            </a:r>
            <a:r>
              <a:rPr lang="en-US" sz="1400" b="1" dirty="0"/>
              <a:t>Cancer”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81C51A-B42E-2DB5-3901-751812450919}"/>
              </a:ext>
            </a:extLst>
          </p:cNvPr>
          <p:cNvSpPr txBox="1"/>
          <p:nvPr/>
        </p:nvSpPr>
        <p:spPr>
          <a:xfrm>
            <a:off x="10947062" y="3542369"/>
            <a:ext cx="1230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Label as “Non-Cancer”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0A9F027-4F45-2CC3-DE6D-C67B63B52CFA}"/>
              </a:ext>
            </a:extLst>
          </p:cNvPr>
          <p:cNvCxnSpPr/>
          <p:nvPr/>
        </p:nvCxnSpPr>
        <p:spPr>
          <a:xfrm flipV="1">
            <a:off x="3919412" y="1791918"/>
            <a:ext cx="5079445" cy="747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327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5C85-DBFA-3C8B-FEC0-EBD54E62D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1 image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1CC0F-AC8E-DDBF-253E-E3142472E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7819" y="4719386"/>
            <a:ext cx="2646382" cy="1101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Fed these images into our Machine Learning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F80424-87E4-A7D2-1DAE-41EF946DE790}"/>
              </a:ext>
            </a:extLst>
          </p:cNvPr>
          <p:cNvSpPr/>
          <p:nvPr/>
        </p:nvSpPr>
        <p:spPr>
          <a:xfrm>
            <a:off x="1079900" y="1658077"/>
            <a:ext cx="3815345" cy="26346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1BDA3-93CD-B7E9-EFEA-42554D88A701}"/>
              </a:ext>
            </a:extLst>
          </p:cNvPr>
          <p:cNvSpPr txBox="1"/>
          <p:nvPr/>
        </p:nvSpPr>
        <p:spPr>
          <a:xfrm>
            <a:off x="7108916" y="4864231"/>
            <a:ext cx="2646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Arrange the results in descending order based on the model's prediction scores</a:t>
            </a:r>
          </a:p>
        </p:txBody>
      </p:sp>
      <p:pic>
        <p:nvPicPr>
          <p:cNvPr id="11" name="Graphic 10" descr="Robot outline">
            <a:extLst>
              <a:ext uri="{FF2B5EF4-FFF2-40B4-BE49-F238E27FC236}">
                <a16:creationId xmlns:a16="http://schemas.microsoft.com/office/drawing/2014/main" id="{067A5519-3B58-98CE-339E-3F63BB319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789" y="2769112"/>
            <a:ext cx="914400" cy="914400"/>
          </a:xfrm>
          <a:prstGeom prst="rect">
            <a:avLst/>
          </a:prstGeom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668FC347-8DAD-0A62-A4C8-B8ADA3CCE147}"/>
              </a:ext>
            </a:extLst>
          </p:cNvPr>
          <p:cNvSpPr/>
          <p:nvPr/>
        </p:nvSpPr>
        <p:spPr>
          <a:xfrm>
            <a:off x="5231478" y="3194190"/>
            <a:ext cx="1078787" cy="29538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B52D1AAC-D7F6-5EEC-2ED2-D7BEC6EDB488}"/>
              </a:ext>
            </a:extLst>
          </p:cNvPr>
          <p:cNvSpPr/>
          <p:nvPr/>
        </p:nvSpPr>
        <p:spPr>
          <a:xfrm>
            <a:off x="7248297" y="3194190"/>
            <a:ext cx="1078787" cy="29538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899F524-DED6-D80D-6281-01F871A6B4FA}"/>
              </a:ext>
            </a:extLst>
          </p:cNvPr>
          <p:cNvGraphicFramePr>
            <a:graphicFrameLocks noGrp="1"/>
          </p:cNvGraphicFramePr>
          <p:nvPr/>
        </p:nvGraphicFramePr>
        <p:xfrm>
          <a:off x="9124448" y="694266"/>
          <a:ext cx="1303271" cy="422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271">
                  <a:extLst>
                    <a:ext uri="{9D8B030D-6E8A-4147-A177-3AD203B41FA5}">
                      <a16:colId xmlns:a16="http://schemas.microsoft.com/office/drawing/2014/main" val="2787939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Prediction score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934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499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18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842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417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</a:t>
                      </a:r>
                      <a:r>
                        <a:rPr lang="en-US" altLang="zh-CN" dirty="0"/>
                        <a:t>49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57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4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403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189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713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96954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CFBBDF26-6566-12B5-D392-704474E8CC31}"/>
              </a:ext>
            </a:extLst>
          </p:cNvPr>
          <p:cNvGrpSpPr/>
          <p:nvPr/>
        </p:nvGrpSpPr>
        <p:grpSpPr>
          <a:xfrm>
            <a:off x="1244938" y="1743152"/>
            <a:ext cx="2582349" cy="2123714"/>
            <a:chOff x="1244938" y="1743152"/>
            <a:chExt cx="2582349" cy="212371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0850F8D-1ADC-6DCD-0F28-CA7A0482E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60052" y="1859716"/>
              <a:ext cx="420021" cy="432831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28ED324-D488-0066-9B32-81C5ED042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3306976" y="2237565"/>
              <a:ext cx="426519" cy="45192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7B77C48-85E8-3047-002F-AD81EFF54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87403" y="3312158"/>
              <a:ext cx="327884" cy="427158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00C2BE4-DAF8-6F93-B9BB-443C1EC8A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60512" y="2259818"/>
              <a:ext cx="444319" cy="361416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240FF9C-510E-2E8F-DB33-439A903D1D71}"/>
                </a:ext>
              </a:extLst>
            </p:cNvPr>
            <p:cNvSpPr/>
            <p:nvPr/>
          </p:nvSpPr>
          <p:spPr>
            <a:xfrm>
              <a:off x="2542681" y="1743152"/>
              <a:ext cx="611439" cy="6659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23E28A1-6FC4-C67C-485B-5802572A4BDC}"/>
                </a:ext>
              </a:extLst>
            </p:cNvPr>
            <p:cNvSpPr/>
            <p:nvPr/>
          </p:nvSpPr>
          <p:spPr>
            <a:xfrm>
              <a:off x="1244938" y="3200909"/>
              <a:ext cx="611439" cy="6659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2F02337-BBA6-DE65-9151-2D874D0ACB00}"/>
                </a:ext>
              </a:extLst>
            </p:cNvPr>
            <p:cNvSpPr/>
            <p:nvPr/>
          </p:nvSpPr>
          <p:spPr>
            <a:xfrm>
              <a:off x="3215848" y="2133970"/>
              <a:ext cx="611439" cy="6659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92C4E4A-6446-4A53-8010-2D15F6103052}"/>
                </a:ext>
              </a:extLst>
            </p:cNvPr>
            <p:cNvSpPr/>
            <p:nvPr/>
          </p:nvSpPr>
          <p:spPr>
            <a:xfrm>
              <a:off x="1673687" y="2083689"/>
              <a:ext cx="611439" cy="6659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B41E7564-EE92-AC9D-08C7-5F446EBF74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7819" y="3340887"/>
            <a:ext cx="443328" cy="3807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663AECF-5024-21AC-9070-9F3766DB3A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6468" y="3012777"/>
            <a:ext cx="367449" cy="3370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299BB76-1A3A-4766-DFE3-817DC3C7A6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0052" y="2631266"/>
            <a:ext cx="457200" cy="3441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1EF072-8786-6542-6AED-D7471781F18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9412" y="3177463"/>
            <a:ext cx="436691" cy="38075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A592462-EE5E-EAA4-07A1-604995969F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37369" y="3653240"/>
            <a:ext cx="459011" cy="42459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DCF7E3D-19BF-3110-3254-999C9160FE3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33411" y="2027772"/>
            <a:ext cx="438141" cy="38133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B823E4A-E5EB-7297-87AD-97B9900ED62C}"/>
              </a:ext>
            </a:extLst>
          </p:cNvPr>
          <p:cNvSpPr/>
          <p:nvPr/>
        </p:nvSpPr>
        <p:spPr>
          <a:xfrm>
            <a:off x="3951546" y="1873736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E4305F-3F56-8C10-45A6-057CE5BF0E13}"/>
              </a:ext>
            </a:extLst>
          </p:cNvPr>
          <p:cNvSpPr/>
          <p:nvPr/>
        </p:nvSpPr>
        <p:spPr>
          <a:xfrm>
            <a:off x="3842335" y="3026027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C8582CF-B9ED-66A3-CC7B-E6CE95A3C8B2}"/>
              </a:ext>
            </a:extLst>
          </p:cNvPr>
          <p:cNvSpPr/>
          <p:nvPr/>
        </p:nvSpPr>
        <p:spPr>
          <a:xfrm>
            <a:off x="3130177" y="3177090"/>
            <a:ext cx="611439" cy="665957"/>
          </a:xfrm>
          <a:prstGeom prst="ellipse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8A1AAE8-987E-0473-FE6D-AE3CF01FB6CF}"/>
              </a:ext>
            </a:extLst>
          </p:cNvPr>
          <p:cNvSpPr/>
          <p:nvPr/>
        </p:nvSpPr>
        <p:spPr>
          <a:xfrm>
            <a:off x="2573545" y="2474568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75E4E35-7D33-D6CE-E5E9-E7155992F12A}"/>
              </a:ext>
            </a:extLst>
          </p:cNvPr>
          <p:cNvSpPr/>
          <p:nvPr/>
        </p:nvSpPr>
        <p:spPr>
          <a:xfrm>
            <a:off x="2071531" y="3534756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32D2660-1ABD-0614-FE29-B0990B36CCD3}"/>
              </a:ext>
            </a:extLst>
          </p:cNvPr>
          <p:cNvSpPr/>
          <p:nvPr/>
        </p:nvSpPr>
        <p:spPr>
          <a:xfrm>
            <a:off x="1848636" y="2797363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ight Brace 32">
            <a:extLst>
              <a:ext uri="{FF2B5EF4-FFF2-40B4-BE49-F238E27FC236}">
                <a16:creationId xmlns:a16="http://schemas.microsoft.com/office/drawing/2014/main" id="{2C8005DD-45AC-318E-8E98-71418CCF9939}"/>
              </a:ext>
            </a:extLst>
          </p:cNvPr>
          <p:cNvSpPr/>
          <p:nvPr/>
        </p:nvSpPr>
        <p:spPr>
          <a:xfrm>
            <a:off x="10521863" y="1315233"/>
            <a:ext cx="289196" cy="130600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A4E1AAA9-4F51-DF0D-7880-6839106E276B}"/>
              </a:ext>
            </a:extLst>
          </p:cNvPr>
          <p:cNvSpPr/>
          <p:nvPr/>
        </p:nvSpPr>
        <p:spPr>
          <a:xfrm>
            <a:off x="10552661" y="2856182"/>
            <a:ext cx="289196" cy="20187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950BC7-BE03-4199-2918-243C258261F7}"/>
              </a:ext>
            </a:extLst>
          </p:cNvPr>
          <p:cNvSpPr txBox="1"/>
          <p:nvPr/>
        </p:nvSpPr>
        <p:spPr>
          <a:xfrm>
            <a:off x="10853284" y="1791918"/>
            <a:ext cx="1071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Label as “Cancer”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81C51A-B42E-2DB5-3901-751812450919}"/>
              </a:ext>
            </a:extLst>
          </p:cNvPr>
          <p:cNvSpPr txBox="1"/>
          <p:nvPr/>
        </p:nvSpPr>
        <p:spPr>
          <a:xfrm>
            <a:off x="10947062" y="3542369"/>
            <a:ext cx="1230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Label as </a:t>
            </a:r>
            <a:r>
              <a:rPr lang="en-US" sz="1400" b="1" dirty="0"/>
              <a:t>“Non-Cancer”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B3D1298-9C07-5EA8-1555-7AF068FC11ED}"/>
              </a:ext>
            </a:extLst>
          </p:cNvPr>
          <p:cNvCxnSpPr>
            <a:cxnSpLocks/>
          </p:cNvCxnSpPr>
          <p:nvPr/>
        </p:nvCxnSpPr>
        <p:spPr>
          <a:xfrm flipV="1">
            <a:off x="3733495" y="3653240"/>
            <a:ext cx="5390953" cy="189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11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2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5C85-DBFA-3C8B-FEC0-EBD54E62D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1 image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1CC0F-AC8E-DDBF-253E-E3142472E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7819" y="4719386"/>
            <a:ext cx="2646382" cy="1101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Fed these images into our Machine Learning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F80424-87E4-A7D2-1DAE-41EF946DE790}"/>
              </a:ext>
            </a:extLst>
          </p:cNvPr>
          <p:cNvSpPr/>
          <p:nvPr/>
        </p:nvSpPr>
        <p:spPr>
          <a:xfrm>
            <a:off x="1079900" y="1658077"/>
            <a:ext cx="3815345" cy="26346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1BDA3-93CD-B7E9-EFEA-42554D88A701}"/>
              </a:ext>
            </a:extLst>
          </p:cNvPr>
          <p:cNvSpPr txBox="1"/>
          <p:nvPr/>
        </p:nvSpPr>
        <p:spPr>
          <a:xfrm>
            <a:off x="7108916" y="4864231"/>
            <a:ext cx="2646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Arrange the results in descending order based on the model's prediction scores</a:t>
            </a:r>
          </a:p>
        </p:txBody>
      </p:sp>
      <p:pic>
        <p:nvPicPr>
          <p:cNvPr id="11" name="Graphic 10" descr="Robot outline">
            <a:extLst>
              <a:ext uri="{FF2B5EF4-FFF2-40B4-BE49-F238E27FC236}">
                <a16:creationId xmlns:a16="http://schemas.microsoft.com/office/drawing/2014/main" id="{067A5519-3B58-98CE-339E-3F63BB319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789" y="2769112"/>
            <a:ext cx="914400" cy="914400"/>
          </a:xfrm>
          <a:prstGeom prst="rect">
            <a:avLst/>
          </a:prstGeom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668FC347-8DAD-0A62-A4C8-B8ADA3CCE147}"/>
              </a:ext>
            </a:extLst>
          </p:cNvPr>
          <p:cNvSpPr/>
          <p:nvPr/>
        </p:nvSpPr>
        <p:spPr>
          <a:xfrm>
            <a:off x="5231478" y="3194190"/>
            <a:ext cx="1078787" cy="29538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B52D1AAC-D7F6-5EEC-2ED2-D7BEC6EDB488}"/>
              </a:ext>
            </a:extLst>
          </p:cNvPr>
          <p:cNvSpPr/>
          <p:nvPr/>
        </p:nvSpPr>
        <p:spPr>
          <a:xfrm>
            <a:off x="7248297" y="3194190"/>
            <a:ext cx="1078787" cy="29538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899F524-DED6-D80D-6281-01F871A6B4FA}"/>
              </a:ext>
            </a:extLst>
          </p:cNvPr>
          <p:cNvGraphicFramePr>
            <a:graphicFrameLocks noGrp="1"/>
          </p:cNvGraphicFramePr>
          <p:nvPr/>
        </p:nvGraphicFramePr>
        <p:xfrm>
          <a:off x="9124448" y="694266"/>
          <a:ext cx="1303271" cy="422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271">
                  <a:extLst>
                    <a:ext uri="{9D8B030D-6E8A-4147-A177-3AD203B41FA5}">
                      <a16:colId xmlns:a16="http://schemas.microsoft.com/office/drawing/2014/main" val="2787939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Prediction score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934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499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18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842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417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</a:t>
                      </a:r>
                      <a:r>
                        <a:rPr lang="en-US" altLang="zh-CN" dirty="0"/>
                        <a:t>49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57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4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403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189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713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9695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0850F8D-1ADC-6DCD-0F28-CA7A0482E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052" y="1859716"/>
            <a:ext cx="420021" cy="43283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28ED324-D488-0066-9B32-81C5ED042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306976" y="2237565"/>
            <a:ext cx="426519" cy="4519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7B77C48-85E8-3047-002F-AD81EFF54A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7403" y="3312158"/>
            <a:ext cx="327884" cy="42715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00C2BE4-DAF8-6F93-B9BB-443C1EC8AF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0512" y="2259818"/>
            <a:ext cx="444319" cy="36141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240FF9C-510E-2E8F-DB33-439A903D1D71}"/>
              </a:ext>
            </a:extLst>
          </p:cNvPr>
          <p:cNvSpPr/>
          <p:nvPr/>
        </p:nvSpPr>
        <p:spPr>
          <a:xfrm>
            <a:off x="2542681" y="1743152"/>
            <a:ext cx="611439" cy="665957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3E28A1-6FC4-C67C-485B-5802572A4BDC}"/>
              </a:ext>
            </a:extLst>
          </p:cNvPr>
          <p:cNvSpPr/>
          <p:nvPr/>
        </p:nvSpPr>
        <p:spPr>
          <a:xfrm>
            <a:off x="1244938" y="3200909"/>
            <a:ext cx="611439" cy="6659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2F02337-BBA6-DE65-9151-2D874D0ACB00}"/>
              </a:ext>
            </a:extLst>
          </p:cNvPr>
          <p:cNvSpPr/>
          <p:nvPr/>
        </p:nvSpPr>
        <p:spPr>
          <a:xfrm>
            <a:off x="3215848" y="2133970"/>
            <a:ext cx="611439" cy="6659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92C4E4A-6446-4A53-8010-2D15F6103052}"/>
              </a:ext>
            </a:extLst>
          </p:cNvPr>
          <p:cNvSpPr/>
          <p:nvPr/>
        </p:nvSpPr>
        <p:spPr>
          <a:xfrm>
            <a:off x="1673687" y="2083689"/>
            <a:ext cx="611439" cy="6659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41E7564-EE92-AC9D-08C7-5F446EBF74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7819" y="3340887"/>
            <a:ext cx="443328" cy="3807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663AECF-5024-21AC-9070-9F3766DB3A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6468" y="3012777"/>
            <a:ext cx="367449" cy="3370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299BB76-1A3A-4766-DFE3-817DC3C7A6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0052" y="2631266"/>
            <a:ext cx="457200" cy="3441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1EF072-8786-6542-6AED-D7471781F18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9412" y="3177463"/>
            <a:ext cx="436691" cy="38075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A592462-EE5E-EAA4-07A1-604995969F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37369" y="3653240"/>
            <a:ext cx="459011" cy="42459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DCF7E3D-19BF-3110-3254-999C9160FE3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33411" y="2027772"/>
            <a:ext cx="438141" cy="38133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B823E4A-E5EB-7297-87AD-97B9900ED62C}"/>
              </a:ext>
            </a:extLst>
          </p:cNvPr>
          <p:cNvSpPr/>
          <p:nvPr/>
        </p:nvSpPr>
        <p:spPr>
          <a:xfrm>
            <a:off x="3951546" y="1873736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E4305F-3F56-8C10-45A6-057CE5BF0E13}"/>
              </a:ext>
            </a:extLst>
          </p:cNvPr>
          <p:cNvSpPr/>
          <p:nvPr/>
        </p:nvSpPr>
        <p:spPr>
          <a:xfrm>
            <a:off x="3842335" y="3026027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C8582CF-B9ED-66A3-CC7B-E6CE95A3C8B2}"/>
              </a:ext>
            </a:extLst>
          </p:cNvPr>
          <p:cNvSpPr/>
          <p:nvPr/>
        </p:nvSpPr>
        <p:spPr>
          <a:xfrm>
            <a:off x="3130177" y="3177090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8A1AAE8-987E-0473-FE6D-AE3CF01FB6CF}"/>
              </a:ext>
            </a:extLst>
          </p:cNvPr>
          <p:cNvSpPr/>
          <p:nvPr/>
        </p:nvSpPr>
        <p:spPr>
          <a:xfrm>
            <a:off x="2573545" y="2474568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75E4E35-7D33-D6CE-E5E9-E7155992F12A}"/>
              </a:ext>
            </a:extLst>
          </p:cNvPr>
          <p:cNvSpPr/>
          <p:nvPr/>
        </p:nvSpPr>
        <p:spPr>
          <a:xfrm>
            <a:off x="2071531" y="3534756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32D2660-1ABD-0614-FE29-B0990B36CCD3}"/>
              </a:ext>
            </a:extLst>
          </p:cNvPr>
          <p:cNvSpPr/>
          <p:nvPr/>
        </p:nvSpPr>
        <p:spPr>
          <a:xfrm>
            <a:off x="1848636" y="2797363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ight Brace 32">
            <a:extLst>
              <a:ext uri="{FF2B5EF4-FFF2-40B4-BE49-F238E27FC236}">
                <a16:creationId xmlns:a16="http://schemas.microsoft.com/office/drawing/2014/main" id="{2C8005DD-45AC-318E-8E98-71418CCF9939}"/>
              </a:ext>
            </a:extLst>
          </p:cNvPr>
          <p:cNvSpPr/>
          <p:nvPr/>
        </p:nvSpPr>
        <p:spPr>
          <a:xfrm>
            <a:off x="10521863" y="1315233"/>
            <a:ext cx="289196" cy="130600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A4E1AAA9-4F51-DF0D-7880-6839106E276B}"/>
              </a:ext>
            </a:extLst>
          </p:cNvPr>
          <p:cNvSpPr/>
          <p:nvPr/>
        </p:nvSpPr>
        <p:spPr>
          <a:xfrm>
            <a:off x="10552661" y="2856182"/>
            <a:ext cx="289196" cy="20187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950BC7-BE03-4199-2918-243C258261F7}"/>
              </a:ext>
            </a:extLst>
          </p:cNvPr>
          <p:cNvSpPr txBox="1"/>
          <p:nvPr/>
        </p:nvSpPr>
        <p:spPr>
          <a:xfrm>
            <a:off x="10853284" y="1791918"/>
            <a:ext cx="1071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Label as “</a:t>
            </a:r>
            <a:r>
              <a:rPr lang="en-US" sz="1400" b="1" dirty="0"/>
              <a:t>Cancer</a:t>
            </a:r>
            <a:r>
              <a:rPr lang="en-US" sz="1400" dirty="0"/>
              <a:t>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81C51A-B42E-2DB5-3901-751812450919}"/>
              </a:ext>
            </a:extLst>
          </p:cNvPr>
          <p:cNvSpPr txBox="1"/>
          <p:nvPr/>
        </p:nvSpPr>
        <p:spPr>
          <a:xfrm>
            <a:off x="10947062" y="3542369"/>
            <a:ext cx="1230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Label as “Non-Cancer”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CE21851-560B-24B4-6170-25844BAAF168}"/>
              </a:ext>
            </a:extLst>
          </p:cNvPr>
          <p:cNvCxnSpPr/>
          <p:nvPr/>
        </p:nvCxnSpPr>
        <p:spPr>
          <a:xfrm flipV="1">
            <a:off x="3215848" y="1315233"/>
            <a:ext cx="5908600" cy="558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4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5C85-DBFA-3C8B-FEC0-EBD54E62D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1 image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1CC0F-AC8E-DDBF-253E-E3142472E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7819" y="4719386"/>
            <a:ext cx="2646382" cy="1101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Fed these images into our Machine Learning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F80424-87E4-A7D2-1DAE-41EF946DE790}"/>
              </a:ext>
            </a:extLst>
          </p:cNvPr>
          <p:cNvSpPr/>
          <p:nvPr/>
        </p:nvSpPr>
        <p:spPr>
          <a:xfrm>
            <a:off x="1079900" y="1658077"/>
            <a:ext cx="3815345" cy="26346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1BDA3-93CD-B7E9-EFEA-42554D88A701}"/>
              </a:ext>
            </a:extLst>
          </p:cNvPr>
          <p:cNvSpPr txBox="1"/>
          <p:nvPr/>
        </p:nvSpPr>
        <p:spPr>
          <a:xfrm>
            <a:off x="7108916" y="4864231"/>
            <a:ext cx="2646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Arrange the results in descending order based on the model's prediction scores</a:t>
            </a:r>
          </a:p>
        </p:txBody>
      </p:sp>
      <p:pic>
        <p:nvPicPr>
          <p:cNvPr id="11" name="Graphic 10" descr="Robot outline">
            <a:extLst>
              <a:ext uri="{FF2B5EF4-FFF2-40B4-BE49-F238E27FC236}">
                <a16:creationId xmlns:a16="http://schemas.microsoft.com/office/drawing/2014/main" id="{067A5519-3B58-98CE-339E-3F63BB319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789" y="2769112"/>
            <a:ext cx="914400" cy="914400"/>
          </a:xfrm>
          <a:prstGeom prst="rect">
            <a:avLst/>
          </a:prstGeom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668FC347-8DAD-0A62-A4C8-B8ADA3CCE147}"/>
              </a:ext>
            </a:extLst>
          </p:cNvPr>
          <p:cNvSpPr/>
          <p:nvPr/>
        </p:nvSpPr>
        <p:spPr>
          <a:xfrm>
            <a:off x="5231478" y="3194190"/>
            <a:ext cx="1078787" cy="29538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B52D1AAC-D7F6-5EEC-2ED2-D7BEC6EDB488}"/>
              </a:ext>
            </a:extLst>
          </p:cNvPr>
          <p:cNvSpPr/>
          <p:nvPr/>
        </p:nvSpPr>
        <p:spPr>
          <a:xfrm>
            <a:off x="7248297" y="3194190"/>
            <a:ext cx="1078787" cy="29538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899F524-DED6-D80D-6281-01F871A6B4FA}"/>
              </a:ext>
            </a:extLst>
          </p:cNvPr>
          <p:cNvGraphicFramePr>
            <a:graphicFrameLocks noGrp="1"/>
          </p:cNvGraphicFramePr>
          <p:nvPr/>
        </p:nvGraphicFramePr>
        <p:xfrm>
          <a:off x="9124448" y="694266"/>
          <a:ext cx="1303271" cy="422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271">
                  <a:extLst>
                    <a:ext uri="{9D8B030D-6E8A-4147-A177-3AD203B41FA5}">
                      <a16:colId xmlns:a16="http://schemas.microsoft.com/office/drawing/2014/main" val="2787939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Prediction score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934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499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18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842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417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</a:t>
                      </a:r>
                      <a:r>
                        <a:rPr lang="en-US" altLang="zh-CN" dirty="0"/>
                        <a:t>49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57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4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403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189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713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96954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CFBBDF26-6566-12B5-D392-704474E8CC31}"/>
              </a:ext>
            </a:extLst>
          </p:cNvPr>
          <p:cNvGrpSpPr/>
          <p:nvPr/>
        </p:nvGrpSpPr>
        <p:grpSpPr>
          <a:xfrm>
            <a:off x="1244938" y="1743152"/>
            <a:ext cx="2582349" cy="2123714"/>
            <a:chOff x="1244938" y="1743152"/>
            <a:chExt cx="2582349" cy="212371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0850F8D-1ADC-6DCD-0F28-CA7A0482E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60052" y="1859716"/>
              <a:ext cx="420021" cy="432831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28ED324-D488-0066-9B32-81C5ED042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3306976" y="2237565"/>
              <a:ext cx="426519" cy="45192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7B77C48-85E8-3047-002F-AD81EFF54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87403" y="3312158"/>
              <a:ext cx="327884" cy="427158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00C2BE4-DAF8-6F93-B9BB-443C1EC8A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60512" y="2259818"/>
              <a:ext cx="444319" cy="361416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240FF9C-510E-2E8F-DB33-439A903D1D71}"/>
                </a:ext>
              </a:extLst>
            </p:cNvPr>
            <p:cNvSpPr/>
            <p:nvPr/>
          </p:nvSpPr>
          <p:spPr>
            <a:xfrm>
              <a:off x="2542681" y="1743152"/>
              <a:ext cx="611439" cy="6659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23E28A1-6FC4-C67C-485B-5802572A4BDC}"/>
                </a:ext>
              </a:extLst>
            </p:cNvPr>
            <p:cNvSpPr/>
            <p:nvPr/>
          </p:nvSpPr>
          <p:spPr>
            <a:xfrm>
              <a:off x="1244938" y="3200909"/>
              <a:ext cx="611439" cy="6659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2F02337-BBA6-DE65-9151-2D874D0ACB00}"/>
                </a:ext>
              </a:extLst>
            </p:cNvPr>
            <p:cNvSpPr/>
            <p:nvPr/>
          </p:nvSpPr>
          <p:spPr>
            <a:xfrm>
              <a:off x="3215848" y="2133970"/>
              <a:ext cx="611439" cy="6659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92C4E4A-6446-4A53-8010-2D15F6103052}"/>
                </a:ext>
              </a:extLst>
            </p:cNvPr>
            <p:cNvSpPr/>
            <p:nvPr/>
          </p:nvSpPr>
          <p:spPr>
            <a:xfrm>
              <a:off x="1673687" y="2083689"/>
              <a:ext cx="611439" cy="6659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B41E7564-EE92-AC9D-08C7-5F446EBF74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7819" y="3340887"/>
            <a:ext cx="443328" cy="3807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663AECF-5024-21AC-9070-9F3766DB3A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6468" y="3012777"/>
            <a:ext cx="367449" cy="3370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299BB76-1A3A-4766-DFE3-817DC3C7A6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0052" y="2631266"/>
            <a:ext cx="457200" cy="3441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1EF072-8786-6542-6AED-D7471781F18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9412" y="3177463"/>
            <a:ext cx="436691" cy="38075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A592462-EE5E-EAA4-07A1-604995969F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37369" y="3653240"/>
            <a:ext cx="459011" cy="42459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DCF7E3D-19BF-3110-3254-999C9160FE3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33411" y="2027772"/>
            <a:ext cx="438141" cy="38133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B823E4A-E5EB-7297-87AD-97B9900ED62C}"/>
              </a:ext>
            </a:extLst>
          </p:cNvPr>
          <p:cNvSpPr/>
          <p:nvPr/>
        </p:nvSpPr>
        <p:spPr>
          <a:xfrm>
            <a:off x="3951546" y="1873736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E4305F-3F56-8C10-45A6-057CE5BF0E13}"/>
              </a:ext>
            </a:extLst>
          </p:cNvPr>
          <p:cNvSpPr/>
          <p:nvPr/>
        </p:nvSpPr>
        <p:spPr>
          <a:xfrm>
            <a:off x="3842335" y="3026027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C8582CF-B9ED-66A3-CC7B-E6CE95A3C8B2}"/>
              </a:ext>
            </a:extLst>
          </p:cNvPr>
          <p:cNvSpPr/>
          <p:nvPr/>
        </p:nvSpPr>
        <p:spPr>
          <a:xfrm>
            <a:off x="3130177" y="3177090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8A1AAE8-987E-0473-FE6D-AE3CF01FB6CF}"/>
              </a:ext>
            </a:extLst>
          </p:cNvPr>
          <p:cNvSpPr/>
          <p:nvPr/>
        </p:nvSpPr>
        <p:spPr>
          <a:xfrm>
            <a:off x="2573545" y="2474568"/>
            <a:ext cx="611439" cy="665957"/>
          </a:xfrm>
          <a:prstGeom prst="ellipse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75E4E35-7D33-D6CE-E5E9-E7155992F12A}"/>
              </a:ext>
            </a:extLst>
          </p:cNvPr>
          <p:cNvSpPr/>
          <p:nvPr/>
        </p:nvSpPr>
        <p:spPr>
          <a:xfrm>
            <a:off x="2071531" y="3534756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32D2660-1ABD-0614-FE29-B0990B36CCD3}"/>
              </a:ext>
            </a:extLst>
          </p:cNvPr>
          <p:cNvSpPr/>
          <p:nvPr/>
        </p:nvSpPr>
        <p:spPr>
          <a:xfrm>
            <a:off x="1848636" y="2797363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ight Brace 32">
            <a:extLst>
              <a:ext uri="{FF2B5EF4-FFF2-40B4-BE49-F238E27FC236}">
                <a16:creationId xmlns:a16="http://schemas.microsoft.com/office/drawing/2014/main" id="{2C8005DD-45AC-318E-8E98-71418CCF9939}"/>
              </a:ext>
            </a:extLst>
          </p:cNvPr>
          <p:cNvSpPr/>
          <p:nvPr/>
        </p:nvSpPr>
        <p:spPr>
          <a:xfrm>
            <a:off x="10521863" y="1315233"/>
            <a:ext cx="289196" cy="130600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A4E1AAA9-4F51-DF0D-7880-6839106E276B}"/>
              </a:ext>
            </a:extLst>
          </p:cNvPr>
          <p:cNvSpPr/>
          <p:nvPr/>
        </p:nvSpPr>
        <p:spPr>
          <a:xfrm>
            <a:off x="10552661" y="2856182"/>
            <a:ext cx="289196" cy="20187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950BC7-BE03-4199-2918-243C258261F7}"/>
              </a:ext>
            </a:extLst>
          </p:cNvPr>
          <p:cNvSpPr txBox="1"/>
          <p:nvPr/>
        </p:nvSpPr>
        <p:spPr>
          <a:xfrm>
            <a:off x="10853284" y="1791918"/>
            <a:ext cx="1071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Label as “Cancer”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81C51A-B42E-2DB5-3901-751812450919}"/>
              </a:ext>
            </a:extLst>
          </p:cNvPr>
          <p:cNvSpPr txBox="1"/>
          <p:nvPr/>
        </p:nvSpPr>
        <p:spPr>
          <a:xfrm>
            <a:off x="10947062" y="3542369"/>
            <a:ext cx="1230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Label as </a:t>
            </a:r>
            <a:r>
              <a:rPr lang="en-US" sz="1400" b="1" dirty="0"/>
              <a:t>“Non-Cancer”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CFE4D2B-F633-76CE-7F05-7DE4B5A8864F}"/>
              </a:ext>
            </a:extLst>
          </p:cNvPr>
          <p:cNvCxnSpPr>
            <a:cxnSpLocks/>
            <a:stCxn id="29" idx="6"/>
          </p:cNvCxnSpPr>
          <p:nvPr/>
        </p:nvCxnSpPr>
        <p:spPr>
          <a:xfrm>
            <a:off x="3184984" y="2807547"/>
            <a:ext cx="6001219" cy="1152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32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1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5C85-DBFA-3C8B-FEC0-EBD54E62D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1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1CC0F-AC8E-DDBF-253E-E3142472E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7819" y="4719386"/>
            <a:ext cx="2646382" cy="1101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Fed these images into our Machine Learning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F80424-87E4-A7D2-1DAE-41EF946DE790}"/>
              </a:ext>
            </a:extLst>
          </p:cNvPr>
          <p:cNvSpPr/>
          <p:nvPr/>
        </p:nvSpPr>
        <p:spPr>
          <a:xfrm>
            <a:off x="1079900" y="1658077"/>
            <a:ext cx="3815345" cy="26346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1BDA3-93CD-B7E9-EFEA-42554D88A701}"/>
              </a:ext>
            </a:extLst>
          </p:cNvPr>
          <p:cNvSpPr txBox="1"/>
          <p:nvPr/>
        </p:nvSpPr>
        <p:spPr>
          <a:xfrm>
            <a:off x="7108916" y="4864231"/>
            <a:ext cx="2646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Arrange the results in descending order based on the model's prediction scores</a:t>
            </a:r>
          </a:p>
        </p:txBody>
      </p:sp>
      <p:pic>
        <p:nvPicPr>
          <p:cNvPr id="11" name="Graphic 10" descr="Robot outline">
            <a:extLst>
              <a:ext uri="{FF2B5EF4-FFF2-40B4-BE49-F238E27FC236}">
                <a16:creationId xmlns:a16="http://schemas.microsoft.com/office/drawing/2014/main" id="{067A5519-3B58-98CE-339E-3F63BB319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789" y="2769112"/>
            <a:ext cx="914400" cy="914400"/>
          </a:xfrm>
          <a:prstGeom prst="rect">
            <a:avLst/>
          </a:prstGeom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668FC347-8DAD-0A62-A4C8-B8ADA3CCE147}"/>
              </a:ext>
            </a:extLst>
          </p:cNvPr>
          <p:cNvSpPr/>
          <p:nvPr/>
        </p:nvSpPr>
        <p:spPr>
          <a:xfrm>
            <a:off x="5231478" y="3194190"/>
            <a:ext cx="1078787" cy="29538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B52D1AAC-D7F6-5EEC-2ED2-D7BEC6EDB488}"/>
              </a:ext>
            </a:extLst>
          </p:cNvPr>
          <p:cNvSpPr/>
          <p:nvPr/>
        </p:nvSpPr>
        <p:spPr>
          <a:xfrm>
            <a:off x="7248297" y="3194190"/>
            <a:ext cx="1078787" cy="29538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899F524-DED6-D80D-6281-01F871A6B4FA}"/>
              </a:ext>
            </a:extLst>
          </p:cNvPr>
          <p:cNvGraphicFramePr>
            <a:graphicFrameLocks noGrp="1"/>
          </p:cNvGraphicFramePr>
          <p:nvPr/>
        </p:nvGraphicFramePr>
        <p:xfrm>
          <a:off x="9124448" y="694266"/>
          <a:ext cx="1303271" cy="422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271">
                  <a:extLst>
                    <a:ext uri="{9D8B030D-6E8A-4147-A177-3AD203B41FA5}">
                      <a16:colId xmlns:a16="http://schemas.microsoft.com/office/drawing/2014/main" val="2787939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Prediction score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934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499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18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842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417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</a:t>
                      </a:r>
                      <a:r>
                        <a:rPr lang="en-US" altLang="zh-CN" dirty="0"/>
                        <a:t>49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57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4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403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189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713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9695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0850F8D-1ADC-6DCD-0F28-CA7A0482E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052" y="1859716"/>
            <a:ext cx="420021" cy="43283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28ED324-D488-0066-9B32-81C5ED042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306976" y="2237565"/>
            <a:ext cx="426519" cy="4519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7B77C48-85E8-3047-002F-AD81EFF54A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7403" y="3312158"/>
            <a:ext cx="327884" cy="42715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00C2BE4-DAF8-6F93-B9BB-443C1EC8AF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0512" y="2259818"/>
            <a:ext cx="444319" cy="36141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240FF9C-510E-2E8F-DB33-439A903D1D71}"/>
              </a:ext>
            </a:extLst>
          </p:cNvPr>
          <p:cNvSpPr/>
          <p:nvPr/>
        </p:nvSpPr>
        <p:spPr>
          <a:xfrm>
            <a:off x="2542681" y="1743152"/>
            <a:ext cx="611439" cy="6659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3E28A1-6FC4-C67C-485B-5802572A4BDC}"/>
              </a:ext>
            </a:extLst>
          </p:cNvPr>
          <p:cNvSpPr/>
          <p:nvPr/>
        </p:nvSpPr>
        <p:spPr>
          <a:xfrm>
            <a:off x="1244938" y="3200909"/>
            <a:ext cx="611439" cy="6659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2F02337-BBA6-DE65-9151-2D874D0ACB00}"/>
              </a:ext>
            </a:extLst>
          </p:cNvPr>
          <p:cNvSpPr/>
          <p:nvPr/>
        </p:nvSpPr>
        <p:spPr>
          <a:xfrm>
            <a:off x="3215848" y="2133970"/>
            <a:ext cx="611439" cy="6659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92C4E4A-6446-4A53-8010-2D15F6103052}"/>
              </a:ext>
            </a:extLst>
          </p:cNvPr>
          <p:cNvSpPr/>
          <p:nvPr/>
        </p:nvSpPr>
        <p:spPr>
          <a:xfrm>
            <a:off x="1673687" y="2083689"/>
            <a:ext cx="611439" cy="665957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41E7564-EE92-AC9D-08C7-5F446EBF74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7819" y="3340887"/>
            <a:ext cx="443328" cy="3807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663AECF-5024-21AC-9070-9F3766DB3A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6468" y="3012777"/>
            <a:ext cx="367449" cy="3370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299BB76-1A3A-4766-DFE3-817DC3C7A6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0052" y="2631266"/>
            <a:ext cx="457200" cy="3441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1EF072-8786-6542-6AED-D7471781F18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9412" y="3177463"/>
            <a:ext cx="436691" cy="38075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A592462-EE5E-EAA4-07A1-604995969F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37369" y="3653240"/>
            <a:ext cx="459011" cy="42459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DCF7E3D-19BF-3110-3254-999C9160FE3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33411" y="2027772"/>
            <a:ext cx="438141" cy="38133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B823E4A-E5EB-7297-87AD-97B9900ED62C}"/>
              </a:ext>
            </a:extLst>
          </p:cNvPr>
          <p:cNvSpPr/>
          <p:nvPr/>
        </p:nvSpPr>
        <p:spPr>
          <a:xfrm>
            <a:off x="3951546" y="1873736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E4305F-3F56-8C10-45A6-057CE5BF0E13}"/>
              </a:ext>
            </a:extLst>
          </p:cNvPr>
          <p:cNvSpPr/>
          <p:nvPr/>
        </p:nvSpPr>
        <p:spPr>
          <a:xfrm>
            <a:off x="3842335" y="3026027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C8582CF-B9ED-66A3-CC7B-E6CE95A3C8B2}"/>
              </a:ext>
            </a:extLst>
          </p:cNvPr>
          <p:cNvSpPr/>
          <p:nvPr/>
        </p:nvSpPr>
        <p:spPr>
          <a:xfrm>
            <a:off x="3130177" y="3177090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8A1AAE8-987E-0473-FE6D-AE3CF01FB6CF}"/>
              </a:ext>
            </a:extLst>
          </p:cNvPr>
          <p:cNvSpPr/>
          <p:nvPr/>
        </p:nvSpPr>
        <p:spPr>
          <a:xfrm>
            <a:off x="2573545" y="2474568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75E4E35-7D33-D6CE-E5E9-E7155992F12A}"/>
              </a:ext>
            </a:extLst>
          </p:cNvPr>
          <p:cNvSpPr/>
          <p:nvPr/>
        </p:nvSpPr>
        <p:spPr>
          <a:xfrm>
            <a:off x="2071531" y="3534756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32D2660-1ABD-0614-FE29-B0990B36CCD3}"/>
              </a:ext>
            </a:extLst>
          </p:cNvPr>
          <p:cNvSpPr/>
          <p:nvPr/>
        </p:nvSpPr>
        <p:spPr>
          <a:xfrm>
            <a:off x="1848636" y="2797363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ight Brace 32">
            <a:extLst>
              <a:ext uri="{FF2B5EF4-FFF2-40B4-BE49-F238E27FC236}">
                <a16:creationId xmlns:a16="http://schemas.microsoft.com/office/drawing/2014/main" id="{2C8005DD-45AC-318E-8E98-71418CCF9939}"/>
              </a:ext>
            </a:extLst>
          </p:cNvPr>
          <p:cNvSpPr/>
          <p:nvPr/>
        </p:nvSpPr>
        <p:spPr>
          <a:xfrm>
            <a:off x="10521863" y="1315233"/>
            <a:ext cx="289196" cy="130600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A4E1AAA9-4F51-DF0D-7880-6839106E276B}"/>
              </a:ext>
            </a:extLst>
          </p:cNvPr>
          <p:cNvSpPr/>
          <p:nvPr/>
        </p:nvSpPr>
        <p:spPr>
          <a:xfrm>
            <a:off x="10552661" y="2856182"/>
            <a:ext cx="289196" cy="20187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950BC7-BE03-4199-2918-243C258261F7}"/>
              </a:ext>
            </a:extLst>
          </p:cNvPr>
          <p:cNvSpPr txBox="1"/>
          <p:nvPr/>
        </p:nvSpPr>
        <p:spPr>
          <a:xfrm>
            <a:off x="10853284" y="1791918"/>
            <a:ext cx="1071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Label as “</a:t>
            </a:r>
            <a:r>
              <a:rPr lang="en-US" sz="1400" b="1" dirty="0"/>
              <a:t>Cancer</a:t>
            </a:r>
            <a:r>
              <a:rPr lang="en-US" sz="1400" dirty="0"/>
              <a:t>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81C51A-B42E-2DB5-3901-751812450919}"/>
              </a:ext>
            </a:extLst>
          </p:cNvPr>
          <p:cNvSpPr txBox="1"/>
          <p:nvPr/>
        </p:nvSpPr>
        <p:spPr>
          <a:xfrm>
            <a:off x="10947062" y="3542369"/>
            <a:ext cx="1230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Label as “Non-Cancer”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9EFDBF3-8000-F5BE-2BCF-6D94D5C1E392}"/>
              </a:ext>
            </a:extLst>
          </p:cNvPr>
          <p:cNvCxnSpPr/>
          <p:nvPr/>
        </p:nvCxnSpPr>
        <p:spPr>
          <a:xfrm flipV="1">
            <a:off x="2285126" y="2027772"/>
            <a:ext cx="6446750" cy="209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546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2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5C85-DBFA-3C8B-FEC0-EBD54E62D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1 image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1CC0F-AC8E-DDBF-253E-E3142472E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7819" y="4719386"/>
            <a:ext cx="2646382" cy="1101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Fed these images into our Machine Learning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F80424-87E4-A7D2-1DAE-41EF946DE790}"/>
              </a:ext>
            </a:extLst>
          </p:cNvPr>
          <p:cNvSpPr/>
          <p:nvPr/>
        </p:nvSpPr>
        <p:spPr>
          <a:xfrm>
            <a:off x="1079900" y="1658077"/>
            <a:ext cx="3815345" cy="26346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1BDA3-93CD-B7E9-EFEA-42554D88A701}"/>
              </a:ext>
            </a:extLst>
          </p:cNvPr>
          <p:cNvSpPr txBox="1"/>
          <p:nvPr/>
        </p:nvSpPr>
        <p:spPr>
          <a:xfrm>
            <a:off x="7108916" y="4864231"/>
            <a:ext cx="2646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Arrange the results in descending order based on the model's prediction scores</a:t>
            </a:r>
          </a:p>
        </p:txBody>
      </p:sp>
      <p:pic>
        <p:nvPicPr>
          <p:cNvPr id="11" name="Graphic 10" descr="Robot outline">
            <a:extLst>
              <a:ext uri="{FF2B5EF4-FFF2-40B4-BE49-F238E27FC236}">
                <a16:creationId xmlns:a16="http://schemas.microsoft.com/office/drawing/2014/main" id="{067A5519-3B58-98CE-339E-3F63BB319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789" y="2769112"/>
            <a:ext cx="914400" cy="914400"/>
          </a:xfrm>
          <a:prstGeom prst="rect">
            <a:avLst/>
          </a:prstGeom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668FC347-8DAD-0A62-A4C8-B8ADA3CCE147}"/>
              </a:ext>
            </a:extLst>
          </p:cNvPr>
          <p:cNvSpPr/>
          <p:nvPr/>
        </p:nvSpPr>
        <p:spPr>
          <a:xfrm>
            <a:off x="5231478" y="3194190"/>
            <a:ext cx="1078787" cy="29538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B52D1AAC-D7F6-5EEC-2ED2-D7BEC6EDB488}"/>
              </a:ext>
            </a:extLst>
          </p:cNvPr>
          <p:cNvSpPr/>
          <p:nvPr/>
        </p:nvSpPr>
        <p:spPr>
          <a:xfrm>
            <a:off x="7248297" y="3194190"/>
            <a:ext cx="1078787" cy="29538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899F524-DED6-D80D-6281-01F871A6B4FA}"/>
              </a:ext>
            </a:extLst>
          </p:cNvPr>
          <p:cNvGraphicFramePr>
            <a:graphicFrameLocks noGrp="1"/>
          </p:cNvGraphicFramePr>
          <p:nvPr/>
        </p:nvGraphicFramePr>
        <p:xfrm>
          <a:off x="9124448" y="694266"/>
          <a:ext cx="1303271" cy="422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271">
                  <a:extLst>
                    <a:ext uri="{9D8B030D-6E8A-4147-A177-3AD203B41FA5}">
                      <a16:colId xmlns:a16="http://schemas.microsoft.com/office/drawing/2014/main" val="2787939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Prediction score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934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499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18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842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417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</a:t>
                      </a:r>
                      <a:r>
                        <a:rPr lang="en-US" altLang="zh-CN" dirty="0"/>
                        <a:t>49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57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4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403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189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713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96954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CFBBDF26-6566-12B5-D392-704474E8CC31}"/>
              </a:ext>
            </a:extLst>
          </p:cNvPr>
          <p:cNvGrpSpPr/>
          <p:nvPr/>
        </p:nvGrpSpPr>
        <p:grpSpPr>
          <a:xfrm>
            <a:off x="1244938" y="1743152"/>
            <a:ext cx="2582349" cy="2123714"/>
            <a:chOff x="1244938" y="1743152"/>
            <a:chExt cx="2582349" cy="212371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0850F8D-1ADC-6DCD-0F28-CA7A0482E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60052" y="1859716"/>
              <a:ext cx="420021" cy="432831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28ED324-D488-0066-9B32-81C5ED042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3306976" y="2237565"/>
              <a:ext cx="426519" cy="45192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7B77C48-85E8-3047-002F-AD81EFF54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87403" y="3312158"/>
              <a:ext cx="327884" cy="427158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00C2BE4-DAF8-6F93-B9BB-443C1EC8A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60512" y="2259818"/>
              <a:ext cx="444319" cy="361416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240FF9C-510E-2E8F-DB33-439A903D1D71}"/>
                </a:ext>
              </a:extLst>
            </p:cNvPr>
            <p:cNvSpPr/>
            <p:nvPr/>
          </p:nvSpPr>
          <p:spPr>
            <a:xfrm>
              <a:off x="2542681" y="1743152"/>
              <a:ext cx="611439" cy="6659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23E28A1-6FC4-C67C-485B-5802572A4BDC}"/>
                </a:ext>
              </a:extLst>
            </p:cNvPr>
            <p:cNvSpPr/>
            <p:nvPr/>
          </p:nvSpPr>
          <p:spPr>
            <a:xfrm>
              <a:off x="1244938" y="3200909"/>
              <a:ext cx="611439" cy="6659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2F02337-BBA6-DE65-9151-2D874D0ACB00}"/>
                </a:ext>
              </a:extLst>
            </p:cNvPr>
            <p:cNvSpPr/>
            <p:nvPr/>
          </p:nvSpPr>
          <p:spPr>
            <a:xfrm>
              <a:off x="3215848" y="2133970"/>
              <a:ext cx="611439" cy="6659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92C4E4A-6446-4A53-8010-2D15F6103052}"/>
                </a:ext>
              </a:extLst>
            </p:cNvPr>
            <p:cNvSpPr/>
            <p:nvPr/>
          </p:nvSpPr>
          <p:spPr>
            <a:xfrm>
              <a:off x="1673687" y="2083689"/>
              <a:ext cx="611439" cy="6659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B41E7564-EE92-AC9D-08C7-5F446EBF74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7819" y="3340887"/>
            <a:ext cx="443328" cy="3807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663AECF-5024-21AC-9070-9F3766DB3A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6468" y="3012777"/>
            <a:ext cx="367449" cy="3370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299BB76-1A3A-4766-DFE3-817DC3C7A6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0052" y="2631266"/>
            <a:ext cx="457200" cy="3441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1EF072-8786-6542-6AED-D7471781F18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9412" y="3177463"/>
            <a:ext cx="436691" cy="38075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A592462-EE5E-EAA4-07A1-604995969F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37369" y="3653240"/>
            <a:ext cx="459011" cy="42459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DCF7E3D-19BF-3110-3254-999C9160FE3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33411" y="2027772"/>
            <a:ext cx="438141" cy="38133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B823E4A-E5EB-7297-87AD-97B9900ED62C}"/>
              </a:ext>
            </a:extLst>
          </p:cNvPr>
          <p:cNvSpPr/>
          <p:nvPr/>
        </p:nvSpPr>
        <p:spPr>
          <a:xfrm>
            <a:off x="3951546" y="1873736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E4305F-3F56-8C10-45A6-057CE5BF0E13}"/>
              </a:ext>
            </a:extLst>
          </p:cNvPr>
          <p:cNvSpPr/>
          <p:nvPr/>
        </p:nvSpPr>
        <p:spPr>
          <a:xfrm>
            <a:off x="3842335" y="3026027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C8582CF-B9ED-66A3-CC7B-E6CE95A3C8B2}"/>
              </a:ext>
            </a:extLst>
          </p:cNvPr>
          <p:cNvSpPr/>
          <p:nvPr/>
        </p:nvSpPr>
        <p:spPr>
          <a:xfrm>
            <a:off x="3130177" y="3177090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8A1AAE8-987E-0473-FE6D-AE3CF01FB6CF}"/>
              </a:ext>
            </a:extLst>
          </p:cNvPr>
          <p:cNvSpPr/>
          <p:nvPr/>
        </p:nvSpPr>
        <p:spPr>
          <a:xfrm>
            <a:off x="2573545" y="2474568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75E4E35-7D33-D6CE-E5E9-E7155992F12A}"/>
              </a:ext>
            </a:extLst>
          </p:cNvPr>
          <p:cNvSpPr/>
          <p:nvPr/>
        </p:nvSpPr>
        <p:spPr>
          <a:xfrm>
            <a:off x="2071531" y="3534756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32D2660-1ABD-0614-FE29-B0990B36CCD3}"/>
              </a:ext>
            </a:extLst>
          </p:cNvPr>
          <p:cNvSpPr/>
          <p:nvPr/>
        </p:nvSpPr>
        <p:spPr>
          <a:xfrm>
            <a:off x="1848636" y="2797363"/>
            <a:ext cx="611439" cy="665957"/>
          </a:xfrm>
          <a:prstGeom prst="ellipse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ight Brace 32">
            <a:extLst>
              <a:ext uri="{FF2B5EF4-FFF2-40B4-BE49-F238E27FC236}">
                <a16:creationId xmlns:a16="http://schemas.microsoft.com/office/drawing/2014/main" id="{2C8005DD-45AC-318E-8E98-71418CCF9939}"/>
              </a:ext>
            </a:extLst>
          </p:cNvPr>
          <p:cNvSpPr/>
          <p:nvPr/>
        </p:nvSpPr>
        <p:spPr>
          <a:xfrm>
            <a:off x="10521863" y="1315233"/>
            <a:ext cx="289196" cy="130600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A4E1AAA9-4F51-DF0D-7880-6839106E276B}"/>
              </a:ext>
            </a:extLst>
          </p:cNvPr>
          <p:cNvSpPr/>
          <p:nvPr/>
        </p:nvSpPr>
        <p:spPr>
          <a:xfrm>
            <a:off x="10552661" y="2856182"/>
            <a:ext cx="289196" cy="20187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950BC7-BE03-4199-2918-243C258261F7}"/>
              </a:ext>
            </a:extLst>
          </p:cNvPr>
          <p:cNvSpPr txBox="1"/>
          <p:nvPr/>
        </p:nvSpPr>
        <p:spPr>
          <a:xfrm>
            <a:off x="10853284" y="1791918"/>
            <a:ext cx="1071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Label as “Cancer”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81C51A-B42E-2DB5-3901-751812450919}"/>
              </a:ext>
            </a:extLst>
          </p:cNvPr>
          <p:cNvSpPr txBox="1"/>
          <p:nvPr/>
        </p:nvSpPr>
        <p:spPr>
          <a:xfrm>
            <a:off x="10947062" y="3542369"/>
            <a:ext cx="1230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Label as “</a:t>
            </a:r>
            <a:r>
              <a:rPr lang="en-US" sz="1400" b="1" dirty="0"/>
              <a:t>Non-Cancer”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2ECB629-B8B0-070E-D6E2-F4B82446A24C}"/>
              </a:ext>
            </a:extLst>
          </p:cNvPr>
          <p:cNvCxnSpPr/>
          <p:nvPr/>
        </p:nvCxnSpPr>
        <p:spPr>
          <a:xfrm>
            <a:off x="2542681" y="3200909"/>
            <a:ext cx="6432354" cy="1091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358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5C85-DBFA-3C8B-FEC0-EBD54E62D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1 image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1CC0F-AC8E-DDBF-253E-E3142472E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7819" y="4719386"/>
            <a:ext cx="2646382" cy="1101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Fed these images into our Machine Learning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F80424-87E4-A7D2-1DAE-41EF946DE790}"/>
              </a:ext>
            </a:extLst>
          </p:cNvPr>
          <p:cNvSpPr/>
          <p:nvPr/>
        </p:nvSpPr>
        <p:spPr>
          <a:xfrm>
            <a:off x="1079900" y="1658077"/>
            <a:ext cx="3815345" cy="26346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1BDA3-93CD-B7E9-EFEA-42554D88A701}"/>
              </a:ext>
            </a:extLst>
          </p:cNvPr>
          <p:cNvSpPr txBox="1"/>
          <p:nvPr/>
        </p:nvSpPr>
        <p:spPr>
          <a:xfrm>
            <a:off x="7108916" y="4864231"/>
            <a:ext cx="2646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Arrange the results in descending order based on the model's prediction scores</a:t>
            </a:r>
          </a:p>
        </p:txBody>
      </p:sp>
      <p:pic>
        <p:nvPicPr>
          <p:cNvPr id="11" name="Graphic 10" descr="Robot outline">
            <a:extLst>
              <a:ext uri="{FF2B5EF4-FFF2-40B4-BE49-F238E27FC236}">
                <a16:creationId xmlns:a16="http://schemas.microsoft.com/office/drawing/2014/main" id="{067A5519-3B58-98CE-339E-3F63BB319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789" y="2769112"/>
            <a:ext cx="914400" cy="914400"/>
          </a:xfrm>
          <a:prstGeom prst="rect">
            <a:avLst/>
          </a:prstGeom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668FC347-8DAD-0A62-A4C8-B8ADA3CCE147}"/>
              </a:ext>
            </a:extLst>
          </p:cNvPr>
          <p:cNvSpPr/>
          <p:nvPr/>
        </p:nvSpPr>
        <p:spPr>
          <a:xfrm>
            <a:off x="5231478" y="3194190"/>
            <a:ext cx="1078787" cy="29538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B52D1AAC-D7F6-5EEC-2ED2-D7BEC6EDB488}"/>
              </a:ext>
            </a:extLst>
          </p:cNvPr>
          <p:cNvSpPr/>
          <p:nvPr/>
        </p:nvSpPr>
        <p:spPr>
          <a:xfrm>
            <a:off x="7248297" y="3194190"/>
            <a:ext cx="1078787" cy="29538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899F524-DED6-D80D-6281-01F871A6B4FA}"/>
              </a:ext>
            </a:extLst>
          </p:cNvPr>
          <p:cNvGraphicFramePr>
            <a:graphicFrameLocks noGrp="1"/>
          </p:cNvGraphicFramePr>
          <p:nvPr/>
        </p:nvGraphicFramePr>
        <p:xfrm>
          <a:off x="9124448" y="694266"/>
          <a:ext cx="1303271" cy="422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271">
                  <a:extLst>
                    <a:ext uri="{9D8B030D-6E8A-4147-A177-3AD203B41FA5}">
                      <a16:colId xmlns:a16="http://schemas.microsoft.com/office/drawing/2014/main" val="2787939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Prediction score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934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499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18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842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417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</a:t>
                      </a:r>
                      <a:r>
                        <a:rPr lang="en-US" altLang="zh-CN" dirty="0"/>
                        <a:t>49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57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4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403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189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713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96954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CFBBDF26-6566-12B5-D392-704474E8CC31}"/>
              </a:ext>
            </a:extLst>
          </p:cNvPr>
          <p:cNvGrpSpPr/>
          <p:nvPr/>
        </p:nvGrpSpPr>
        <p:grpSpPr>
          <a:xfrm>
            <a:off x="1244938" y="1743152"/>
            <a:ext cx="2582349" cy="2123714"/>
            <a:chOff x="1244938" y="1743152"/>
            <a:chExt cx="2582349" cy="212371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0850F8D-1ADC-6DCD-0F28-CA7A0482E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60052" y="1859716"/>
              <a:ext cx="420021" cy="432831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28ED324-D488-0066-9B32-81C5ED042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3306976" y="2237565"/>
              <a:ext cx="426519" cy="45192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7B77C48-85E8-3047-002F-AD81EFF54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87403" y="3312158"/>
              <a:ext cx="327884" cy="427158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00C2BE4-DAF8-6F93-B9BB-443C1EC8A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60512" y="2259818"/>
              <a:ext cx="444319" cy="361416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240FF9C-510E-2E8F-DB33-439A903D1D71}"/>
                </a:ext>
              </a:extLst>
            </p:cNvPr>
            <p:cNvSpPr/>
            <p:nvPr/>
          </p:nvSpPr>
          <p:spPr>
            <a:xfrm>
              <a:off x="2542681" y="1743152"/>
              <a:ext cx="611439" cy="6659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23E28A1-6FC4-C67C-485B-5802572A4BDC}"/>
                </a:ext>
              </a:extLst>
            </p:cNvPr>
            <p:cNvSpPr/>
            <p:nvPr/>
          </p:nvSpPr>
          <p:spPr>
            <a:xfrm>
              <a:off x="1244938" y="3200909"/>
              <a:ext cx="611439" cy="6659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2F02337-BBA6-DE65-9151-2D874D0ACB00}"/>
                </a:ext>
              </a:extLst>
            </p:cNvPr>
            <p:cNvSpPr/>
            <p:nvPr/>
          </p:nvSpPr>
          <p:spPr>
            <a:xfrm>
              <a:off x="3215848" y="2133970"/>
              <a:ext cx="611439" cy="6659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92C4E4A-6446-4A53-8010-2D15F6103052}"/>
                </a:ext>
              </a:extLst>
            </p:cNvPr>
            <p:cNvSpPr/>
            <p:nvPr/>
          </p:nvSpPr>
          <p:spPr>
            <a:xfrm>
              <a:off x="1673687" y="2083689"/>
              <a:ext cx="611439" cy="6659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B41E7564-EE92-AC9D-08C7-5F446EBF74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7819" y="3340887"/>
            <a:ext cx="443328" cy="3807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663AECF-5024-21AC-9070-9F3766DB3A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6468" y="3012777"/>
            <a:ext cx="367449" cy="3370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299BB76-1A3A-4766-DFE3-817DC3C7A6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0052" y="2631266"/>
            <a:ext cx="457200" cy="3441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1EF072-8786-6542-6AED-D7471781F18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9412" y="3177463"/>
            <a:ext cx="436691" cy="38075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A592462-EE5E-EAA4-07A1-604995969F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37369" y="3653240"/>
            <a:ext cx="459011" cy="42459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DCF7E3D-19BF-3110-3254-999C9160FE3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33411" y="2027772"/>
            <a:ext cx="438141" cy="38133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B823E4A-E5EB-7297-87AD-97B9900ED62C}"/>
              </a:ext>
            </a:extLst>
          </p:cNvPr>
          <p:cNvSpPr/>
          <p:nvPr/>
        </p:nvSpPr>
        <p:spPr>
          <a:xfrm>
            <a:off x="3951546" y="1873736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E4305F-3F56-8C10-45A6-057CE5BF0E13}"/>
              </a:ext>
            </a:extLst>
          </p:cNvPr>
          <p:cNvSpPr/>
          <p:nvPr/>
        </p:nvSpPr>
        <p:spPr>
          <a:xfrm>
            <a:off x="3842335" y="3026027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C8582CF-B9ED-66A3-CC7B-E6CE95A3C8B2}"/>
              </a:ext>
            </a:extLst>
          </p:cNvPr>
          <p:cNvSpPr/>
          <p:nvPr/>
        </p:nvSpPr>
        <p:spPr>
          <a:xfrm>
            <a:off x="3130177" y="3177090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8A1AAE8-987E-0473-FE6D-AE3CF01FB6CF}"/>
              </a:ext>
            </a:extLst>
          </p:cNvPr>
          <p:cNvSpPr/>
          <p:nvPr/>
        </p:nvSpPr>
        <p:spPr>
          <a:xfrm>
            <a:off x="2573545" y="2474568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75E4E35-7D33-D6CE-E5E9-E7155992F12A}"/>
              </a:ext>
            </a:extLst>
          </p:cNvPr>
          <p:cNvSpPr/>
          <p:nvPr/>
        </p:nvSpPr>
        <p:spPr>
          <a:xfrm>
            <a:off x="2071531" y="3534756"/>
            <a:ext cx="611439" cy="665957"/>
          </a:xfrm>
          <a:prstGeom prst="ellipse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32D2660-1ABD-0614-FE29-B0990B36CCD3}"/>
              </a:ext>
            </a:extLst>
          </p:cNvPr>
          <p:cNvSpPr/>
          <p:nvPr/>
        </p:nvSpPr>
        <p:spPr>
          <a:xfrm>
            <a:off x="1848636" y="2797363"/>
            <a:ext cx="611439" cy="66595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ight Brace 32">
            <a:extLst>
              <a:ext uri="{FF2B5EF4-FFF2-40B4-BE49-F238E27FC236}">
                <a16:creationId xmlns:a16="http://schemas.microsoft.com/office/drawing/2014/main" id="{2C8005DD-45AC-318E-8E98-71418CCF9939}"/>
              </a:ext>
            </a:extLst>
          </p:cNvPr>
          <p:cNvSpPr/>
          <p:nvPr/>
        </p:nvSpPr>
        <p:spPr>
          <a:xfrm>
            <a:off x="10521863" y="1315233"/>
            <a:ext cx="289196" cy="130600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A4E1AAA9-4F51-DF0D-7880-6839106E276B}"/>
              </a:ext>
            </a:extLst>
          </p:cNvPr>
          <p:cNvSpPr/>
          <p:nvPr/>
        </p:nvSpPr>
        <p:spPr>
          <a:xfrm>
            <a:off x="10552661" y="2856182"/>
            <a:ext cx="289196" cy="20187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950BC7-BE03-4199-2918-243C258261F7}"/>
              </a:ext>
            </a:extLst>
          </p:cNvPr>
          <p:cNvSpPr txBox="1"/>
          <p:nvPr/>
        </p:nvSpPr>
        <p:spPr>
          <a:xfrm>
            <a:off x="10853284" y="1791918"/>
            <a:ext cx="1071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Label as “Cancer”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81C51A-B42E-2DB5-3901-751812450919}"/>
              </a:ext>
            </a:extLst>
          </p:cNvPr>
          <p:cNvSpPr txBox="1"/>
          <p:nvPr/>
        </p:nvSpPr>
        <p:spPr>
          <a:xfrm>
            <a:off x="10947062" y="3542369"/>
            <a:ext cx="1230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Label as “</a:t>
            </a:r>
            <a:r>
              <a:rPr lang="en-US" sz="1400" b="1" dirty="0"/>
              <a:t>Non-Cancer</a:t>
            </a:r>
            <a:r>
              <a:rPr lang="en-US" sz="1400" dirty="0"/>
              <a:t>”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3333302-BB7D-191B-A672-F75A849A4567}"/>
              </a:ext>
            </a:extLst>
          </p:cNvPr>
          <p:cNvCxnSpPr/>
          <p:nvPr/>
        </p:nvCxnSpPr>
        <p:spPr>
          <a:xfrm>
            <a:off x="2808514" y="3962400"/>
            <a:ext cx="6596743" cy="756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07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3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5C85-DBFA-3C8B-FEC0-EBD54E62D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</a:t>
            </a:r>
            <a:r>
              <a:rPr lang="en-US"/>
              <a:t>1 image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1CC0F-AC8E-DDBF-253E-E3142472E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7819" y="4719386"/>
            <a:ext cx="2646382" cy="1101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Fed these images into our Machine Learning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F80424-87E4-A7D2-1DAE-41EF946DE790}"/>
              </a:ext>
            </a:extLst>
          </p:cNvPr>
          <p:cNvSpPr/>
          <p:nvPr/>
        </p:nvSpPr>
        <p:spPr>
          <a:xfrm>
            <a:off x="1079900" y="1658077"/>
            <a:ext cx="3815345" cy="26346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1BDA3-93CD-B7E9-EFEA-42554D88A701}"/>
              </a:ext>
            </a:extLst>
          </p:cNvPr>
          <p:cNvSpPr txBox="1"/>
          <p:nvPr/>
        </p:nvSpPr>
        <p:spPr>
          <a:xfrm>
            <a:off x="7108916" y="4864231"/>
            <a:ext cx="2646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Arrange the results in descending order based on the model's prediction scores</a:t>
            </a:r>
          </a:p>
        </p:txBody>
      </p:sp>
      <p:pic>
        <p:nvPicPr>
          <p:cNvPr id="11" name="Graphic 10" descr="Robot outline">
            <a:extLst>
              <a:ext uri="{FF2B5EF4-FFF2-40B4-BE49-F238E27FC236}">
                <a16:creationId xmlns:a16="http://schemas.microsoft.com/office/drawing/2014/main" id="{067A5519-3B58-98CE-339E-3F63BB319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789" y="2769112"/>
            <a:ext cx="914400" cy="914400"/>
          </a:xfrm>
          <a:prstGeom prst="rect">
            <a:avLst/>
          </a:prstGeom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668FC347-8DAD-0A62-A4C8-B8ADA3CCE147}"/>
              </a:ext>
            </a:extLst>
          </p:cNvPr>
          <p:cNvSpPr/>
          <p:nvPr/>
        </p:nvSpPr>
        <p:spPr>
          <a:xfrm>
            <a:off x="5231478" y="3194190"/>
            <a:ext cx="1078787" cy="29538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B52D1AAC-D7F6-5EEC-2ED2-D7BEC6EDB488}"/>
              </a:ext>
            </a:extLst>
          </p:cNvPr>
          <p:cNvSpPr/>
          <p:nvPr/>
        </p:nvSpPr>
        <p:spPr>
          <a:xfrm>
            <a:off x="7248297" y="3194190"/>
            <a:ext cx="1078787" cy="29538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899F524-DED6-D80D-6281-01F871A6B4FA}"/>
              </a:ext>
            </a:extLst>
          </p:cNvPr>
          <p:cNvGraphicFramePr>
            <a:graphicFrameLocks noGrp="1"/>
          </p:cNvGraphicFramePr>
          <p:nvPr/>
        </p:nvGraphicFramePr>
        <p:xfrm>
          <a:off x="9124448" y="694266"/>
          <a:ext cx="1303271" cy="422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271">
                  <a:extLst>
                    <a:ext uri="{9D8B030D-6E8A-4147-A177-3AD203B41FA5}">
                      <a16:colId xmlns:a16="http://schemas.microsoft.com/office/drawing/2014/main" val="2787939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Prediction score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934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499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18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842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417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</a:t>
                      </a:r>
                      <a:r>
                        <a:rPr lang="en-US" altLang="zh-CN" dirty="0"/>
                        <a:t>49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57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4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403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189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713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9695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0850F8D-1ADC-6DCD-0F28-CA7A0482E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052" y="1859716"/>
            <a:ext cx="420021" cy="43283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28ED324-D488-0066-9B32-81C5ED042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306976" y="2237565"/>
            <a:ext cx="426519" cy="4519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7B77C48-85E8-3047-002F-AD81EFF54A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7403" y="3312158"/>
            <a:ext cx="327884" cy="42715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00C2BE4-DAF8-6F93-B9BB-443C1EC8AF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0512" y="2259818"/>
            <a:ext cx="444319" cy="36141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240FF9C-510E-2E8F-DB33-439A903D1D71}"/>
              </a:ext>
            </a:extLst>
          </p:cNvPr>
          <p:cNvSpPr/>
          <p:nvPr/>
        </p:nvSpPr>
        <p:spPr>
          <a:xfrm>
            <a:off x="2542681" y="1743152"/>
            <a:ext cx="611439" cy="6659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3E28A1-6FC4-C67C-485B-5802572A4BDC}"/>
              </a:ext>
            </a:extLst>
          </p:cNvPr>
          <p:cNvSpPr/>
          <p:nvPr/>
        </p:nvSpPr>
        <p:spPr>
          <a:xfrm>
            <a:off x="1244938" y="3200909"/>
            <a:ext cx="611439" cy="665957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2F02337-BBA6-DE65-9151-2D874D0ACB00}"/>
              </a:ext>
            </a:extLst>
          </p:cNvPr>
          <p:cNvSpPr/>
          <p:nvPr/>
        </p:nvSpPr>
        <p:spPr>
          <a:xfrm>
            <a:off x="3215848" y="2133970"/>
            <a:ext cx="611439" cy="6659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92C4E4A-6446-4A53-8010-2D15F6103052}"/>
              </a:ext>
            </a:extLst>
          </p:cNvPr>
          <p:cNvSpPr/>
          <p:nvPr/>
        </p:nvSpPr>
        <p:spPr>
          <a:xfrm>
            <a:off x="1673687" y="2083689"/>
            <a:ext cx="611439" cy="6659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417625D-D06F-5C8C-0C80-0DB03C43BE13}"/>
              </a:ext>
            </a:extLst>
          </p:cNvPr>
          <p:cNvGrpSpPr/>
          <p:nvPr/>
        </p:nvGrpSpPr>
        <p:grpSpPr>
          <a:xfrm>
            <a:off x="1848636" y="1873736"/>
            <a:ext cx="2714349" cy="2326977"/>
            <a:chOff x="1848636" y="1873736"/>
            <a:chExt cx="2714349" cy="232697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1E7564-EE92-AC9D-08C7-5F446EBF7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07819" y="3340887"/>
              <a:ext cx="443328" cy="38075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663AECF-5024-21AC-9070-9F3766DB3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986468" y="3012777"/>
              <a:ext cx="367449" cy="33705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299BB76-1A3A-4766-DFE3-817DC3C7A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660052" y="2631266"/>
              <a:ext cx="457200" cy="344114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41EF072-8786-6542-6AED-D7471781F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919412" y="3177463"/>
              <a:ext cx="436691" cy="380751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A592462-EE5E-EAA4-07A1-604995969F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37369" y="3653240"/>
              <a:ext cx="459011" cy="424591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DCF7E3D-19BF-3110-3254-999C9160F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033411" y="2027772"/>
              <a:ext cx="438141" cy="381337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B823E4A-E5EB-7297-87AD-97B9900ED62C}"/>
                </a:ext>
              </a:extLst>
            </p:cNvPr>
            <p:cNvSpPr/>
            <p:nvPr/>
          </p:nvSpPr>
          <p:spPr>
            <a:xfrm>
              <a:off x="3951546" y="1873736"/>
              <a:ext cx="611439" cy="66595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6E4305F-3F56-8C10-45A6-057CE5BF0E13}"/>
                </a:ext>
              </a:extLst>
            </p:cNvPr>
            <p:cNvSpPr/>
            <p:nvPr/>
          </p:nvSpPr>
          <p:spPr>
            <a:xfrm>
              <a:off x="3842335" y="3026027"/>
              <a:ext cx="611439" cy="66595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C8582CF-B9ED-66A3-CC7B-E6CE95A3C8B2}"/>
                </a:ext>
              </a:extLst>
            </p:cNvPr>
            <p:cNvSpPr/>
            <p:nvPr/>
          </p:nvSpPr>
          <p:spPr>
            <a:xfrm>
              <a:off x="3130177" y="3177090"/>
              <a:ext cx="611439" cy="66595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8A1AAE8-987E-0473-FE6D-AE3CF01FB6CF}"/>
                </a:ext>
              </a:extLst>
            </p:cNvPr>
            <p:cNvSpPr/>
            <p:nvPr/>
          </p:nvSpPr>
          <p:spPr>
            <a:xfrm>
              <a:off x="2573545" y="2474568"/>
              <a:ext cx="611439" cy="66595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75E4E35-7D33-D6CE-E5E9-E7155992F12A}"/>
                </a:ext>
              </a:extLst>
            </p:cNvPr>
            <p:cNvSpPr/>
            <p:nvPr/>
          </p:nvSpPr>
          <p:spPr>
            <a:xfrm>
              <a:off x="2071531" y="3534756"/>
              <a:ext cx="611439" cy="66595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32D2660-1ABD-0614-FE29-B0990B36CCD3}"/>
                </a:ext>
              </a:extLst>
            </p:cNvPr>
            <p:cNvSpPr/>
            <p:nvPr/>
          </p:nvSpPr>
          <p:spPr>
            <a:xfrm>
              <a:off x="1848636" y="2797363"/>
              <a:ext cx="611439" cy="66595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Right Brace 32">
            <a:extLst>
              <a:ext uri="{FF2B5EF4-FFF2-40B4-BE49-F238E27FC236}">
                <a16:creationId xmlns:a16="http://schemas.microsoft.com/office/drawing/2014/main" id="{2C8005DD-45AC-318E-8E98-71418CCF9939}"/>
              </a:ext>
            </a:extLst>
          </p:cNvPr>
          <p:cNvSpPr/>
          <p:nvPr/>
        </p:nvSpPr>
        <p:spPr>
          <a:xfrm>
            <a:off x="10521863" y="1315233"/>
            <a:ext cx="289196" cy="130600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A4E1AAA9-4F51-DF0D-7880-6839106E276B}"/>
              </a:ext>
            </a:extLst>
          </p:cNvPr>
          <p:cNvSpPr/>
          <p:nvPr/>
        </p:nvSpPr>
        <p:spPr>
          <a:xfrm>
            <a:off x="10552661" y="2856182"/>
            <a:ext cx="289196" cy="20187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950BC7-BE03-4199-2918-243C258261F7}"/>
              </a:ext>
            </a:extLst>
          </p:cNvPr>
          <p:cNvSpPr txBox="1"/>
          <p:nvPr/>
        </p:nvSpPr>
        <p:spPr>
          <a:xfrm>
            <a:off x="10853284" y="1791918"/>
            <a:ext cx="1071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Label as “</a:t>
            </a:r>
            <a:r>
              <a:rPr lang="en-US" sz="1400" b="1" dirty="0"/>
              <a:t>Cancer</a:t>
            </a:r>
            <a:r>
              <a:rPr lang="en-US" sz="1400" dirty="0"/>
              <a:t>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81C51A-B42E-2DB5-3901-751812450919}"/>
              </a:ext>
            </a:extLst>
          </p:cNvPr>
          <p:cNvSpPr txBox="1"/>
          <p:nvPr/>
        </p:nvSpPr>
        <p:spPr>
          <a:xfrm>
            <a:off x="10947062" y="3542369"/>
            <a:ext cx="1230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Label as “Non-Cancer”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551170A-271E-256B-BB14-8E02AA8754CC}"/>
              </a:ext>
            </a:extLst>
          </p:cNvPr>
          <p:cNvCxnSpPr>
            <a:cxnSpLocks/>
          </p:cNvCxnSpPr>
          <p:nvPr/>
        </p:nvCxnSpPr>
        <p:spPr>
          <a:xfrm flipV="1">
            <a:off x="1986468" y="2539693"/>
            <a:ext cx="7208807" cy="995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383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2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67261-B4B7-25DE-F296-6CFD4E969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71E502-27C4-F8DB-0E9D-E4323ED6A550}"/>
              </a:ext>
            </a:extLst>
          </p:cNvPr>
          <p:cNvSpPr/>
          <p:nvPr/>
        </p:nvSpPr>
        <p:spPr>
          <a:xfrm rot="5400000">
            <a:off x="1067776" y="5042129"/>
            <a:ext cx="931069" cy="571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E6219-02C3-B1E8-65AC-072F561885E9}"/>
              </a:ext>
            </a:extLst>
          </p:cNvPr>
          <p:cNvSpPr txBox="1"/>
          <p:nvPr/>
        </p:nvSpPr>
        <p:spPr>
          <a:xfrm>
            <a:off x="1256109" y="5574229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662033-CBCB-B32B-B771-DD8A6971F67D}"/>
              </a:ext>
            </a:extLst>
          </p:cNvPr>
          <p:cNvSpPr txBox="1"/>
          <p:nvPr/>
        </p:nvSpPr>
        <p:spPr>
          <a:xfrm>
            <a:off x="11263800" y="5545195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1.0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506BC72-2125-939A-CF54-BDEF25BBC549}"/>
              </a:ext>
            </a:extLst>
          </p:cNvPr>
          <p:cNvSpPr/>
          <p:nvPr/>
        </p:nvSpPr>
        <p:spPr>
          <a:xfrm rot="5400000">
            <a:off x="2413420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8419A6B-ABE0-D1F3-EEAD-F828980EBD51}"/>
              </a:ext>
            </a:extLst>
          </p:cNvPr>
          <p:cNvSpPr/>
          <p:nvPr/>
        </p:nvSpPr>
        <p:spPr>
          <a:xfrm rot="5400000">
            <a:off x="3414772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F9B7AA0-BDD0-62E4-DFED-16F55D717383}"/>
              </a:ext>
            </a:extLst>
          </p:cNvPr>
          <p:cNvSpPr/>
          <p:nvPr/>
        </p:nvSpPr>
        <p:spPr>
          <a:xfrm>
            <a:off x="1577080" y="4991197"/>
            <a:ext cx="9935346" cy="10789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C2F973D-9640-CAA1-FAF4-E4D01B054AA4}"/>
              </a:ext>
            </a:extLst>
          </p:cNvPr>
          <p:cNvSpPr/>
          <p:nvPr/>
        </p:nvSpPr>
        <p:spPr>
          <a:xfrm rot="5400000">
            <a:off x="4416124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D82563E-8FE6-1B21-F411-877BF4C8DA4A}"/>
              </a:ext>
            </a:extLst>
          </p:cNvPr>
          <p:cNvSpPr/>
          <p:nvPr/>
        </p:nvSpPr>
        <p:spPr>
          <a:xfrm rot="5400000">
            <a:off x="5417476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70701FF-5746-B1AE-71E4-0B7A29884C63}"/>
              </a:ext>
            </a:extLst>
          </p:cNvPr>
          <p:cNvSpPr/>
          <p:nvPr/>
        </p:nvSpPr>
        <p:spPr>
          <a:xfrm rot="5400000">
            <a:off x="6418828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B37D779-A4BC-1746-F67E-D0EDB3772313}"/>
              </a:ext>
            </a:extLst>
          </p:cNvPr>
          <p:cNvSpPr/>
          <p:nvPr/>
        </p:nvSpPr>
        <p:spPr>
          <a:xfrm rot="5400000">
            <a:off x="7420180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E7E5EC7-D467-FEE1-5972-A1AD887B0B32}"/>
              </a:ext>
            </a:extLst>
          </p:cNvPr>
          <p:cNvSpPr/>
          <p:nvPr/>
        </p:nvSpPr>
        <p:spPr>
          <a:xfrm rot="5400000">
            <a:off x="8421532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952FE52-0713-A116-11A3-3849CF43E648}"/>
              </a:ext>
            </a:extLst>
          </p:cNvPr>
          <p:cNvSpPr/>
          <p:nvPr/>
        </p:nvSpPr>
        <p:spPr>
          <a:xfrm rot="5400000">
            <a:off x="9422884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E513203-7D3D-EF39-1743-52DC080875FB}"/>
              </a:ext>
            </a:extLst>
          </p:cNvPr>
          <p:cNvSpPr/>
          <p:nvPr/>
        </p:nvSpPr>
        <p:spPr>
          <a:xfrm rot="5400000">
            <a:off x="10424236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F1702D0-F013-D493-E899-B7F5BBEB9EF8}"/>
              </a:ext>
            </a:extLst>
          </p:cNvPr>
          <p:cNvSpPr txBox="1"/>
          <p:nvPr/>
        </p:nvSpPr>
        <p:spPr>
          <a:xfrm>
            <a:off x="1792649" y="5256487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0.1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32080E8-5E7A-30B1-3B13-D1A330F84B10}"/>
              </a:ext>
            </a:extLst>
          </p:cNvPr>
          <p:cNvSpPr txBox="1"/>
          <p:nvPr/>
        </p:nvSpPr>
        <p:spPr>
          <a:xfrm>
            <a:off x="2479730" y="5255196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0.2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6508452-F290-314B-D8D9-3A835CDBA180}"/>
              </a:ext>
            </a:extLst>
          </p:cNvPr>
          <p:cNvSpPr txBox="1"/>
          <p:nvPr/>
        </p:nvSpPr>
        <p:spPr>
          <a:xfrm>
            <a:off x="3599480" y="5255196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0.3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F5FBED5-6183-E83B-E44D-9C64019E4065}"/>
              </a:ext>
            </a:extLst>
          </p:cNvPr>
          <p:cNvSpPr txBox="1"/>
          <p:nvPr/>
        </p:nvSpPr>
        <p:spPr>
          <a:xfrm>
            <a:off x="4659852" y="5255196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0.4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0CFA38E-C33A-C7EB-888D-9A06C0868ACD}"/>
              </a:ext>
            </a:extLst>
          </p:cNvPr>
          <p:cNvSpPr txBox="1"/>
          <p:nvPr/>
        </p:nvSpPr>
        <p:spPr>
          <a:xfrm>
            <a:off x="5804053" y="5329281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0.5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8FAADAB-A1FE-AFCF-FA6A-A334AED0EE51}"/>
              </a:ext>
            </a:extLst>
          </p:cNvPr>
          <p:cNvSpPr txBox="1"/>
          <p:nvPr/>
        </p:nvSpPr>
        <p:spPr>
          <a:xfrm>
            <a:off x="6848569" y="5329281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0.6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6D44D7C-6AB5-3792-2A34-189D463A397A}"/>
              </a:ext>
            </a:extLst>
          </p:cNvPr>
          <p:cNvSpPr txBox="1"/>
          <p:nvPr/>
        </p:nvSpPr>
        <p:spPr>
          <a:xfrm>
            <a:off x="7983364" y="5315163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0.7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99580A0-FB8C-11AF-BD92-619ADF75C369}"/>
              </a:ext>
            </a:extLst>
          </p:cNvPr>
          <p:cNvSpPr txBox="1"/>
          <p:nvPr/>
        </p:nvSpPr>
        <p:spPr>
          <a:xfrm>
            <a:off x="9160819" y="5360529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0.8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2592486-2A8C-5C86-8442-110AC2A7ED60}"/>
              </a:ext>
            </a:extLst>
          </p:cNvPr>
          <p:cNvSpPr txBox="1"/>
          <p:nvPr/>
        </p:nvSpPr>
        <p:spPr>
          <a:xfrm>
            <a:off x="10315689" y="5389422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0.9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9FDE759-B592-65BC-B26C-9DF69B969507}"/>
              </a:ext>
            </a:extLst>
          </p:cNvPr>
          <p:cNvSpPr/>
          <p:nvPr/>
        </p:nvSpPr>
        <p:spPr>
          <a:xfrm>
            <a:off x="9654631" y="3874520"/>
            <a:ext cx="731520" cy="73152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72FF08-34A8-449F-DEAB-283BA102EC06}"/>
              </a:ext>
            </a:extLst>
          </p:cNvPr>
          <p:cNvSpPr txBox="1"/>
          <p:nvPr/>
        </p:nvSpPr>
        <p:spPr>
          <a:xfrm>
            <a:off x="9706617" y="4104201"/>
            <a:ext cx="670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Cancer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8A9A46AE-FDD4-4F2A-744A-4E310F020822}"/>
              </a:ext>
            </a:extLst>
          </p:cNvPr>
          <p:cNvSpPr/>
          <p:nvPr/>
        </p:nvSpPr>
        <p:spPr>
          <a:xfrm>
            <a:off x="10660828" y="3864813"/>
            <a:ext cx="731520" cy="73152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75E8A82-7159-D516-8DD0-39F56E540823}"/>
              </a:ext>
            </a:extLst>
          </p:cNvPr>
          <p:cNvSpPr txBox="1"/>
          <p:nvPr/>
        </p:nvSpPr>
        <p:spPr>
          <a:xfrm>
            <a:off x="10660828" y="4101780"/>
            <a:ext cx="670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Cancer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99D44E90-F042-B090-6AE5-62A9F8C48A4D}"/>
              </a:ext>
            </a:extLst>
          </p:cNvPr>
          <p:cNvSpPr/>
          <p:nvPr/>
        </p:nvSpPr>
        <p:spPr>
          <a:xfrm>
            <a:off x="7642237" y="3850429"/>
            <a:ext cx="731520" cy="73152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E3E0168-580D-5136-A680-CB5D2594D52B}"/>
              </a:ext>
            </a:extLst>
          </p:cNvPr>
          <p:cNvSpPr txBox="1"/>
          <p:nvPr/>
        </p:nvSpPr>
        <p:spPr>
          <a:xfrm>
            <a:off x="7652987" y="4114930"/>
            <a:ext cx="670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Cancer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ED4A3F3C-81EA-BA13-D742-76BE0BFDCC01}"/>
              </a:ext>
            </a:extLst>
          </p:cNvPr>
          <p:cNvSpPr/>
          <p:nvPr/>
        </p:nvSpPr>
        <p:spPr>
          <a:xfrm>
            <a:off x="8648434" y="3876794"/>
            <a:ext cx="731520" cy="73152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5D202FD-7B0E-732A-3C20-946AAF0C1452}"/>
              </a:ext>
            </a:extLst>
          </p:cNvPr>
          <p:cNvSpPr txBox="1"/>
          <p:nvPr/>
        </p:nvSpPr>
        <p:spPr>
          <a:xfrm>
            <a:off x="8682407" y="4114930"/>
            <a:ext cx="670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Cancer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E5379A19-586C-F850-3C07-C1C2EDD60540}"/>
              </a:ext>
            </a:extLst>
          </p:cNvPr>
          <p:cNvSpPr/>
          <p:nvPr/>
        </p:nvSpPr>
        <p:spPr>
          <a:xfrm>
            <a:off x="1521351" y="2762684"/>
            <a:ext cx="731520" cy="73152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556DBD2-D6DC-3341-97E6-03A6DD38F16C}"/>
              </a:ext>
            </a:extLst>
          </p:cNvPr>
          <p:cNvSpPr txBox="1"/>
          <p:nvPr/>
        </p:nvSpPr>
        <p:spPr>
          <a:xfrm>
            <a:off x="1438110" y="3001486"/>
            <a:ext cx="8980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Non-Cancer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A655FE4A-60F3-D623-BEB1-A03200E71C2E}"/>
              </a:ext>
            </a:extLst>
          </p:cNvPr>
          <p:cNvSpPr/>
          <p:nvPr/>
        </p:nvSpPr>
        <p:spPr>
          <a:xfrm>
            <a:off x="2523989" y="2762684"/>
            <a:ext cx="731520" cy="73152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32AE382D-4DFD-4129-577E-0611E94BC3EE}"/>
              </a:ext>
            </a:extLst>
          </p:cNvPr>
          <p:cNvSpPr/>
          <p:nvPr/>
        </p:nvSpPr>
        <p:spPr>
          <a:xfrm>
            <a:off x="6534539" y="2741770"/>
            <a:ext cx="731520" cy="73152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4BD8189D-0E1A-9BE7-F8DD-33790E12081A}"/>
              </a:ext>
            </a:extLst>
          </p:cNvPr>
          <p:cNvSpPr/>
          <p:nvPr/>
        </p:nvSpPr>
        <p:spPr>
          <a:xfrm>
            <a:off x="3526627" y="2762684"/>
            <a:ext cx="731520" cy="73152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863BD76-FB4F-E88A-9834-886CD0ABBA8C}"/>
              </a:ext>
            </a:extLst>
          </p:cNvPr>
          <p:cNvSpPr txBox="1"/>
          <p:nvPr/>
        </p:nvSpPr>
        <p:spPr>
          <a:xfrm>
            <a:off x="4039277" y="5960330"/>
            <a:ext cx="4113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Predicted Risk of Cancer (in probability)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BAC5FAA-9DD9-69FE-1196-DE2EF61894DD}"/>
              </a:ext>
            </a:extLst>
          </p:cNvPr>
          <p:cNvSpPr/>
          <p:nvPr/>
        </p:nvSpPr>
        <p:spPr>
          <a:xfrm>
            <a:off x="4529265" y="2753144"/>
            <a:ext cx="731520" cy="73152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03E650E3-6E89-BD41-CA8F-8F2F66605A08}"/>
              </a:ext>
            </a:extLst>
          </p:cNvPr>
          <p:cNvSpPr/>
          <p:nvPr/>
        </p:nvSpPr>
        <p:spPr>
          <a:xfrm>
            <a:off x="173764" y="2741770"/>
            <a:ext cx="1297611" cy="91098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Ground Truth = 0 </a:t>
            </a: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91819B22-9CDB-9613-EBE1-44C687F85B94}"/>
              </a:ext>
            </a:extLst>
          </p:cNvPr>
          <p:cNvSpPr/>
          <p:nvPr/>
        </p:nvSpPr>
        <p:spPr>
          <a:xfrm>
            <a:off x="173763" y="3737239"/>
            <a:ext cx="1297611" cy="91098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Ground Truth = 1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32F580C-37A9-4427-2D11-AEA350A86451}"/>
              </a:ext>
            </a:extLst>
          </p:cNvPr>
          <p:cNvSpPr/>
          <p:nvPr/>
        </p:nvSpPr>
        <p:spPr>
          <a:xfrm>
            <a:off x="4096732" y="1032055"/>
            <a:ext cx="4797385" cy="726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Predicted Probabilities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F5C469-0248-A3A3-8F3C-8C39DB133098}"/>
              </a:ext>
            </a:extLst>
          </p:cNvPr>
          <p:cNvSpPr txBox="1"/>
          <p:nvPr/>
        </p:nvSpPr>
        <p:spPr>
          <a:xfrm>
            <a:off x="2000588" y="164123"/>
            <a:ext cx="9263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Draw the ROC curve based on the model prediction results below, </a:t>
            </a:r>
          </a:p>
          <a:p>
            <a:r>
              <a:rPr lang="en-US" b="1" dirty="0"/>
              <a:t>then calculate </a:t>
            </a:r>
            <a:r>
              <a:rPr lang="en-US" b="1"/>
              <a:t>the </a:t>
            </a:r>
            <a:r>
              <a:rPr lang="en-US" b="1" dirty="0"/>
              <a:t>rough </a:t>
            </a:r>
            <a:r>
              <a:rPr lang="en-US" b="1"/>
              <a:t>AUROC</a:t>
            </a:r>
            <a:endParaRPr lang="en-US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676B213-28DF-8EF6-B7EE-E4C136C3FB8F}"/>
              </a:ext>
            </a:extLst>
          </p:cNvPr>
          <p:cNvSpPr/>
          <p:nvPr/>
        </p:nvSpPr>
        <p:spPr>
          <a:xfrm>
            <a:off x="5531903" y="2753144"/>
            <a:ext cx="731520" cy="73152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19537F4-2463-C7D6-04BD-634F7F19198E}"/>
                  </a:ext>
                </a:extLst>
              </p14:cNvPr>
              <p14:cNvContentPartPr/>
              <p14:nvPr/>
            </p14:nvContentPartPr>
            <p14:xfrm>
              <a:off x="6279646" y="1540505"/>
              <a:ext cx="360" cy="61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19537F4-2463-C7D6-04BD-634F7F19198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275326" y="1536185"/>
                <a:ext cx="9000" cy="1476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15A8AF87-AFFE-1E3B-F864-5A1EAF495E56}"/>
              </a:ext>
            </a:extLst>
          </p:cNvPr>
          <p:cNvSpPr/>
          <p:nvPr/>
        </p:nvSpPr>
        <p:spPr>
          <a:xfrm rot="5400000">
            <a:off x="11075467" y="5042129"/>
            <a:ext cx="931069" cy="571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9F646F-C120-751C-D782-B99FAA8FA87C}"/>
              </a:ext>
            </a:extLst>
          </p:cNvPr>
          <p:cNvSpPr txBox="1"/>
          <p:nvPr/>
        </p:nvSpPr>
        <p:spPr>
          <a:xfrm>
            <a:off x="2440747" y="3000108"/>
            <a:ext cx="8980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Non-Cancer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F091C7-B20B-A38A-B64E-C3E1336E04D4}"/>
              </a:ext>
            </a:extLst>
          </p:cNvPr>
          <p:cNvSpPr txBox="1"/>
          <p:nvPr/>
        </p:nvSpPr>
        <p:spPr>
          <a:xfrm>
            <a:off x="3495703" y="3013316"/>
            <a:ext cx="8980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Non-Cancer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E250AE-3343-3A98-5A82-773E0FB1C4E5}"/>
              </a:ext>
            </a:extLst>
          </p:cNvPr>
          <p:cNvSpPr txBox="1"/>
          <p:nvPr/>
        </p:nvSpPr>
        <p:spPr>
          <a:xfrm>
            <a:off x="4459476" y="3000108"/>
            <a:ext cx="8980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Non-Cancer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EB8A57-A6EC-A345-D856-9DB886E7343D}"/>
              </a:ext>
            </a:extLst>
          </p:cNvPr>
          <p:cNvSpPr txBox="1"/>
          <p:nvPr/>
        </p:nvSpPr>
        <p:spPr>
          <a:xfrm>
            <a:off x="5493038" y="2997838"/>
            <a:ext cx="8980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Non-Cancer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E5502A-224A-D7A7-CA31-D026A0E9A7A5}"/>
              </a:ext>
            </a:extLst>
          </p:cNvPr>
          <p:cNvSpPr txBox="1"/>
          <p:nvPr/>
        </p:nvSpPr>
        <p:spPr>
          <a:xfrm>
            <a:off x="6447818" y="2983629"/>
            <a:ext cx="8980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Non-Cancer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7199C51A-4C4D-E396-2C92-03ED78E79377}"/>
              </a:ext>
            </a:extLst>
          </p:cNvPr>
          <p:cNvSpPr/>
          <p:nvPr/>
        </p:nvSpPr>
        <p:spPr>
          <a:xfrm rot="5400000">
            <a:off x="5797611" y="-2636765"/>
            <a:ext cx="1405838" cy="1005831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9765365-6CBD-1694-6C93-88BC11E078AF}"/>
                  </a:ext>
                </a:extLst>
              </p14:cNvPr>
              <p14:cNvContentPartPr/>
              <p14:nvPr/>
            </p14:nvContentPartPr>
            <p14:xfrm>
              <a:off x="9318203" y="237966"/>
              <a:ext cx="2739960" cy="17794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9765365-6CBD-1694-6C93-88BC11E078A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302723" y="222846"/>
                <a:ext cx="2770200" cy="181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03BA6250-B742-E8C6-61CF-090A22FF8D06}"/>
                  </a:ext>
                </a:extLst>
              </p14:cNvPr>
              <p14:cNvContentPartPr/>
              <p14:nvPr/>
            </p14:nvContentPartPr>
            <p14:xfrm>
              <a:off x="543563" y="1497606"/>
              <a:ext cx="787680" cy="55656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03BA6250-B742-E8C6-61CF-090A22FF8D0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28083" y="1482486"/>
                <a:ext cx="817920" cy="58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C4DAD046-2E4D-0472-7DC3-FF5D92ABAF0E}"/>
                  </a:ext>
                </a:extLst>
              </p14:cNvPr>
              <p14:cNvContentPartPr/>
              <p14:nvPr/>
            </p14:nvContentPartPr>
            <p14:xfrm>
              <a:off x="128843" y="333006"/>
              <a:ext cx="1658880" cy="9738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C4DAD046-2E4D-0472-7DC3-FF5D92ABAF0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3723" y="317880"/>
                <a:ext cx="1689120" cy="10044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4A45FE32-3C68-6DED-FD17-A0A65FFCBBBA}"/>
                  </a:ext>
                </a:extLst>
              </p14:cNvPr>
              <p14:cNvContentPartPr/>
              <p14:nvPr/>
            </p14:nvContentPartPr>
            <p14:xfrm>
              <a:off x="1493243" y="988566"/>
              <a:ext cx="551520" cy="71424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4A45FE32-3C68-6DED-FD17-A0A65FFCBBB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478123" y="973446"/>
                <a:ext cx="581760" cy="74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C54E59DC-4D39-8D5E-D3F1-44B621D4F84E}"/>
                  </a:ext>
                </a:extLst>
              </p14:cNvPr>
              <p14:cNvContentPartPr/>
              <p14:nvPr/>
            </p14:nvContentPartPr>
            <p14:xfrm>
              <a:off x="1640843" y="1455486"/>
              <a:ext cx="340920" cy="38340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C54E59DC-4D39-8D5E-D3F1-44B621D4F84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625723" y="1440366"/>
                <a:ext cx="371520" cy="4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CE604154-D0F3-3525-954E-4F1D1985DCA9}"/>
                  </a:ext>
                </a:extLst>
              </p14:cNvPr>
              <p14:cNvContentPartPr/>
              <p14:nvPr/>
            </p14:nvContentPartPr>
            <p14:xfrm>
              <a:off x="2007683" y="1135446"/>
              <a:ext cx="305280" cy="28728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CE604154-D0F3-3525-954E-4F1D1985DCA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992563" y="1120326"/>
                <a:ext cx="33588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8A11D56A-8CF0-3EAF-D906-A71AA0EECA4E}"/>
                  </a:ext>
                </a:extLst>
              </p14:cNvPr>
              <p14:cNvContentPartPr/>
              <p14:nvPr/>
            </p14:nvContentPartPr>
            <p14:xfrm>
              <a:off x="10794923" y="1880646"/>
              <a:ext cx="664920" cy="32436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8A11D56A-8CF0-3EAF-D906-A71AA0EECA4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779795" y="1865543"/>
                <a:ext cx="695537" cy="3545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451705AD-05A6-1CD7-AEAE-56B8CCA14C50}"/>
                  </a:ext>
                </a:extLst>
              </p14:cNvPr>
              <p14:cNvContentPartPr/>
              <p14:nvPr/>
            </p14:nvContentPartPr>
            <p14:xfrm>
              <a:off x="8904203" y="673566"/>
              <a:ext cx="545400" cy="29484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451705AD-05A6-1CD7-AEAE-56B8CCA14C5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888723" y="658446"/>
                <a:ext cx="57600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3C7193EE-390E-BC0D-A8E4-5E27AED1D261}"/>
                  </a:ext>
                </a:extLst>
              </p14:cNvPr>
              <p14:cNvContentPartPr/>
              <p14:nvPr/>
            </p14:nvContentPartPr>
            <p14:xfrm>
              <a:off x="9711683" y="1723326"/>
              <a:ext cx="10800" cy="576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3C7193EE-390E-BC0D-A8E4-5E27AED1D26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696563" y="1707846"/>
                <a:ext cx="41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87154486-C0F8-3577-10A8-F4966823C760}"/>
                  </a:ext>
                </a:extLst>
              </p14:cNvPr>
              <p14:cNvContentPartPr/>
              <p14:nvPr/>
            </p14:nvContentPartPr>
            <p14:xfrm>
              <a:off x="9145043" y="1293486"/>
              <a:ext cx="598320" cy="25704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87154486-C0F8-3577-10A8-F4966823C76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129572" y="1278366"/>
                <a:ext cx="628902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2DB4F45D-2EE2-3323-31FB-C34BC278CDA0}"/>
                  </a:ext>
                </a:extLst>
              </p14:cNvPr>
              <p14:cNvContentPartPr/>
              <p14:nvPr/>
            </p14:nvContentPartPr>
            <p14:xfrm>
              <a:off x="9612683" y="999006"/>
              <a:ext cx="94320" cy="2664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2DB4F45D-2EE2-3323-31FB-C34BC278CDA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597203" y="983886"/>
                <a:ext cx="12456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48497800-89EC-3393-2C33-01D81EC80578}"/>
                  </a:ext>
                </a:extLst>
              </p14:cNvPr>
              <p14:cNvContentPartPr/>
              <p14:nvPr/>
            </p14:nvContentPartPr>
            <p14:xfrm>
              <a:off x="9596123" y="631806"/>
              <a:ext cx="89640" cy="5292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48497800-89EC-3393-2C33-01D81EC80578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581003" y="616326"/>
                <a:ext cx="12024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E0568BD0-B90B-A167-8D1A-CED9B75A36B4}"/>
                  </a:ext>
                </a:extLst>
              </p14:cNvPr>
              <p14:cNvContentPartPr/>
              <p14:nvPr/>
            </p14:nvContentPartPr>
            <p14:xfrm>
              <a:off x="9611963" y="274686"/>
              <a:ext cx="2183760" cy="6336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E0568BD0-B90B-A167-8D1A-CED9B75A36B4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596841" y="259566"/>
                <a:ext cx="2214365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EE244C21-197F-60A2-43F9-A3217F71A124}"/>
                  </a:ext>
                </a:extLst>
              </p14:cNvPr>
              <p14:cNvContentPartPr/>
              <p14:nvPr/>
            </p14:nvContentPartPr>
            <p14:xfrm>
              <a:off x="9218483" y="930966"/>
              <a:ext cx="294120" cy="26712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EE244C21-197F-60A2-43F9-A3217F71A12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197963" y="915507"/>
                <a:ext cx="329760" cy="3027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F4424DAE-A219-535F-3B56-0AE12858EB4C}"/>
                  </a:ext>
                </a:extLst>
              </p14:cNvPr>
              <p14:cNvContentPartPr/>
              <p14:nvPr/>
            </p14:nvContentPartPr>
            <p14:xfrm>
              <a:off x="9386243" y="615966"/>
              <a:ext cx="105480" cy="10548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F4424DAE-A219-535F-3B56-0AE12858EB4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371123" y="600846"/>
                <a:ext cx="13572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BEB72764-9D2B-168B-2C67-746A0636B5E0}"/>
                  </a:ext>
                </a:extLst>
              </p14:cNvPr>
              <p14:cNvContentPartPr/>
              <p14:nvPr/>
            </p14:nvContentPartPr>
            <p14:xfrm>
              <a:off x="9485963" y="621006"/>
              <a:ext cx="52920" cy="576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BEB72764-9D2B-168B-2C67-746A0636B5E0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470843" y="605886"/>
                <a:ext cx="831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3FA3DB6F-1AB1-9387-E611-F5CAA2AB81D7}"/>
                  </a:ext>
                </a:extLst>
              </p14:cNvPr>
              <p14:cNvContentPartPr/>
              <p14:nvPr/>
            </p14:nvContentPartPr>
            <p14:xfrm>
              <a:off x="9465083" y="516246"/>
              <a:ext cx="115920" cy="7632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3FA3DB6F-1AB1-9387-E611-F5CAA2AB81D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449603" y="501126"/>
                <a:ext cx="14616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49DC6EB2-8AE3-0D21-FBA3-390FD35E383E}"/>
                  </a:ext>
                </a:extLst>
              </p14:cNvPr>
              <p14:cNvContentPartPr/>
              <p14:nvPr/>
            </p14:nvContentPartPr>
            <p14:xfrm>
              <a:off x="9538523" y="479526"/>
              <a:ext cx="52920" cy="7164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49DC6EB2-8AE3-0D21-FBA3-390FD35E383E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523043" y="464406"/>
                <a:ext cx="8316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3472364C-B79E-7CB3-945A-2BCCE8DCC64C}"/>
                  </a:ext>
                </a:extLst>
              </p14:cNvPr>
              <p14:cNvContentPartPr/>
              <p14:nvPr/>
            </p14:nvContentPartPr>
            <p14:xfrm>
              <a:off x="9543563" y="395646"/>
              <a:ext cx="94680" cy="7920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3472364C-B79E-7CB3-945A-2BCCE8DCC64C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528443" y="380166"/>
                <a:ext cx="12528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4BEAB8BB-1CAE-60D7-948A-88AF65425753}"/>
                  </a:ext>
                </a:extLst>
              </p14:cNvPr>
              <p14:cNvContentPartPr/>
              <p14:nvPr/>
            </p14:nvContentPartPr>
            <p14:xfrm>
              <a:off x="9412523" y="145806"/>
              <a:ext cx="52920" cy="16596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4BEAB8BB-1CAE-60D7-948A-88AF65425753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397403" y="130686"/>
                <a:ext cx="83160" cy="19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6407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181F15B7-8110-F6CD-A238-5C164DD3C270}"/>
              </a:ext>
            </a:extLst>
          </p:cNvPr>
          <p:cNvGrpSpPr/>
          <p:nvPr/>
        </p:nvGrpSpPr>
        <p:grpSpPr>
          <a:xfrm>
            <a:off x="9640394" y="3864813"/>
            <a:ext cx="731520" cy="731520"/>
            <a:chOff x="6362251" y="1858301"/>
            <a:chExt cx="731520" cy="73152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6DABD7F-F5D9-0E77-8940-C1D244EEFA7B}"/>
                </a:ext>
              </a:extLst>
            </p:cNvPr>
            <p:cNvSpPr/>
            <p:nvPr/>
          </p:nvSpPr>
          <p:spPr>
            <a:xfrm>
              <a:off x="6362251" y="1858301"/>
              <a:ext cx="731520" cy="73152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91C57F9-AF6F-4F97-2DAC-5C074870486D}"/>
                </a:ext>
              </a:extLst>
            </p:cNvPr>
            <p:cNvSpPr txBox="1"/>
            <p:nvPr/>
          </p:nvSpPr>
          <p:spPr>
            <a:xfrm>
              <a:off x="6362251" y="2114276"/>
              <a:ext cx="6703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</a:rPr>
                <a:t>Cancer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BEA1832-4805-3DE1-D6A6-310BE46DF0E4}"/>
              </a:ext>
            </a:extLst>
          </p:cNvPr>
          <p:cNvGrpSpPr/>
          <p:nvPr/>
        </p:nvGrpSpPr>
        <p:grpSpPr>
          <a:xfrm>
            <a:off x="10660828" y="3864813"/>
            <a:ext cx="731520" cy="731520"/>
            <a:chOff x="6100442" y="1831430"/>
            <a:chExt cx="731520" cy="731520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D084FEBF-64DA-3ECA-3A74-AED665EC0413}"/>
                </a:ext>
              </a:extLst>
            </p:cNvPr>
            <p:cNvSpPr/>
            <p:nvPr/>
          </p:nvSpPr>
          <p:spPr>
            <a:xfrm>
              <a:off x="6100442" y="1831430"/>
              <a:ext cx="731520" cy="73152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B89B887-65AD-F0B1-C02D-2E0BD89FFAF1}"/>
                </a:ext>
              </a:extLst>
            </p:cNvPr>
            <p:cNvSpPr txBox="1"/>
            <p:nvPr/>
          </p:nvSpPr>
          <p:spPr>
            <a:xfrm>
              <a:off x="6131014" y="2053031"/>
              <a:ext cx="6703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</a:rPr>
                <a:t>Cancer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A51C290-BE76-8074-F546-1203A4AE16C8}"/>
              </a:ext>
            </a:extLst>
          </p:cNvPr>
          <p:cNvGrpSpPr/>
          <p:nvPr/>
        </p:nvGrpSpPr>
        <p:grpSpPr>
          <a:xfrm>
            <a:off x="7467348" y="3894749"/>
            <a:ext cx="731520" cy="731520"/>
            <a:chOff x="6100442" y="1831430"/>
            <a:chExt cx="731520" cy="731520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5147A5D1-DBDA-855D-D5B2-CF17CD7A0BAE}"/>
                </a:ext>
              </a:extLst>
            </p:cNvPr>
            <p:cNvSpPr/>
            <p:nvPr/>
          </p:nvSpPr>
          <p:spPr>
            <a:xfrm>
              <a:off x="6100442" y="1831430"/>
              <a:ext cx="731520" cy="73152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6F725FD-AE1B-3624-73BE-92F4722CED59}"/>
                </a:ext>
              </a:extLst>
            </p:cNvPr>
            <p:cNvSpPr txBox="1"/>
            <p:nvPr/>
          </p:nvSpPr>
          <p:spPr>
            <a:xfrm>
              <a:off x="6131014" y="2053031"/>
              <a:ext cx="6703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Cancer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09AE7D3-5B79-2DAB-2D12-6398F7E489A1}"/>
              </a:ext>
            </a:extLst>
          </p:cNvPr>
          <p:cNvGrpSpPr/>
          <p:nvPr/>
        </p:nvGrpSpPr>
        <p:grpSpPr>
          <a:xfrm>
            <a:off x="8518214" y="3893329"/>
            <a:ext cx="731520" cy="731520"/>
            <a:chOff x="6100442" y="1831430"/>
            <a:chExt cx="731520" cy="731520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2E699F35-468B-CEE8-311B-B4182A1A7891}"/>
                </a:ext>
              </a:extLst>
            </p:cNvPr>
            <p:cNvSpPr/>
            <p:nvPr/>
          </p:nvSpPr>
          <p:spPr>
            <a:xfrm>
              <a:off x="6100442" y="1831430"/>
              <a:ext cx="731520" cy="73152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546A162C-B367-95F4-A836-FBFFF86AD1F8}"/>
                </a:ext>
              </a:extLst>
            </p:cNvPr>
            <p:cNvSpPr txBox="1"/>
            <p:nvPr/>
          </p:nvSpPr>
          <p:spPr>
            <a:xfrm>
              <a:off x="6131014" y="2053031"/>
              <a:ext cx="6703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</a:rPr>
                <a:t>Cancer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16E2D76-8C1A-C6D1-4FEE-D49F6AB6C3D0}"/>
              </a:ext>
            </a:extLst>
          </p:cNvPr>
          <p:cNvGrpSpPr/>
          <p:nvPr/>
        </p:nvGrpSpPr>
        <p:grpSpPr>
          <a:xfrm>
            <a:off x="2434576" y="2762684"/>
            <a:ext cx="898003" cy="731520"/>
            <a:chOff x="1190943" y="2895908"/>
            <a:chExt cx="898003" cy="731520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EDC15BD-80F1-9738-C460-BB33F2A46229}"/>
                </a:ext>
              </a:extLst>
            </p:cNvPr>
            <p:cNvSpPr/>
            <p:nvPr/>
          </p:nvSpPr>
          <p:spPr>
            <a:xfrm>
              <a:off x="1274185" y="2895908"/>
              <a:ext cx="731520" cy="73152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0DA8C90-DB32-37B4-87CB-B604CAABF025}"/>
                </a:ext>
              </a:extLst>
            </p:cNvPr>
            <p:cNvSpPr txBox="1"/>
            <p:nvPr/>
          </p:nvSpPr>
          <p:spPr>
            <a:xfrm>
              <a:off x="1190943" y="3134710"/>
              <a:ext cx="89800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Non-Cancer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C75E992-C59E-58C4-59E6-42C6A7DD4D6E}"/>
              </a:ext>
            </a:extLst>
          </p:cNvPr>
          <p:cNvGrpSpPr/>
          <p:nvPr/>
        </p:nvGrpSpPr>
        <p:grpSpPr>
          <a:xfrm>
            <a:off x="3732215" y="2762684"/>
            <a:ext cx="898003" cy="731520"/>
            <a:chOff x="1221939" y="2895908"/>
            <a:chExt cx="898003" cy="731520"/>
          </a:xfrm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476232FA-4ED3-2AC1-41E3-6661DB461F25}"/>
                </a:ext>
              </a:extLst>
            </p:cNvPr>
            <p:cNvSpPr/>
            <p:nvPr/>
          </p:nvSpPr>
          <p:spPr>
            <a:xfrm>
              <a:off x="1274185" y="2895908"/>
              <a:ext cx="731520" cy="73152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97F22AFB-3286-54D9-CA66-E9476653115B}"/>
                </a:ext>
              </a:extLst>
            </p:cNvPr>
            <p:cNvSpPr txBox="1"/>
            <p:nvPr/>
          </p:nvSpPr>
          <p:spPr>
            <a:xfrm>
              <a:off x="1221939" y="3134710"/>
              <a:ext cx="89800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>
                  <a:solidFill>
                    <a:schemeClr val="bg1"/>
                  </a:solidFill>
                </a:rPr>
                <a:t>Non-Cancer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181140C-E9ED-FF80-D284-6439F62467A3}"/>
              </a:ext>
            </a:extLst>
          </p:cNvPr>
          <p:cNvGrpSpPr/>
          <p:nvPr/>
        </p:nvGrpSpPr>
        <p:grpSpPr>
          <a:xfrm>
            <a:off x="8812680" y="2764505"/>
            <a:ext cx="898003" cy="731520"/>
            <a:chOff x="1190943" y="2895908"/>
            <a:chExt cx="898003" cy="731520"/>
          </a:xfrm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17B7953D-8C89-6EB3-82EB-6C7425E7C000}"/>
                </a:ext>
              </a:extLst>
            </p:cNvPr>
            <p:cNvSpPr/>
            <p:nvPr/>
          </p:nvSpPr>
          <p:spPr>
            <a:xfrm>
              <a:off x="1274185" y="2895908"/>
              <a:ext cx="731520" cy="73152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CD509FD-47AC-0D5C-94D5-5E2A147FD537}"/>
                </a:ext>
              </a:extLst>
            </p:cNvPr>
            <p:cNvSpPr txBox="1"/>
            <p:nvPr/>
          </p:nvSpPr>
          <p:spPr>
            <a:xfrm>
              <a:off x="1190943" y="3134710"/>
              <a:ext cx="89800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Non-Cancer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32CDD3F-4F85-25E5-B28A-3E136915896D}"/>
              </a:ext>
            </a:extLst>
          </p:cNvPr>
          <p:cNvGrpSpPr/>
          <p:nvPr/>
        </p:nvGrpSpPr>
        <p:grpSpPr>
          <a:xfrm>
            <a:off x="4944502" y="2762684"/>
            <a:ext cx="898003" cy="731520"/>
            <a:chOff x="1190943" y="2895908"/>
            <a:chExt cx="898003" cy="731520"/>
          </a:xfrm>
        </p:grpSpPr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3F6CDD33-EC4A-D09B-D835-1262CE58D8A5}"/>
                </a:ext>
              </a:extLst>
            </p:cNvPr>
            <p:cNvSpPr/>
            <p:nvPr/>
          </p:nvSpPr>
          <p:spPr>
            <a:xfrm>
              <a:off x="1274185" y="2895908"/>
              <a:ext cx="731520" cy="73152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1201634-CA69-69BA-EA69-162FDE56B495}"/>
                </a:ext>
              </a:extLst>
            </p:cNvPr>
            <p:cNvSpPr txBox="1"/>
            <p:nvPr/>
          </p:nvSpPr>
          <p:spPr>
            <a:xfrm>
              <a:off x="1190943" y="3134710"/>
              <a:ext cx="89800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Non-Cancer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B431C1FF-D2C6-A400-3F97-0CDBDBE18D41}"/>
              </a:ext>
            </a:extLst>
          </p:cNvPr>
          <p:cNvSpPr/>
          <p:nvPr/>
        </p:nvSpPr>
        <p:spPr>
          <a:xfrm>
            <a:off x="6327085" y="2764505"/>
            <a:ext cx="731520" cy="73152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14BDE8-B73C-5182-6CCB-5B2ECCD3443B}"/>
              </a:ext>
            </a:extLst>
          </p:cNvPr>
          <p:cNvSpPr txBox="1"/>
          <p:nvPr/>
        </p:nvSpPr>
        <p:spPr>
          <a:xfrm>
            <a:off x="6243843" y="2991946"/>
            <a:ext cx="8980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Non-Cancer</a:t>
            </a:r>
          </a:p>
        </p:txBody>
      </p:sp>
      <p:sp>
        <p:nvSpPr>
          <p:cNvPr id="42" name="Left Brace 41">
            <a:extLst>
              <a:ext uri="{FF2B5EF4-FFF2-40B4-BE49-F238E27FC236}">
                <a16:creationId xmlns:a16="http://schemas.microsoft.com/office/drawing/2014/main" id="{6070B104-90AF-55AB-F4A4-C993B31023E2}"/>
              </a:ext>
            </a:extLst>
          </p:cNvPr>
          <p:cNvSpPr/>
          <p:nvPr/>
        </p:nvSpPr>
        <p:spPr>
          <a:xfrm rot="5400000">
            <a:off x="5797611" y="-2636765"/>
            <a:ext cx="1405838" cy="1005831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B8FD40D-D68D-4CA3-F179-4AF4AB0B7AFE}"/>
              </a:ext>
            </a:extLst>
          </p:cNvPr>
          <p:cNvSpPr/>
          <p:nvPr/>
        </p:nvSpPr>
        <p:spPr>
          <a:xfrm>
            <a:off x="4860686" y="1408305"/>
            <a:ext cx="4797385" cy="726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Predicted Probabilities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1779E83-E08C-CEA1-3978-F57EDA3D6D78}"/>
              </a:ext>
            </a:extLst>
          </p:cNvPr>
          <p:cNvSpPr txBox="1"/>
          <p:nvPr/>
        </p:nvSpPr>
        <p:spPr>
          <a:xfrm>
            <a:off x="2000588" y="164123"/>
            <a:ext cx="9263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Draw the ROC curve based on the model prediction results below, </a:t>
            </a:r>
          </a:p>
          <a:p>
            <a:r>
              <a:rPr lang="en-US" b="1" dirty="0"/>
              <a:t>then calculate the rough AUROC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7FCA810-325C-CAB9-0DD8-3A83A07CA1FE}"/>
                  </a:ext>
                </a:extLst>
              </p14:cNvPr>
              <p14:cNvContentPartPr/>
              <p14:nvPr/>
            </p14:nvContentPartPr>
            <p14:xfrm>
              <a:off x="9411981" y="3322505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7FCA810-325C-CAB9-0DD8-3A83A07CA1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07661" y="3318185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AADE228-2B03-3EBD-AE5C-B2E8DD31FD13}"/>
              </a:ext>
            </a:extLst>
          </p:cNvPr>
          <p:cNvSpPr/>
          <p:nvPr/>
        </p:nvSpPr>
        <p:spPr>
          <a:xfrm rot="5400000">
            <a:off x="1067776" y="5042129"/>
            <a:ext cx="931069" cy="571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8F77DB-0539-E5FD-6912-5188E816E376}"/>
              </a:ext>
            </a:extLst>
          </p:cNvPr>
          <p:cNvSpPr txBox="1"/>
          <p:nvPr/>
        </p:nvSpPr>
        <p:spPr>
          <a:xfrm>
            <a:off x="11263800" y="5545195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1.0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979226-8754-7143-A5C1-44A255EDD45A}"/>
              </a:ext>
            </a:extLst>
          </p:cNvPr>
          <p:cNvSpPr/>
          <p:nvPr/>
        </p:nvSpPr>
        <p:spPr>
          <a:xfrm rot="5400000">
            <a:off x="2413420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ADE5CD-D399-8211-1EA8-981DA06B0F05}"/>
              </a:ext>
            </a:extLst>
          </p:cNvPr>
          <p:cNvSpPr/>
          <p:nvPr/>
        </p:nvSpPr>
        <p:spPr>
          <a:xfrm rot="5400000">
            <a:off x="3414772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4FAF68-E4B2-B856-5F99-0B6785E3C3F8}"/>
              </a:ext>
            </a:extLst>
          </p:cNvPr>
          <p:cNvSpPr/>
          <p:nvPr/>
        </p:nvSpPr>
        <p:spPr>
          <a:xfrm>
            <a:off x="1577080" y="4991197"/>
            <a:ext cx="9935346" cy="10789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C8B750-7817-8133-27B9-4E7D80E9ADE4}"/>
              </a:ext>
            </a:extLst>
          </p:cNvPr>
          <p:cNvSpPr/>
          <p:nvPr/>
        </p:nvSpPr>
        <p:spPr>
          <a:xfrm rot="5400000">
            <a:off x="4416124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4E63FE-AEED-DF89-F851-1658224C9C4F}"/>
              </a:ext>
            </a:extLst>
          </p:cNvPr>
          <p:cNvSpPr/>
          <p:nvPr/>
        </p:nvSpPr>
        <p:spPr>
          <a:xfrm rot="5400000">
            <a:off x="5417476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E05B73-F15B-F896-7657-9D12EE093738}"/>
              </a:ext>
            </a:extLst>
          </p:cNvPr>
          <p:cNvSpPr/>
          <p:nvPr/>
        </p:nvSpPr>
        <p:spPr>
          <a:xfrm rot="5400000">
            <a:off x="6418828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AAA3F6-55EA-1C3E-BF81-34938FD7BC4F}"/>
              </a:ext>
            </a:extLst>
          </p:cNvPr>
          <p:cNvSpPr/>
          <p:nvPr/>
        </p:nvSpPr>
        <p:spPr>
          <a:xfrm rot="5400000">
            <a:off x="7420180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F45B4-FDB4-F002-CA64-BF455253DBEE}"/>
              </a:ext>
            </a:extLst>
          </p:cNvPr>
          <p:cNvSpPr/>
          <p:nvPr/>
        </p:nvSpPr>
        <p:spPr>
          <a:xfrm rot="5400000">
            <a:off x="8421532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35A43E-A44C-1A85-563F-757AB5E4B84E}"/>
              </a:ext>
            </a:extLst>
          </p:cNvPr>
          <p:cNvSpPr/>
          <p:nvPr/>
        </p:nvSpPr>
        <p:spPr>
          <a:xfrm rot="5400000">
            <a:off x="9422884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81E6BC-683D-48F7-095C-10C20A58BDA5}"/>
              </a:ext>
            </a:extLst>
          </p:cNvPr>
          <p:cNvSpPr/>
          <p:nvPr/>
        </p:nvSpPr>
        <p:spPr>
          <a:xfrm rot="5400000">
            <a:off x="10424236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64C0F3-855C-38E4-3242-2AC84F684089}"/>
              </a:ext>
            </a:extLst>
          </p:cNvPr>
          <p:cNvSpPr txBox="1"/>
          <p:nvPr/>
        </p:nvSpPr>
        <p:spPr>
          <a:xfrm>
            <a:off x="1792649" y="5256487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7AEAF8-D56B-FD26-65A8-04E5F3CCC690}"/>
              </a:ext>
            </a:extLst>
          </p:cNvPr>
          <p:cNvSpPr txBox="1"/>
          <p:nvPr/>
        </p:nvSpPr>
        <p:spPr>
          <a:xfrm>
            <a:off x="2479730" y="5255196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E85A8B-691B-C6B1-7EDD-8FE46484D7D4}"/>
              </a:ext>
            </a:extLst>
          </p:cNvPr>
          <p:cNvSpPr txBox="1"/>
          <p:nvPr/>
        </p:nvSpPr>
        <p:spPr>
          <a:xfrm>
            <a:off x="3599480" y="5255196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DD3715-7C94-A4C2-5945-0BBE66D108B9}"/>
              </a:ext>
            </a:extLst>
          </p:cNvPr>
          <p:cNvSpPr txBox="1"/>
          <p:nvPr/>
        </p:nvSpPr>
        <p:spPr>
          <a:xfrm>
            <a:off x="4659852" y="5255196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B7830F-D1D5-D146-5472-BD806F149813}"/>
              </a:ext>
            </a:extLst>
          </p:cNvPr>
          <p:cNvSpPr txBox="1"/>
          <p:nvPr/>
        </p:nvSpPr>
        <p:spPr>
          <a:xfrm>
            <a:off x="5804053" y="5329281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F046DD-8A2E-4219-7D27-A7D4D9D1F533}"/>
              </a:ext>
            </a:extLst>
          </p:cNvPr>
          <p:cNvSpPr txBox="1"/>
          <p:nvPr/>
        </p:nvSpPr>
        <p:spPr>
          <a:xfrm>
            <a:off x="6848569" y="5329281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07EA6E-217E-C0C3-718B-B52A71FAB683}"/>
              </a:ext>
            </a:extLst>
          </p:cNvPr>
          <p:cNvSpPr txBox="1"/>
          <p:nvPr/>
        </p:nvSpPr>
        <p:spPr>
          <a:xfrm>
            <a:off x="7983364" y="5315163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DB6476-0B74-F4DB-CF88-35D6376763BF}"/>
              </a:ext>
            </a:extLst>
          </p:cNvPr>
          <p:cNvSpPr txBox="1"/>
          <p:nvPr/>
        </p:nvSpPr>
        <p:spPr>
          <a:xfrm>
            <a:off x="9160819" y="5360529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344A31-01FD-0A2F-07D8-BE5E16BAEC0E}"/>
              </a:ext>
            </a:extLst>
          </p:cNvPr>
          <p:cNvSpPr txBox="1"/>
          <p:nvPr/>
        </p:nvSpPr>
        <p:spPr>
          <a:xfrm>
            <a:off x="10315689" y="5389422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2331B2-2A6D-7131-A5EB-42DA3C17E9D7}"/>
              </a:ext>
            </a:extLst>
          </p:cNvPr>
          <p:cNvSpPr txBox="1"/>
          <p:nvPr/>
        </p:nvSpPr>
        <p:spPr>
          <a:xfrm>
            <a:off x="4039277" y="5960330"/>
            <a:ext cx="4113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Predicted Risk of Cancer (in probability)</a:t>
            </a:r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14ADA5C6-2800-16F4-35D1-41FD012D3E25}"/>
              </a:ext>
            </a:extLst>
          </p:cNvPr>
          <p:cNvSpPr/>
          <p:nvPr/>
        </p:nvSpPr>
        <p:spPr>
          <a:xfrm>
            <a:off x="173764" y="2741770"/>
            <a:ext cx="1297611" cy="91098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Ground Truth = 0 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06EC1495-D452-1D1E-1994-5712C93D4C49}"/>
              </a:ext>
            </a:extLst>
          </p:cNvPr>
          <p:cNvSpPr/>
          <p:nvPr/>
        </p:nvSpPr>
        <p:spPr>
          <a:xfrm>
            <a:off x="173763" y="3737239"/>
            <a:ext cx="1297611" cy="91098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Ground Truth = 1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DDF404F-8BBF-1319-7F05-9C536C05C361}"/>
              </a:ext>
            </a:extLst>
          </p:cNvPr>
          <p:cNvSpPr/>
          <p:nvPr/>
        </p:nvSpPr>
        <p:spPr>
          <a:xfrm rot="5400000">
            <a:off x="11075467" y="5042129"/>
            <a:ext cx="931069" cy="571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F6FE59-612D-F2DC-4856-8874FF2E7386}"/>
              </a:ext>
            </a:extLst>
          </p:cNvPr>
          <p:cNvSpPr txBox="1"/>
          <p:nvPr/>
        </p:nvSpPr>
        <p:spPr>
          <a:xfrm>
            <a:off x="1256109" y="5574229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B1C0217-BFA0-9FB5-54A9-9FE4BC9811CD}"/>
              </a:ext>
            </a:extLst>
          </p:cNvPr>
          <p:cNvSpPr/>
          <p:nvPr/>
        </p:nvSpPr>
        <p:spPr>
          <a:xfrm>
            <a:off x="7854433" y="2764505"/>
            <a:ext cx="731520" cy="73152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00A7B20-7607-6070-580A-D5E9128E8320}"/>
              </a:ext>
            </a:extLst>
          </p:cNvPr>
          <p:cNvSpPr txBox="1"/>
          <p:nvPr/>
        </p:nvSpPr>
        <p:spPr>
          <a:xfrm>
            <a:off x="7797154" y="2989732"/>
            <a:ext cx="8980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Non-Cancer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5764056F-6B4F-C7BC-E852-54487C357105}"/>
                  </a:ext>
                </a:extLst>
              </p14:cNvPr>
              <p14:cNvContentPartPr/>
              <p14:nvPr/>
            </p14:nvContentPartPr>
            <p14:xfrm>
              <a:off x="826883" y="269646"/>
              <a:ext cx="719280" cy="92664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5764056F-6B4F-C7BC-E852-54487C3571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1763" y="254172"/>
                <a:ext cx="749880" cy="9568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E5A652FA-496B-906B-1037-1DDE443A0D9A}"/>
                  </a:ext>
                </a:extLst>
              </p14:cNvPr>
              <p14:cNvContentPartPr/>
              <p14:nvPr/>
            </p14:nvContentPartPr>
            <p14:xfrm>
              <a:off x="139283" y="726126"/>
              <a:ext cx="535680" cy="4255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E5A652FA-496B-906B-1037-1DDE443A0D9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4163" y="711006"/>
                <a:ext cx="566280" cy="45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55030EA2-7D80-42B3-1837-323B1B4AAA00}"/>
                  </a:ext>
                </a:extLst>
              </p14:cNvPr>
              <p14:cNvContentPartPr/>
              <p14:nvPr/>
            </p14:nvContentPartPr>
            <p14:xfrm>
              <a:off x="1346363" y="909726"/>
              <a:ext cx="645840" cy="91368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55030EA2-7D80-42B3-1837-323B1B4AAA0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31243" y="894606"/>
                <a:ext cx="676440" cy="9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6DA9AA94-ECAD-D91A-3922-F699CA601007}"/>
                  </a:ext>
                </a:extLst>
              </p14:cNvPr>
              <p14:cNvContentPartPr/>
              <p14:nvPr/>
            </p14:nvContentPartPr>
            <p14:xfrm>
              <a:off x="565163" y="1477086"/>
              <a:ext cx="603360" cy="5853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6DA9AA94-ECAD-D91A-3922-F699CA60100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9683" y="1461966"/>
                <a:ext cx="633960" cy="61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C4361F43-EC40-EB82-5D14-B95FB3407BF5}"/>
                  </a:ext>
                </a:extLst>
              </p14:cNvPr>
              <p14:cNvContentPartPr/>
              <p14:nvPr/>
            </p14:nvContentPartPr>
            <p14:xfrm>
              <a:off x="9215603" y="424806"/>
              <a:ext cx="2837160" cy="183204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C4361F43-EC40-EB82-5D14-B95FB3407BF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200123" y="409326"/>
                <a:ext cx="2867760" cy="18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D165578D-A842-EA7F-7D3B-89EBCF18C4A0}"/>
                  </a:ext>
                </a:extLst>
              </p14:cNvPr>
              <p14:cNvContentPartPr/>
              <p14:nvPr/>
            </p14:nvContentPartPr>
            <p14:xfrm>
              <a:off x="1902563" y="1125726"/>
              <a:ext cx="283680" cy="31680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D165578D-A842-EA7F-7D3B-89EBCF18C4A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887443" y="1110264"/>
                <a:ext cx="314280" cy="3470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703990B7-F98B-0F79-7933-9969592B66D0}"/>
                  </a:ext>
                </a:extLst>
              </p14:cNvPr>
              <p14:cNvContentPartPr/>
              <p14:nvPr/>
            </p14:nvContentPartPr>
            <p14:xfrm>
              <a:off x="9979883" y="1235166"/>
              <a:ext cx="97200" cy="2376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703990B7-F98B-0F79-7933-9969592B66D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959363" y="1214646"/>
                <a:ext cx="13788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28AA0ED5-826B-04DA-5841-8072D8F4C5A1}"/>
                  </a:ext>
                </a:extLst>
              </p14:cNvPr>
              <p14:cNvContentPartPr/>
              <p14:nvPr/>
            </p14:nvContentPartPr>
            <p14:xfrm>
              <a:off x="9974123" y="936006"/>
              <a:ext cx="139680" cy="4752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28AA0ED5-826B-04DA-5841-8072D8F4C5A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958643" y="920886"/>
                <a:ext cx="17028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B4FF0019-79EB-49DD-2815-8E466CCA1B77}"/>
                  </a:ext>
                </a:extLst>
              </p14:cNvPr>
              <p14:cNvContentPartPr/>
              <p14:nvPr/>
            </p14:nvContentPartPr>
            <p14:xfrm>
              <a:off x="10058003" y="1251006"/>
              <a:ext cx="37080" cy="62496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B4FF0019-79EB-49DD-2815-8E466CCA1B7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042883" y="1235526"/>
                <a:ext cx="67680" cy="65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478E007F-340E-5595-38C9-DA60CA757860}"/>
                  </a:ext>
                </a:extLst>
              </p14:cNvPr>
              <p14:cNvContentPartPr/>
              <p14:nvPr/>
            </p14:nvContentPartPr>
            <p14:xfrm>
              <a:off x="9575243" y="1140846"/>
              <a:ext cx="383760" cy="66672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478E007F-340E-5595-38C9-DA60CA75786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554704" y="1120326"/>
                <a:ext cx="424478" cy="70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695BEBC3-0C19-51B9-EEE2-8F6B4E7420C3}"/>
                  </a:ext>
                </a:extLst>
              </p14:cNvPr>
              <p14:cNvContentPartPr/>
              <p14:nvPr/>
            </p14:nvContentPartPr>
            <p14:xfrm>
              <a:off x="10042163" y="1251006"/>
              <a:ext cx="47520" cy="62964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695BEBC3-0C19-51B9-EEE2-8F6B4E7420C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027043" y="1235526"/>
                <a:ext cx="78120" cy="65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039ABD7A-5C3C-EDAD-7E6F-56E9FB6F7C35}"/>
                  </a:ext>
                </a:extLst>
              </p14:cNvPr>
              <p14:cNvContentPartPr/>
              <p14:nvPr/>
            </p14:nvContentPartPr>
            <p14:xfrm>
              <a:off x="10273283" y="1082886"/>
              <a:ext cx="21240" cy="1080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039ABD7A-5C3C-EDAD-7E6F-56E9FB6F7C3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257803" y="1067766"/>
                <a:ext cx="5184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FA368B7F-5C08-8F4D-9827-D4C905048192}"/>
                  </a:ext>
                </a:extLst>
              </p14:cNvPr>
              <p14:cNvContentPartPr/>
              <p14:nvPr/>
            </p14:nvContentPartPr>
            <p14:xfrm>
              <a:off x="10871603" y="1978206"/>
              <a:ext cx="133200" cy="29412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FA368B7F-5C08-8F4D-9827-D4C90504819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856123" y="1962726"/>
                <a:ext cx="16380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D7DA377E-EB13-522E-672F-46C37080FE00}"/>
                  </a:ext>
                </a:extLst>
              </p14:cNvPr>
              <p14:cNvContentPartPr/>
              <p14:nvPr/>
            </p14:nvContentPartPr>
            <p14:xfrm>
              <a:off x="10504043" y="888846"/>
              <a:ext cx="26640" cy="2664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D7DA377E-EB13-522E-672F-46C37080FE0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488923" y="873726"/>
                <a:ext cx="5724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62E6FCEF-4310-D0EA-BF2E-0B1D75F3D44C}"/>
                  </a:ext>
                </a:extLst>
              </p14:cNvPr>
              <p14:cNvContentPartPr/>
              <p14:nvPr/>
            </p14:nvContentPartPr>
            <p14:xfrm>
              <a:off x="10105163" y="899286"/>
              <a:ext cx="425520" cy="35208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62E6FCEF-4310-D0EA-BF2E-0B1D75F3D44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090043" y="884166"/>
                <a:ext cx="45612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AD80DD11-10FD-A78C-BDAA-EFA16FB41FA1}"/>
                  </a:ext>
                </a:extLst>
              </p14:cNvPr>
              <p14:cNvContentPartPr/>
              <p14:nvPr/>
            </p14:nvContentPartPr>
            <p14:xfrm>
              <a:off x="9832283" y="563406"/>
              <a:ext cx="265680" cy="15012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AD80DD11-10FD-A78C-BDAA-EFA16FB41FA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817163" y="548286"/>
                <a:ext cx="29628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4570D2F2-56B1-E633-0A9F-29030C14BF1B}"/>
                  </a:ext>
                </a:extLst>
              </p14:cNvPr>
              <p14:cNvContentPartPr/>
              <p14:nvPr/>
            </p14:nvContentPartPr>
            <p14:xfrm>
              <a:off x="10863323" y="579246"/>
              <a:ext cx="24480" cy="1080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4570D2F2-56B1-E633-0A9F-29030C14BF1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847977" y="563766"/>
                <a:ext cx="55537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0BD84674-D3D8-D007-B5C3-16CD3A3873AF}"/>
                  </a:ext>
                </a:extLst>
              </p14:cNvPr>
              <p14:cNvContentPartPr/>
              <p14:nvPr/>
            </p14:nvContentPartPr>
            <p14:xfrm>
              <a:off x="10504043" y="1775886"/>
              <a:ext cx="21240" cy="6336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0BD84674-D3D8-D007-B5C3-16CD3A3873A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488923" y="1760406"/>
                <a:ext cx="5184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1D541C00-006E-724C-0F61-1F1E6F38AB5C}"/>
                  </a:ext>
                </a:extLst>
              </p14:cNvPr>
              <p14:cNvContentPartPr/>
              <p14:nvPr/>
            </p14:nvContentPartPr>
            <p14:xfrm>
              <a:off x="10404323" y="1980366"/>
              <a:ext cx="215640" cy="17388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1D541C00-006E-724C-0F61-1F1E6F38AB5C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389203" y="1965215"/>
                <a:ext cx="245880" cy="2045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9981EC2F-B2B5-70D6-5298-340A98537A2D}"/>
                  </a:ext>
                </a:extLst>
              </p14:cNvPr>
              <p14:cNvContentPartPr/>
              <p14:nvPr/>
            </p14:nvContentPartPr>
            <p14:xfrm>
              <a:off x="10756043" y="1796766"/>
              <a:ext cx="194400" cy="9468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9981EC2F-B2B5-70D6-5298-340A98537A2D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740563" y="1781286"/>
                <a:ext cx="22500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4FABED2D-D952-8D0C-B6A9-1549B4E6001D}"/>
                  </a:ext>
                </a:extLst>
              </p14:cNvPr>
              <p14:cNvContentPartPr/>
              <p14:nvPr/>
            </p14:nvContentPartPr>
            <p14:xfrm>
              <a:off x="10546163" y="589686"/>
              <a:ext cx="335520" cy="34164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4FABED2D-D952-8D0C-B6A9-1549B4E6001D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530683" y="574566"/>
                <a:ext cx="36612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BB4AF01A-6CA8-B53B-7C60-BF4001326337}"/>
                  </a:ext>
                </a:extLst>
              </p14:cNvPr>
              <p14:cNvContentPartPr/>
              <p14:nvPr/>
            </p14:nvContentPartPr>
            <p14:xfrm>
              <a:off x="10876643" y="411126"/>
              <a:ext cx="1139040" cy="16812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BB4AF01A-6CA8-B53B-7C60-BF4001326337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861523" y="396006"/>
                <a:ext cx="116964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3796B02A-85D9-4A99-0000-E2DB97324018}"/>
                  </a:ext>
                </a:extLst>
              </p14:cNvPr>
              <p14:cNvContentPartPr/>
              <p14:nvPr/>
            </p14:nvContentPartPr>
            <p14:xfrm>
              <a:off x="2937203" y="3486606"/>
              <a:ext cx="6244920" cy="66168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3796B02A-85D9-4A99-0000-E2DB97324018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921723" y="3471126"/>
                <a:ext cx="6275160" cy="69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7FA0551A-15E7-5668-5CD7-704F81EBA661}"/>
                  </a:ext>
                </a:extLst>
              </p14:cNvPr>
              <p14:cNvContentPartPr/>
              <p14:nvPr/>
            </p14:nvContentPartPr>
            <p14:xfrm>
              <a:off x="10530323" y="888846"/>
              <a:ext cx="31680" cy="9432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7FA0551A-15E7-5668-5CD7-704F81EBA66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515203" y="873726"/>
                <a:ext cx="62280" cy="12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7179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5AD6F-2722-3D57-C92E-DA952610C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BADCD623-59DD-FFF3-94D0-CF90F9F154FE}"/>
              </a:ext>
            </a:extLst>
          </p:cNvPr>
          <p:cNvGrpSpPr/>
          <p:nvPr/>
        </p:nvGrpSpPr>
        <p:grpSpPr>
          <a:xfrm>
            <a:off x="7964001" y="3864813"/>
            <a:ext cx="731520" cy="731520"/>
            <a:chOff x="6362251" y="1858301"/>
            <a:chExt cx="731520" cy="73152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BD33D23-7CC6-D306-5E4F-50265288915B}"/>
                </a:ext>
              </a:extLst>
            </p:cNvPr>
            <p:cNvSpPr/>
            <p:nvPr/>
          </p:nvSpPr>
          <p:spPr>
            <a:xfrm>
              <a:off x="6362251" y="1858301"/>
              <a:ext cx="731520" cy="73152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E6522A0-4633-26E0-7F5F-67D49E777B7A}"/>
                </a:ext>
              </a:extLst>
            </p:cNvPr>
            <p:cNvSpPr txBox="1"/>
            <p:nvPr/>
          </p:nvSpPr>
          <p:spPr>
            <a:xfrm>
              <a:off x="6362251" y="2114276"/>
              <a:ext cx="6703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</a:rPr>
                <a:t>Cancer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6746415-F4C4-FC83-1AC7-DD1F855F45B3}"/>
              </a:ext>
            </a:extLst>
          </p:cNvPr>
          <p:cNvGrpSpPr/>
          <p:nvPr/>
        </p:nvGrpSpPr>
        <p:grpSpPr>
          <a:xfrm>
            <a:off x="10660828" y="3864813"/>
            <a:ext cx="731520" cy="731520"/>
            <a:chOff x="6100442" y="1831430"/>
            <a:chExt cx="731520" cy="731520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ECC42DF-0425-AD89-BEEA-F4EDBAB154AC}"/>
                </a:ext>
              </a:extLst>
            </p:cNvPr>
            <p:cNvSpPr/>
            <p:nvPr/>
          </p:nvSpPr>
          <p:spPr>
            <a:xfrm>
              <a:off x="6100442" y="1831430"/>
              <a:ext cx="731520" cy="73152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099B125-E426-BE4F-4355-299EF27E751F}"/>
                </a:ext>
              </a:extLst>
            </p:cNvPr>
            <p:cNvSpPr txBox="1"/>
            <p:nvPr/>
          </p:nvSpPr>
          <p:spPr>
            <a:xfrm>
              <a:off x="6131014" y="2053031"/>
              <a:ext cx="6703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</a:rPr>
                <a:t>Cancer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9505268-33B1-1DDE-90C5-E9738573EA97}"/>
              </a:ext>
            </a:extLst>
          </p:cNvPr>
          <p:cNvGrpSpPr/>
          <p:nvPr/>
        </p:nvGrpSpPr>
        <p:grpSpPr>
          <a:xfrm>
            <a:off x="1577827" y="3880180"/>
            <a:ext cx="731520" cy="731520"/>
            <a:chOff x="6100442" y="1831430"/>
            <a:chExt cx="731520" cy="731520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3B6339A6-2FDE-5EE3-FE62-EA4879A37D0F}"/>
                </a:ext>
              </a:extLst>
            </p:cNvPr>
            <p:cNvSpPr/>
            <p:nvPr/>
          </p:nvSpPr>
          <p:spPr>
            <a:xfrm>
              <a:off x="6100442" y="1831430"/>
              <a:ext cx="731520" cy="73152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FA8C088-FBEB-57EB-68E2-B6BE16F57ABB}"/>
                </a:ext>
              </a:extLst>
            </p:cNvPr>
            <p:cNvSpPr txBox="1"/>
            <p:nvPr/>
          </p:nvSpPr>
          <p:spPr>
            <a:xfrm>
              <a:off x="6131014" y="2053031"/>
              <a:ext cx="6703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</a:rPr>
                <a:t>Cancer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07283B7B-C6B0-2F30-0937-0CEE5BF3D3F5}"/>
              </a:ext>
            </a:extLst>
          </p:cNvPr>
          <p:cNvGrpSpPr/>
          <p:nvPr/>
        </p:nvGrpSpPr>
        <p:grpSpPr>
          <a:xfrm>
            <a:off x="4415144" y="3893329"/>
            <a:ext cx="731520" cy="731520"/>
            <a:chOff x="6100442" y="1831430"/>
            <a:chExt cx="731520" cy="731520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EC98B1FD-1BFF-2B6C-0A8A-4AAB1B709D11}"/>
                </a:ext>
              </a:extLst>
            </p:cNvPr>
            <p:cNvSpPr/>
            <p:nvPr/>
          </p:nvSpPr>
          <p:spPr>
            <a:xfrm>
              <a:off x="6100442" y="1831430"/>
              <a:ext cx="731520" cy="73152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C104B7B-FD1C-ADF8-EDC9-C2CCBF527A82}"/>
                </a:ext>
              </a:extLst>
            </p:cNvPr>
            <p:cNvSpPr txBox="1"/>
            <p:nvPr/>
          </p:nvSpPr>
          <p:spPr>
            <a:xfrm>
              <a:off x="6131014" y="2053031"/>
              <a:ext cx="6703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</a:rPr>
                <a:t>Cancer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2D13075-0B94-8E04-757B-18F03C2BC048}"/>
              </a:ext>
            </a:extLst>
          </p:cNvPr>
          <p:cNvGrpSpPr/>
          <p:nvPr/>
        </p:nvGrpSpPr>
        <p:grpSpPr>
          <a:xfrm>
            <a:off x="3770999" y="2774407"/>
            <a:ext cx="898003" cy="731520"/>
            <a:chOff x="1190943" y="2895908"/>
            <a:chExt cx="898003" cy="731520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B0DA4C4-92E7-12A1-403D-E5674A735F09}"/>
                </a:ext>
              </a:extLst>
            </p:cNvPr>
            <p:cNvSpPr/>
            <p:nvPr/>
          </p:nvSpPr>
          <p:spPr>
            <a:xfrm>
              <a:off x="1274185" y="2895908"/>
              <a:ext cx="731520" cy="73152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56F3D5C3-0D9E-2773-0A21-3F378649FA5C}"/>
                </a:ext>
              </a:extLst>
            </p:cNvPr>
            <p:cNvSpPr txBox="1"/>
            <p:nvPr/>
          </p:nvSpPr>
          <p:spPr>
            <a:xfrm>
              <a:off x="1190943" y="3134710"/>
              <a:ext cx="89800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>
                  <a:solidFill>
                    <a:schemeClr val="bg1"/>
                  </a:solidFill>
                </a:rPr>
                <a:t>Non-Cancer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806FFBA5-C526-9F45-E624-0C2FE4628476}"/>
              </a:ext>
            </a:extLst>
          </p:cNvPr>
          <p:cNvGrpSpPr/>
          <p:nvPr/>
        </p:nvGrpSpPr>
        <p:grpSpPr>
          <a:xfrm>
            <a:off x="5361713" y="2762684"/>
            <a:ext cx="898003" cy="731520"/>
            <a:chOff x="1221939" y="2895908"/>
            <a:chExt cx="898003" cy="731520"/>
          </a:xfrm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8D1BDA30-7C1E-B7D6-4839-1DA9E51B50AD}"/>
                </a:ext>
              </a:extLst>
            </p:cNvPr>
            <p:cNvSpPr/>
            <p:nvPr/>
          </p:nvSpPr>
          <p:spPr>
            <a:xfrm>
              <a:off x="1274185" y="2895908"/>
              <a:ext cx="731520" cy="73152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546C0E1D-CFF6-4CCA-FE66-10A24832BBB6}"/>
                </a:ext>
              </a:extLst>
            </p:cNvPr>
            <p:cNvSpPr txBox="1"/>
            <p:nvPr/>
          </p:nvSpPr>
          <p:spPr>
            <a:xfrm>
              <a:off x="1221939" y="3134710"/>
              <a:ext cx="89800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>
                  <a:solidFill>
                    <a:schemeClr val="bg1"/>
                  </a:solidFill>
                </a:rPr>
                <a:t>Non-Cancer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6E3C4C1-6711-5EB2-1D77-85B568B447F8}"/>
              </a:ext>
            </a:extLst>
          </p:cNvPr>
          <p:cNvGrpSpPr/>
          <p:nvPr/>
        </p:nvGrpSpPr>
        <p:grpSpPr>
          <a:xfrm>
            <a:off x="10067060" y="2741770"/>
            <a:ext cx="898003" cy="731520"/>
            <a:chOff x="1190943" y="2895908"/>
            <a:chExt cx="898003" cy="731520"/>
          </a:xfrm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877E547A-596A-E627-D450-B01121DC6D53}"/>
                </a:ext>
              </a:extLst>
            </p:cNvPr>
            <p:cNvSpPr/>
            <p:nvPr/>
          </p:nvSpPr>
          <p:spPr>
            <a:xfrm>
              <a:off x="1274185" y="2895908"/>
              <a:ext cx="731520" cy="73152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44D4EA49-9934-4ADB-A5A8-F7B14DDB1C89}"/>
                </a:ext>
              </a:extLst>
            </p:cNvPr>
            <p:cNvSpPr txBox="1"/>
            <p:nvPr/>
          </p:nvSpPr>
          <p:spPr>
            <a:xfrm>
              <a:off x="1190943" y="3134710"/>
              <a:ext cx="89800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>
                  <a:solidFill>
                    <a:schemeClr val="bg1"/>
                  </a:solidFill>
                </a:rPr>
                <a:t>Non-Cancer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B4FC37E9-B987-2B87-1F42-2CF598152333}"/>
              </a:ext>
            </a:extLst>
          </p:cNvPr>
          <p:cNvGrpSpPr/>
          <p:nvPr/>
        </p:nvGrpSpPr>
        <p:grpSpPr>
          <a:xfrm>
            <a:off x="6984315" y="2762684"/>
            <a:ext cx="898003" cy="731520"/>
            <a:chOff x="1190943" y="2895908"/>
            <a:chExt cx="898003" cy="731520"/>
          </a:xfrm>
        </p:grpSpPr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FA326506-0E4F-BAA0-C99B-58ADE35065A0}"/>
                </a:ext>
              </a:extLst>
            </p:cNvPr>
            <p:cNvSpPr/>
            <p:nvPr/>
          </p:nvSpPr>
          <p:spPr>
            <a:xfrm>
              <a:off x="1274185" y="2895908"/>
              <a:ext cx="731520" cy="73152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07CEEF6-1D8A-92DC-EDB1-E8E3BA8BEDB1}"/>
                </a:ext>
              </a:extLst>
            </p:cNvPr>
            <p:cNvSpPr txBox="1"/>
            <p:nvPr/>
          </p:nvSpPr>
          <p:spPr>
            <a:xfrm>
              <a:off x="1190943" y="3134710"/>
              <a:ext cx="89800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Non-Cancer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174FC81C-403F-FAF6-6938-0E1FDD3C2A32}"/>
              </a:ext>
            </a:extLst>
          </p:cNvPr>
          <p:cNvSpPr/>
          <p:nvPr/>
        </p:nvSpPr>
        <p:spPr>
          <a:xfrm>
            <a:off x="8671704" y="2753144"/>
            <a:ext cx="731520" cy="73152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E9C05E-7375-CD7B-5291-24650619B664}"/>
              </a:ext>
            </a:extLst>
          </p:cNvPr>
          <p:cNvSpPr txBox="1"/>
          <p:nvPr/>
        </p:nvSpPr>
        <p:spPr>
          <a:xfrm>
            <a:off x="8635354" y="2991946"/>
            <a:ext cx="8980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Non-Cancer</a:t>
            </a:r>
          </a:p>
        </p:txBody>
      </p:sp>
      <p:sp>
        <p:nvSpPr>
          <p:cNvPr id="42" name="Left Brace 41">
            <a:extLst>
              <a:ext uri="{FF2B5EF4-FFF2-40B4-BE49-F238E27FC236}">
                <a16:creationId xmlns:a16="http://schemas.microsoft.com/office/drawing/2014/main" id="{E50B28EB-A638-9B57-E4AD-726A7311F128}"/>
              </a:ext>
            </a:extLst>
          </p:cNvPr>
          <p:cNvSpPr/>
          <p:nvPr/>
        </p:nvSpPr>
        <p:spPr>
          <a:xfrm rot="5400000">
            <a:off x="5797611" y="-2636765"/>
            <a:ext cx="1405838" cy="1005831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9096FC3-0939-B605-5BD1-ED0B5C9C6F61}"/>
              </a:ext>
            </a:extLst>
          </p:cNvPr>
          <p:cNvSpPr/>
          <p:nvPr/>
        </p:nvSpPr>
        <p:spPr>
          <a:xfrm>
            <a:off x="4860686" y="1408305"/>
            <a:ext cx="4797385" cy="726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Predicted Probabilities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B2D9241-650A-BB57-DBAC-42E5FDA913BF}"/>
              </a:ext>
            </a:extLst>
          </p:cNvPr>
          <p:cNvSpPr txBox="1"/>
          <p:nvPr/>
        </p:nvSpPr>
        <p:spPr>
          <a:xfrm>
            <a:off x="2000588" y="164123"/>
            <a:ext cx="9263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Draw the ROC curve based on the model prediction results below, </a:t>
            </a:r>
          </a:p>
          <a:p>
            <a:r>
              <a:rPr lang="en-US" b="1" dirty="0"/>
              <a:t>then calculate the rough AUROC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B739496-31F6-3182-78C0-0EB2F9892971}"/>
              </a:ext>
            </a:extLst>
          </p:cNvPr>
          <p:cNvGrpSpPr/>
          <p:nvPr/>
        </p:nvGrpSpPr>
        <p:grpSpPr>
          <a:xfrm>
            <a:off x="2235282" y="2762684"/>
            <a:ext cx="898003" cy="731520"/>
            <a:chOff x="1190943" y="2895908"/>
            <a:chExt cx="898003" cy="73152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E105EC4-D19C-45E1-CBBD-5AF735833DCF}"/>
                </a:ext>
              </a:extLst>
            </p:cNvPr>
            <p:cNvSpPr/>
            <p:nvPr/>
          </p:nvSpPr>
          <p:spPr>
            <a:xfrm>
              <a:off x="1274185" y="2895908"/>
              <a:ext cx="731520" cy="73152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4D3B26B-50C8-B8EA-F9A6-D969C565028E}"/>
                </a:ext>
              </a:extLst>
            </p:cNvPr>
            <p:cNvSpPr txBox="1"/>
            <p:nvPr/>
          </p:nvSpPr>
          <p:spPr>
            <a:xfrm>
              <a:off x="1190943" y="3134710"/>
              <a:ext cx="89800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>
                  <a:solidFill>
                    <a:schemeClr val="bg1"/>
                  </a:solidFill>
                </a:rPr>
                <a:t>Non-Cancer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3DC260C-F3A4-0DD5-57BB-05005D0F04E7}"/>
              </a:ext>
            </a:extLst>
          </p:cNvPr>
          <p:cNvSpPr/>
          <p:nvPr/>
        </p:nvSpPr>
        <p:spPr>
          <a:xfrm rot="5400000">
            <a:off x="1067776" y="5042129"/>
            <a:ext cx="931069" cy="571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476DC0-C12B-1402-705C-34C801814AD8}"/>
              </a:ext>
            </a:extLst>
          </p:cNvPr>
          <p:cNvSpPr txBox="1"/>
          <p:nvPr/>
        </p:nvSpPr>
        <p:spPr>
          <a:xfrm>
            <a:off x="11263800" y="5545195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1.0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B0D284-76F8-B81B-961D-11A50621DA17}"/>
              </a:ext>
            </a:extLst>
          </p:cNvPr>
          <p:cNvSpPr/>
          <p:nvPr/>
        </p:nvSpPr>
        <p:spPr>
          <a:xfrm rot="5400000">
            <a:off x="2413420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073302-5DDB-46B9-15A5-E0F0B312009B}"/>
              </a:ext>
            </a:extLst>
          </p:cNvPr>
          <p:cNvSpPr/>
          <p:nvPr/>
        </p:nvSpPr>
        <p:spPr>
          <a:xfrm rot="5400000">
            <a:off x="3414772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585AA2-EBB1-31B6-B105-A6CB375C6A2C}"/>
              </a:ext>
            </a:extLst>
          </p:cNvPr>
          <p:cNvSpPr/>
          <p:nvPr/>
        </p:nvSpPr>
        <p:spPr>
          <a:xfrm>
            <a:off x="1577080" y="4991197"/>
            <a:ext cx="9935346" cy="10789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06A659-0016-CE72-4483-9FF48602141E}"/>
              </a:ext>
            </a:extLst>
          </p:cNvPr>
          <p:cNvSpPr/>
          <p:nvPr/>
        </p:nvSpPr>
        <p:spPr>
          <a:xfrm rot="5400000">
            <a:off x="4416124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31D94B-2FA6-06EE-0B8A-A0556B571365}"/>
              </a:ext>
            </a:extLst>
          </p:cNvPr>
          <p:cNvSpPr/>
          <p:nvPr/>
        </p:nvSpPr>
        <p:spPr>
          <a:xfrm rot="5400000">
            <a:off x="5417476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2D1B2D-45C6-501F-AD49-9A995A9EFEA5}"/>
              </a:ext>
            </a:extLst>
          </p:cNvPr>
          <p:cNvSpPr/>
          <p:nvPr/>
        </p:nvSpPr>
        <p:spPr>
          <a:xfrm rot="5400000">
            <a:off x="6418828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576BCE-FD3C-F353-657B-410A2C12AA38}"/>
              </a:ext>
            </a:extLst>
          </p:cNvPr>
          <p:cNvSpPr/>
          <p:nvPr/>
        </p:nvSpPr>
        <p:spPr>
          <a:xfrm rot="5400000">
            <a:off x="7420180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89D849-612D-C3AE-AFF7-764BDE260F4A}"/>
              </a:ext>
            </a:extLst>
          </p:cNvPr>
          <p:cNvSpPr/>
          <p:nvPr/>
        </p:nvSpPr>
        <p:spPr>
          <a:xfrm rot="5400000">
            <a:off x="8421532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B11212-DD78-0168-19E9-5ABF03CB184F}"/>
              </a:ext>
            </a:extLst>
          </p:cNvPr>
          <p:cNvSpPr/>
          <p:nvPr/>
        </p:nvSpPr>
        <p:spPr>
          <a:xfrm rot="5400000">
            <a:off x="9422884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44E966-4F75-3B03-9B5C-CFD8E0F1B4AE}"/>
              </a:ext>
            </a:extLst>
          </p:cNvPr>
          <p:cNvSpPr/>
          <p:nvPr/>
        </p:nvSpPr>
        <p:spPr>
          <a:xfrm rot="5400000">
            <a:off x="10424236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7690DC-822D-4664-6194-FBCC59BD269D}"/>
              </a:ext>
            </a:extLst>
          </p:cNvPr>
          <p:cNvSpPr txBox="1"/>
          <p:nvPr/>
        </p:nvSpPr>
        <p:spPr>
          <a:xfrm>
            <a:off x="1792649" y="5256487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97EC25-A074-D3F2-D69F-8C6309257164}"/>
              </a:ext>
            </a:extLst>
          </p:cNvPr>
          <p:cNvSpPr txBox="1"/>
          <p:nvPr/>
        </p:nvSpPr>
        <p:spPr>
          <a:xfrm>
            <a:off x="2479730" y="5255196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ADD0B4-FB8D-678F-DA53-AF309055AC48}"/>
              </a:ext>
            </a:extLst>
          </p:cNvPr>
          <p:cNvSpPr txBox="1"/>
          <p:nvPr/>
        </p:nvSpPr>
        <p:spPr>
          <a:xfrm>
            <a:off x="3599480" y="5255196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9EA0CB-BE91-BFA6-4802-6ED4DFFD1994}"/>
              </a:ext>
            </a:extLst>
          </p:cNvPr>
          <p:cNvSpPr txBox="1"/>
          <p:nvPr/>
        </p:nvSpPr>
        <p:spPr>
          <a:xfrm>
            <a:off x="4659852" y="5255196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D20A6B-F8A1-CA3F-ED3F-13C6A7808ABE}"/>
              </a:ext>
            </a:extLst>
          </p:cNvPr>
          <p:cNvSpPr txBox="1"/>
          <p:nvPr/>
        </p:nvSpPr>
        <p:spPr>
          <a:xfrm>
            <a:off x="5804053" y="5329281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AE3260-01BF-DFFD-8F86-DD7CE4F2C5C2}"/>
              </a:ext>
            </a:extLst>
          </p:cNvPr>
          <p:cNvSpPr txBox="1"/>
          <p:nvPr/>
        </p:nvSpPr>
        <p:spPr>
          <a:xfrm>
            <a:off x="6848569" y="5329281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8E53C3-19DF-F800-58AC-4E326FB5FAC9}"/>
              </a:ext>
            </a:extLst>
          </p:cNvPr>
          <p:cNvSpPr txBox="1"/>
          <p:nvPr/>
        </p:nvSpPr>
        <p:spPr>
          <a:xfrm>
            <a:off x="7983364" y="5315163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391C2E-F938-598F-8C19-F235EA9A08D5}"/>
              </a:ext>
            </a:extLst>
          </p:cNvPr>
          <p:cNvSpPr txBox="1"/>
          <p:nvPr/>
        </p:nvSpPr>
        <p:spPr>
          <a:xfrm>
            <a:off x="9160819" y="5360529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A2EE5B-7C5A-51DD-B094-94614EA570E3}"/>
              </a:ext>
            </a:extLst>
          </p:cNvPr>
          <p:cNvSpPr txBox="1"/>
          <p:nvPr/>
        </p:nvSpPr>
        <p:spPr>
          <a:xfrm>
            <a:off x="10315689" y="5389422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9F7FDF-9FEC-8984-8473-D3414AEF0468}"/>
              </a:ext>
            </a:extLst>
          </p:cNvPr>
          <p:cNvSpPr txBox="1"/>
          <p:nvPr/>
        </p:nvSpPr>
        <p:spPr>
          <a:xfrm>
            <a:off x="4039277" y="5960330"/>
            <a:ext cx="4113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Predicted Risk of Cancer (in probability)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678A04-D960-2793-6409-D9FE7D2C854F}"/>
              </a:ext>
            </a:extLst>
          </p:cNvPr>
          <p:cNvSpPr/>
          <p:nvPr/>
        </p:nvSpPr>
        <p:spPr>
          <a:xfrm rot="5400000">
            <a:off x="11075467" y="5042129"/>
            <a:ext cx="931069" cy="571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A74FD6-D5E5-5F86-28A0-AAA952CF837C}"/>
              </a:ext>
            </a:extLst>
          </p:cNvPr>
          <p:cNvSpPr txBox="1"/>
          <p:nvPr/>
        </p:nvSpPr>
        <p:spPr>
          <a:xfrm>
            <a:off x="1256109" y="5574229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</a:t>
            </a:r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2F528265-4612-6A74-12D0-60A75F1D8B6C}"/>
              </a:ext>
            </a:extLst>
          </p:cNvPr>
          <p:cNvSpPr/>
          <p:nvPr/>
        </p:nvSpPr>
        <p:spPr>
          <a:xfrm>
            <a:off x="173764" y="2741770"/>
            <a:ext cx="1297611" cy="91098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Ground Truth = 0 </a:t>
            </a:r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FA39ECF0-1773-0478-FC8C-C6FDF396C023}"/>
              </a:ext>
            </a:extLst>
          </p:cNvPr>
          <p:cNvSpPr/>
          <p:nvPr/>
        </p:nvSpPr>
        <p:spPr>
          <a:xfrm>
            <a:off x="173763" y="3737239"/>
            <a:ext cx="1297611" cy="91098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Ground Truth = 1 </a:t>
            </a:r>
          </a:p>
        </p:txBody>
      </p:sp>
    </p:spTree>
    <p:extLst>
      <p:ext uri="{BB962C8B-B14F-4D97-AF65-F5344CB8AC3E}">
        <p14:creationId xmlns:p14="http://schemas.microsoft.com/office/powerpoint/2010/main" val="3875563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BF446-7D10-BE43-5EBB-C85CC501B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28D20418-19E9-F47F-A861-3887746AB19A}"/>
              </a:ext>
            </a:extLst>
          </p:cNvPr>
          <p:cNvGrpSpPr/>
          <p:nvPr/>
        </p:nvGrpSpPr>
        <p:grpSpPr>
          <a:xfrm>
            <a:off x="3768365" y="3961063"/>
            <a:ext cx="731520" cy="731520"/>
            <a:chOff x="6362251" y="1858301"/>
            <a:chExt cx="731520" cy="73152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428E1AE-5D7B-BD13-A182-2B4BFD619942}"/>
                </a:ext>
              </a:extLst>
            </p:cNvPr>
            <p:cNvSpPr/>
            <p:nvPr/>
          </p:nvSpPr>
          <p:spPr>
            <a:xfrm>
              <a:off x="6362251" y="1858301"/>
              <a:ext cx="731520" cy="73152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034E362-FBDA-A95F-3D9A-7EF8A006D697}"/>
                </a:ext>
              </a:extLst>
            </p:cNvPr>
            <p:cNvSpPr txBox="1"/>
            <p:nvPr/>
          </p:nvSpPr>
          <p:spPr>
            <a:xfrm>
              <a:off x="6362251" y="2114276"/>
              <a:ext cx="6703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</a:rPr>
                <a:t>Cancer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BED49FA-42B7-2585-4759-B8EF2FCBF6C1}"/>
              </a:ext>
            </a:extLst>
          </p:cNvPr>
          <p:cNvGrpSpPr/>
          <p:nvPr/>
        </p:nvGrpSpPr>
        <p:grpSpPr>
          <a:xfrm>
            <a:off x="4788799" y="3961063"/>
            <a:ext cx="731520" cy="731520"/>
            <a:chOff x="6100442" y="1831430"/>
            <a:chExt cx="731520" cy="731520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4453CBFE-5FF5-BC6E-F1A8-07229670573A}"/>
                </a:ext>
              </a:extLst>
            </p:cNvPr>
            <p:cNvSpPr/>
            <p:nvPr/>
          </p:nvSpPr>
          <p:spPr>
            <a:xfrm>
              <a:off x="6100442" y="1831430"/>
              <a:ext cx="731520" cy="73152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9876632-550F-3E1D-EA6A-86CEDA082F26}"/>
                </a:ext>
              </a:extLst>
            </p:cNvPr>
            <p:cNvSpPr txBox="1"/>
            <p:nvPr/>
          </p:nvSpPr>
          <p:spPr>
            <a:xfrm>
              <a:off x="6131014" y="2053031"/>
              <a:ext cx="6703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</a:rPr>
                <a:t>Cancer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4D35E6C-091E-43E2-AF5F-9DF75E576F54}"/>
              </a:ext>
            </a:extLst>
          </p:cNvPr>
          <p:cNvGrpSpPr/>
          <p:nvPr/>
        </p:nvGrpSpPr>
        <p:grpSpPr>
          <a:xfrm>
            <a:off x="1579043" y="3976430"/>
            <a:ext cx="731520" cy="731520"/>
            <a:chOff x="6100442" y="1831430"/>
            <a:chExt cx="731520" cy="731520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C60C7596-ADC7-5691-2AB1-FDCDEBB9498A}"/>
                </a:ext>
              </a:extLst>
            </p:cNvPr>
            <p:cNvSpPr/>
            <p:nvPr/>
          </p:nvSpPr>
          <p:spPr>
            <a:xfrm>
              <a:off x="6100442" y="1831430"/>
              <a:ext cx="731520" cy="73152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3BBD159-73AE-2AE8-FC68-E625C24A564F}"/>
                </a:ext>
              </a:extLst>
            </p:cNvPr>
            <p:cNvSpPr txBox="1"/>
            <p:nvPr/>
          </p:nvSpPr>
          <p:spPr>
            <a:xfrm>
              <a:off x="6131014" y="2053031"/>
              <a:ext cx="6703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Cancer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3D94864-0EAE-AF71-A34E-A1B5D6F9AA89}"/>
              </a:ext>
            </a:extLst>
          </p:cNvPr>
          <p:cNvGrpSpPr/>
          <p:nvPr/>
        </p:nvGrpSpPr>
        <p:grpSpPr>
          <a:xfrm>
            <a:off x="2646185" y="3989579"/>
            <a:ext cx="731520" cy="731520"/>
            <a:chOff x="6100442" y="1831430"/>
            <a:chExt cx="731520" cy="731520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24703B08-826F-D036-2FE3-ECD628C7C7DB}"/>
                </a:ext>
              </a:extLst>
            </p:cNvPr>
            <p:cNvSpPr/>
            <p:nvPr/>
          </p:nvSpPr>
          <p:spPr>
            <a:xfrm>
              <a:off x="6100442" y="1831430"/>
              <a:ext cx="731520" cy="73152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E227BBA9-78AC-BD17-3DF0-3A6AF11E6E2D}"/>
                </a:ext>
              </a:extLst>
            </p:cNvPr>
            <p:cNvSpPr txBox="1"/>
            <p:nvPr/>
          </p:nvSpPr>
          <p:spPr>
            <a:xfrm>
              <a:off x="6131014" y="2053031"/>
              <a:ext cx="6703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</a:rPr>
                <a:t>Cancer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BAD5371-A57A-FFF6-CCD3-016A10FD202F}"/>
              </a:ext>
            </a:extLst>
          </p:cNvPr>
          <p:cNvGrpSpPr/>
          <p:nvPr/>
        </p:nvGrpSpPr>
        <p:grpSpPr>
          <a:xfrm>
            <a:off x="6441539" y="2762684"/>
            <a:ext cx="898003" cy="731520"/>
            <a:chOff x="1190943" y="2895908"/>
            <a:chExt cx="898003" cy="731520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710ECFF7-F616-3323-D468-4C324072A776}"/>
                </a:ext>
              </a:extLst>
            </p:cNvPr>
            <p:cNvSpPr/>
            <p:nvPr/>
          </p:nvSpPr>
          <p:spPr>
            <a:xfrm>
              <a:off x="1274185" y="2895908"/>
              <a:ext cx="731520" cy="73152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80372F81-09EA-6DD1-CB8C-6B3FB4776633}"/>
                </a:ext>
              </a:extLst>
            </p:cNvPr>
            <p:cNvSpPr txBox="1"/>
            <p:nvPr/>
          </p:nvSpPr>
          <p:spPr>
            <a:xfrm>
              <a:off x="1190943" y="3134710"/>
              <a:ext cx="89800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Non-Cancer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84E3FCB-3C8D-182A-87D7-178C6DA0EDEE}"/>
              </a:ext>
            </a:extLst>
          </p:cNvPr>
          <p:cNvGrpSpPr/>
          <p:nvPr/>
        </p:nvGrpSpPr>
        <p:grpSpPr>
          <a:xfrm>
            <a:off x="7401533" y="2762684"/>
            <a:ext cx="898003" cy="731520"/>
            <a:chOff x="1221939" y="2895908"/>
            <a:chExt cx="898003" cy="731520"/>
          </a:xfrm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7A2DEEED-B555-E894-D713-2B907E5595DE}"/>
                </a:ext>
              </a:extLst>
            </p:cNvPr>
            <p:cNvSpPr/>
            <p:nvPr/>
          </p:nvSpPr>
          <p:spPr>
            <a:xfrm>
              <a:off x="1274185" y="2895908"/>
              <a:ext cx="731520" cy="73152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7D79EAB-C5BC-7639-AF54-5158BA4DB23E}"/>
                </a:ext>
              </a:extLst>
            </p:cNvPr>
            <p:cNvSpPr txBox="1"/>
            <p:nvPr/>
          </p:nvSpPr>
          <p:spPr>
            <a:xfrm>
              <a:off x="1221939" y="3134710"/>
              <a:ext cx="89800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>
                  <a:solidFill>
                    <a:schemeClr val="bg1"/>
                  </a:solidFill>
                </a:rPr>
                <a:t>Non-Cancer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B52D951-6700-8D86-00E7-A032CE688C92}"/>
              </a:ext>
            </a:extLst>
          </p:cNvPr>
          <p:cNvGrpSpPr/>
          <p:nvPr/>
        </p:nvGrpSpPr>
        <p:grpSpPr>
          <a:xfrm>
            <a:off x="10606318" y="2741770"/>
            <a:ext cx="898003" cy="731520"/>
            <a:chOff x="1190943" y="2895908"/>
            <a:chExt cx="898003" cy="731520"/>
          </a:xfrm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AAFFA9AB-BFAF-F444-823F-603FA5AFFE29}"/>
                </a:ext>
              </a:extLst>
            </p:cNvPr>
            <p:cNvSpPr/>
            <p:nvPr/>
          </p:nvSpPr>
          <p:spPr>
            <a:xfrm>
              <a:off x="1274185" y="2895908"/>
              <a:ext cx="731520" cy="73152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5FE25F3-D3C2-05E0-B6F2-BBC1F288C89E}"/>
                </a:ext>
              </a:extLst>
            </p:cNvPr>
            <p:cNvSpPr txBox="1"/>
            <p:nvPr/>
          </p:nvSpPr>
          <p:spPr>
            <a:xfrm>
              <a:off x="1190943" y="3134710"/>
              <a:ext cx="89800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>
                  <a:solidFill>
                    <a:schemeClr val="bg1"/>
                  </a:solidFill>
                </a:rPr>
                <a:t>Non-Cancer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8440EC1-352A-1D34-9C84-3092BAF1CFB9}"/>
              </a:ext>
            </a:extLst>
          </p:cNvPr>
          <p:cNvGrpSpPr/>
          <p:nvPr/>
        </p:nvGrpSpPr>
        <p:grpSpPr>
          <a:xfrm>
            <a:off x="8461421" y="2762684"/>
            <a:ext cx="898003" cy="731520"/>
            <a:chOff x="1190943" y="2895908"/>
            <a:chExt cx="898003" cy="731520"/>
          </a:xfrm>
        </p:grpSpPr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A6482ECF-AF4F-E0FE-658B-0875BBE034B0}"/>
                </a:ext>
              </a:extLst>
            </p:cNvPr>
            <p:cNvSpPr/>
            <p:nvPr/>
          </p:nvSpPr>
          <p:spPr>
            <a:xfrm>
              <a:off x="1274185" y="2895908"/>
              <a:ext cx="731520" cy="73152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11110AA2-6857-8866-42F3-C59B304F01D6}"/>
                </a:ext>
              </a:extLst>
            </p:cNvPr>
            <p:cNvSpPr txBox="1"/>
            <p:nvPr/>
          </p:nvSpPr>
          <p:spPr>
            <a:xfrm>
              <a:off x="1190943" y="3134710"/>
              <a:ext cx="89800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Non-Cancer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01EC8DFC-4351-454C-C3CB-ED04C449F184}"/>
              </a:ext>
            </a:extLst>
          </p:cNvPr>
          <p:cNvSpPr/>
          <p:nvPr/>
        </p:nvSpPr>
        <p:spPr>
          <a:xfrm>
            <a:off x="9597821" y="2753144"/>
            <a:ext cx="731520" cy="73152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A02423-74CB-CA7C-D701-D8A399A78FFA}"/>
              </a:ext>
            </a:extLst>
          </p:cNvPr>
          <p:cNvSpPr txBox="1"/>
          <p:nvPr/>
        </p:nvSpPr>
        <p:spPr>
          <a:xfrm>
            <a:off x="9514579" y="2991946"/>
            <a:ext cx="8980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Non-Cancer</a:t>
            </a:r>
          </a:p>
        </p:txBody>
      </p:sp>
      <p:sp>
        <p:nvSpPr>
          <p:cNvPr id="42" name="Left Brace 41">
            <a:extLst>
              <a:ext uri="{FF2B5EF4-FFF2-40B4-BE49-F238E27FC236}">
                <a16:creationId xmlns:a16="http://schemas.microsoft.com/office/drawing/2014/main" id="{A5BA01A3-3A2B-7BBD-2DD5-392AF85004B8}"/>
              </a:ext>
            </a:extLst>
          </p:cNvPr>
          <p:cNvSpPr/>
          <p:nvPr/>
        </p:nvSpPr>
        <p:spPr>
          <a:xfrm rot="5400000">
            <a:off x="5837151" y="-2597225"/>
            <a:ext cx="1405838" cy="997923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46EC2C9-DAD9-614E-9DB1-04068867B357}"/>
              </a:ext>
            </a:extLst>
          </p:cNvPr>
          <p:cNvSpPr/>
          <p:nvPr/>
        </p:nvSpPr>
        <p:spPr>
          <a:xfrm>
            <a:off x="4860686" y="1408305"/>
            <a:ext cx="4797385" cy="726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Predicted Probabilities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3342574-65D3-85BC-2ED2-8A95CE0926F6}"/>
              </a:ext>
            </a:extLst>
          </p:cNvPr>
          <p:cNvSpPr txBox="1"/>
          <p:nvPr/>
        </p:nvSpPr>
        <p:spPr>
          <a:xfrm>
            <a:off x="2000588" y="164123"/>
            <a:ext cx="9263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Draw the ROC curve based on the model prediction results below, </a:t>
            </a:r>
          </a:p>
          <a:p>
            <a:r>
              <a:rPr lang="en-US" b="1" dirty="0"/>
              <a:t>then calculate the rough AUROC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97E1E4-C905-E191-FD6C-B09C0AE0047E}"/>
              </a:ext>
            </a:extLst>
          </p:cNvPr>
          <p:cNvSpPr/>
          <p:nvPr/>
        </p:nvSpPr>
        <p:spPr>
          <a:xfrm rot="5400000">
            <a:off x="1067776" y="5042129"/>
            <a:ext cx="931069" cy="571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7B5D25-B700-8432-9E43-B18DC7E4A962}"/>
              </a:ext>
            </a:extLst>
          </p:cNvPr>
          <p:cNvSpPr txBox="1"/>
          <p:nvPr/>
        </p:nvSpPr>
        <p:spPr>
          <a:xfrm>
            <a:off x="11263800" y="5545195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1.0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642AE5-34E5-5561-2341-744DEB370043}"/>
              </a:ext>
            </a:extLst>
          </p:cNvPr>
          <p:cNvSpPr/>
          <p:nvPr/>
        </p:nvSpPr>
        <p:spPr>
          <a:xfrm rot="5400000">
            <a:off x="2413420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C255B4-9B97-E45B-ECBE-281D17DA2CD6}"/>
              </a:ext>
            </a:extLst>
          </p:cNvPr>
          <p:cNvSpPr/>
          <p:nvPr/>
        </p:nvSpPr>
        <p:spPr>
          <a:xfrm rot="5400000">
            <a:off x="3414772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6FDC42-371F-400E-315D-2B58C57137C3}"/>
              </a:ext>
            </a:extLst>
          </p:cNvPr>
          <p:cNvSpPr/>
          <p:nvPr/>
        </p:nvSpPr>
        <p:spPr>
          <a:xfrm>
            <a:off x="1577080" y="4991197"/>
            <a:ext cx="9935346" cy="10789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1C2E48-176B-713C-E68C-D12F59B76D5B}"/>
              </a:ext>
            </a:extLst>
          </p:cNvPr>
          <p:cNvSpPr/>
          <p:nvPr/>
        </p:nvSpPr>
        <p:spPr>
          <a:xfrm rot="5400000">
            <a:off x="4416124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B5DCB0-BE14-554C-6B1A-0ABA88D257E1}"/>
              </a:ext>
            </a:extLst>
          </p:cNvPr>
          <p:cNvSpPr/>
          <p:nvPr/>
        </p:nvSpPr>
        <p:spPr>
          <a:xfrm rot="5400000">
            <a:off x="5417476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52CFDA-5279-8D02-80BD-240189F4C669}"/>
              </a:ext>
            </a:extLst>
          </p:cNvPr>
          <p:cNvSpPr/>
          <p:nvPr/>
        </p:nvSpPr>
        <p:spPr>
          <a:xfrm rot="5400000">
            <a:off x="6418828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386C1C-CE78-2EF2-F952-6C938F88E02F}"/>
              </a:ext>
            </a:extLst>
          </p:cNvPr>
          <p:cNvSpPr/>
          <p:nvPr/>
        </p:nvSpPr>
        <p:spPr>
          <a:xfrm rot="5400000">
            <a:off x="7420180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7A5BE-0B53-0236-A5C0-9B8CB695D8EB}"/>
              </a:ext>
            </a:extLst>
          </p:cNvPr>
          <p:cNvSpPr/>
          <p:nvPr/>
        </p:nvSpPr>
        <p:spPr>
          <a:xfrm rot="5400000">
            <a:off x="8421532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A25E23-83AF-F903-7691-AB1FFE883B48}"/>
              </a:ext>
            </a:extLst>
          </p:cNvPr>
          <p:cNvSpPr/>
          <p:nvPr/>
        </p:nvSpPr>
        <p:spPr>
          <a:xfrm rot="5400000">
            <a:off x="9422884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C5AAE8-D526-F290-742D-15D3B417E427}"/>
              </a:ext>
            </a:extLst>
          </p:cNvPr>
          <p:cNvSpPr/>
          <p:nvPr/>
        </p:nvSpPr>
        <p:spPr>
          <a:xfrm rot="5400000">
            <a:off x="10424236" y="5000045"/>
            <a:ext cx="253918" cy="45719"/>
          </a:xfrm>
          <a:prstGeom prst="rect">
            <a:avLst/>
          </a:prstGeom>
          <a:solidFill>
            <a:schemeClr val="tx1"/>
          </a:solidFill>
          <a:ln w="16383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271A3B-6062-8A17-D13F-A64303D6CBC5}"/>
              </a:ext>
            </a:extLst>
          </p:cNvPr>
          <p:cNvSpPr txBox="1"/>
          <p:nvPr/>
        </p:nvSpPr>
        <p:spPr>
          <a:xfrm>
            <a:off x="1792649" y="5256487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39C415-B92B-CD45-2DC6-6EC90B3EF919}"/>
              </a:ext>
            </a:extLst>
          </p:cNvPr>
          <p:cNvSpPr txBox="1"/>
          <p:nvPr/>
        </p:nvSpPr>
        <p:spPr>
          <a:xfrm>
            <a:off x="2479730" y="5255196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FC7819-0B81-D421-736D-742BBA259241}"/>
              </a:ext>
            </a:extLst>
          </p:cNvPr>
          <p:cNvSpPr txBox="1"/>
          <p:nvPr/>
        </p:nvSpPr>
        <p:spPr>
          <a:xfrm>
            <a:off x="3599480" y="5255196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DB2333-999D-CB98-ADA8-F375F36F98FF}"/>
              </a:ext>
            </a:extLst>
          </p:cNvPr>
          <p:cNvSpPr txBox="1"/>
          <p:nvPr/>
        </p:nvSpPr>
        <p:spPr>
          <a:xfrm>
            <a:off x="4659852" y="5255196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084215-9391-E495-3BBB-114B9ED771FC}"/>
              </a:ext>
            </a:extLst>
          </p:cNvPr>
          <p:cNvSpPr txBox="1"/>
          <p:nvPr/>
        </p:nvSpPr>
        <p:spPr>
          <a:xfrm>
            <a:off x="5804053" y="5329281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82C862-1E92-CFC5-95C0-5623E32DEE8E}"/>
              </a:ext>
            </a:extLst>
          </p:cNvPr>
          <p:cNvSpPr txBox="1"/>
          <p:nvPr/>
        </p:nvSpPr>
        <p:spPr>
          <a:xfrm>
            <a:off x="6848569" y="5329281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2AEB41-B22A-F404-2634-F36A77A6B3DA}"/>
              </a:ext>
            </a:extLst>
          </p:cNvPr>
          <p:cNvSpPr txBox="1"/>
          <p:nvPr/>
        </p:nvSpPr>
        <p:spPr>
          <a:xfrm>
            <a:off x="7983364" y="5315163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E51AAA-7F0B-CE62-C9AF-2319BD75CBD7}"/>
              </a:ext>
            </a:extLst>
          </p:cNvPr>
          <p:cNvSpPr txBox="1"/>
          <p:nvPr/>
        </p:nvSpPr>
        <p:spPr>
          <a:xfrm>
            <a:off x="9160819" y="5360529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B2DAEB-001E-8048-93BC-3FED99256414}"/>
              </a:ext>
            </a:extLst>
          </p:cNvPr>
          <p:cNvSpPr txBox="1"/>
          <p:nvPr/>
        </p:nvSpPr>
        <p:spPr>
          <a:xfrm>
            <a:off x="10315689" y="5389422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886557-383A-C853-0C78-A3AD2CB9AE9A}"/>
              </a:ext>
            </a:extLst>
          </p:cNvPr>
          <p:cNvSpPr txBox="1"/>
          <p:nvPr/>
        </p:nvSpPr>
        <p:spPr>
          <a:xfrm>
            <a:off x="4039277" y="5960330"/>
            <a:ext cx="4113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Predicted Risk of Cancer (in probability)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F04E79B-0414-AF30-A8DD-44CD190053E9}"/>
              </a:ext>
            </a:extLst>
          </p:cNvPr>
          <p:cNvSpPr/>
          <p:nvPr/>
        </p:nvSpPr>
        <p:spPr>
          <a:xfrm rot="5400000">
            <a:off x="11075467" y="5042129"/>
            <a:ext cx="931069" cy="571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7C5833-3B68-F87D-A9B4-F10617F71619}"/>
              </a:ext>
            </a:extLst>
          </p:cNvPr>
          <p:cNvSpPr txBox="1"/>
          <p:nvPr/>
        </p:nvSpPr>
        <p:spPr>
          <a:xfrm>
            <a:off x="1256109" y="5574229"/>
            <a:ext cx="49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</a:t>
            </a:r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C436D24E-BF42-2A5F-33AC-A07FFEB4BE43}"/>
              </a:ext>
            </a:extLst>
          </p:cNvPr>
          <p:cNvSpPr/>
          <p:nvPr/>
        </p:nvSpPr>
        <p:spPr>
          <a:xfrm>
            <a:off x="173764" y="2741770"/>
            <a:ext cx="1297611" cy="91098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Ground Truth = 0 </a:t>
            </a:r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BFD34459-8956-49E2-6F3E-73F9DF2A1F77}"/>
              </a:ext>
            </a:extLst>
          </p:cNvPr>
          <p:cNvSpPr/>
          <p:nvPr/>
        </p:nvSpPr>
        <p:spPr>
          <a:xfrm>
            <a:off x="173763" y="3737239"/>
            <a:ext cx="1297611" cy="91098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Ground Truth = 1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19C38B9-2D12-0F01-2304-186D492CC31F}"/>
              </a:ext>
            </a:extLst>
          </p:cNvPr>
          <p:cNvGrpSpPr/>
          <p:nvPr/>
        </p:nvGrpSpPr>
        <p:grpSpPr>
          <a:xfrm>
            <a:off x="5642067" y="2749818"/>
            <a:ext cx="898003" cy="731520"/>
            <a:chOff x="1190943" y="2895908"/>
            <a:chExt cx="898003" cy="73152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42E04BD-25FE-BFD6-507A-11B438624D1A}"/>
                </a:ext>
              </a:extLst>
            </p:cNvPr>
            <p:cNvSpPr/>
            <p:nvPr/>
          </p:nvSpPr>
          <p:spPr>
            <a:xfrm>
              <a:off x="1274185" y="2895908"/>
              <a:ext cx="731520" cy="73152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1F0BF3E-197C-70F4-1F56-9ACC6326B34D}"/>
                </a:ext>
              </a:extLst>
            </p:cNvPr>
            <p:cNvSpPr txBox="1"/>
            <p:nvPr/>
          </p:nvSpPr>
          <p:spPr>
            <a:xfrm>
              <a:off x="1190943" y="3134710"/>
              <a:ext cx="89800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Non-Cancer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557CB8E-E73C-E531-F8CE-EA345C09F797}"/>
                  </a:ext>
                </a:extLst>
              </p14:cNvPr>
              <p14:cNvContentPartPr/>
              <p14:nvPr/>
            </p14:nvContentPartPr>
            <p14:xfrm>
              <a:off x="10435643" y="626406"/>
              <a:ext cx="121320" cy="1501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557CB8E-E73C-E531-F8CE-EA345C09F7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20523" y="611286"/>
                <a:ext cx="151920" cy="153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75A145D-E7AD-35BF-9489-6102E73F46A6}"/>
                  </a:ext>
                </a:extLst>
              </p14:cNvPr>
              <p14:cNvContentPartPr/>
              <p14:nvPr/>
            </p14:nvContentPartPr>
            <p14:xfrm>
              <a:off x="10058003" y="1927806"/>
              <a:ext cx="2335680" cy="424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75A145D-E7AD-35BF-9489-6102E73F46A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42883" y="1912326"/>
                <a:ext cx="236628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D96635F-F936-3C70-2ECE-5D913B155222}"/>
                  </a:ext>
                </a:extLst>
              </p14:cNvPr>
              <p14:cNvContentPartPr/>
              <p14:nvPr/>
            </p14:nvContentPartPr>
            <p14:xfrm>
              <a:off x="10249163" y="1654926"/>
              <a:ext cx="1747800" cy="3124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D96635F-F936-3C70-2ECE-5D913B15522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233683" y="1639806"/>
                <a:ext cx="177840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AB4101B-4FE5-6431-F34C-DB50BC4F5B81}"/>
                  </a:ext>
                </a:extLst>
              </p14:cNvPr>
              <p14:cNvContentPartPr/>
              <p14:nvPr/>
            </p14:nvContentPartPr>
            <p14:xfrm>
              <a:off x="11891483" y="637566"/>
              <a:ext cx="105480" cy="13186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AB4101B-4FE5-6431-F34C-DB50BC4F5B8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876363" y="622086"/>
                <a:ext cx="135720" cy="13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C3BC57C-7425-93B5-644F-AD64CF5CD16C}"/>
                  </a:ext>
                </a:extLst>
              </p14:cNvPr>
              <p14:cNvContentPartPr/>
              <p14:nvPr/>
            </p14:nvContentPartPr>
            <p14:xfrm>
              <a:off x="11975363" y="705606"/>
              <a:ext cx="89640" cy="12459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C3BC57C-7425-93B5-644F-AD64CF5CD16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960243" y="690486"/>
                <a:ext cx="120240" cy="127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5878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JHU Research Clea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HU Research Clean" id="{9C437621-947E-4650-AE08-B5F42A35DA48}" vid="{11D5273D-3E0A-4A2A-957F-2B3E155D6D7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764</Words>
  <Application>Microsoft Office PowerPoint</Application>
  <PresentationFormat>Widescreen</PresentationFormat>
  <Paragraphs>295</Paragraphs>
  <Slides>15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Office Theme</vt:lpstr>
      <vt:lpstr>JHU Research Clean</vt:lpstr>
      <vt:lpstr>Process 10 images </vt:lpstr>
      <vt:lpstr>Process 1 image </vt:lpstr>
      <vt:lpstr>Process 1 image </vt:lpstr>
      <vt:lpstr>Process 1 image </vt:lpstr>
      <vt:lpstr>Process 1 image </vt:lpstr>
      <vt:lpstr>Process 1 image </vt:lpstr>
      <vt:lpstr>Process 1 image </vt:lpstr>
      <vt:lpstr>Process 1 image</vt:lpstr>
      <vt:lpstr>Process 1 image </vt:lpstr>
      <vt:lpstr>Process 1 image </vt:lpstr>
      <vt:lpstr>Process 1 image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10 images </dc:title>
  <dc:creator>Gordon Gao</dc:creator>
  <cp:lastModifiedBy>Piyush Agrawal</cp:lastModifiedBy>
  <cp:revision>5</cp:revision>
  <dcterms:created xsi:type="dcterms:W3CDTF">2025-02-14T02:23:40Z</dcterms:created>
  <dcterms:modified xsi:type="dcterms:W3CDTF">2025-02-26T20:36:11Z</dcterms:modified>
</cp:coreProperties>
</file>