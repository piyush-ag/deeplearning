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66" r:id="rId3"/>
    <p:sldId id="264" r:id="rId4"/>
    <p:sldId id="269" r:id="rId5"/>
    <p:sldId id="267" r:id="rId6"/>
    <p:sldId id="268" r:id="rId7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browse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F4A17587-E070-8D45-897D-5B545E032C16}" v="14" dt="2025-03-06T05:33:39.917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1"/>
    <p:restoredTop sz="94694"/>
  </p:normalViewPr>
  <p:slideViewPr>
    <p:cSldViewPr snapToGrid="0" snapToObjects="1">
      <p:cViewPr varScale="1">
        <p:scale>
          <a:sx n="109" d="100"/>
          <a:sy n="109" d="100"/>
        </p:scale>
        <p:origin x="1128" y="352"/>
      </p:cViewPr>
      <p:guideLst>
        <p:guide orient="horz" pos="2160"/>
        <p:guide pos="384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microsoft.com/office/2015/10/relationships/revisionInfo" Target="revisionInfo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2130426"/>
            <a:ext cx="103632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97BCBE-A2DD-2248-8676-657FEEB74689}" type="datetimeFigureOut">
              <a:rPr lang="en-US" smtClean="0"/>
              <a:t>3/6/25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8ECF37-3CC2-C74D-A5F5-BBEAD8F9A4D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9592590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97BCBE-A2DD-2248-8676-657FEEB74689}" type="datetimeFigureOut">
              <a:rPr lang="en-US" smtClean="0"/>
              <a:t>3/6/25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8ECF37-3CC2-C74D-A5F5-BBEAD8F9A4D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5751880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84" y="4406901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97BCBE-A2DD-2248-8676-657FEEB74689}" type="datetimeFigureOut">
              <a:rPr lang="en-US" smtClean="0"/>
              <a:t>3/6/25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8ECF37-3CC2-C74D-A5F5-BBEAD8F9A4D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542359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600201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600201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97BCBE-A2DD-2248-8676-657FEEB74689}" type="datetimeFigureOut">
              <a:rPr lang="en-US" smtClean="0"/>
              <a:t>3/6/25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8ECF37-3CC2-C74D-A5F5-BBEAD8F9A4D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5347506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368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368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97BCBE-A2DD-2248-8676-657FEEB74689}" type="datetimeFigureOut">
              <a:rPr lang="en-US" smtClean="0"/>
              <a:t>3/6/25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8ECF37-3CC2-C74D-A5F5-BBEAD8F9A4D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9560457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97BCBE-A2DD-2248-8676-657FEEB74689}" type="datetimeFigureOut">
              <a:rPr lang="en-US" smtClean="0"/>
              <a:t>3/6/25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8ECF37-3CC2-C74D-A5F5-BBEAD8F9A4D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6810576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97BCBE-A2DD-2248-8676-657FEEB74689}" type="datetimeFigureOut">
              <a:rPr lang="en-US" smtClean="0"/>
              <a:t>3/6/25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8ECF37-3CC2-C74D-A5F5-BBEAD8F9A4D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4537840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1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733" y="273051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1" y="1435101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97BCBE-A2DD-2248-8676-657FEEB74689}" type="datetimeFigureOut">
              <a:rPr lang="en-US" smtClean="0"/>
              <a:t>3/6/25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8ECF37-3CC2-C74D-A5F5-BBEAD8F9A4D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257720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97BCBE-A2DD-2248-8676-657FEEB74689}" type="datetimeFigureOut">
              <a:rPr lang="en-US" smtClean="0"/>
              <a:t>3/6/25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8ECF37-3CC2-C74D-A5F5-BBEAD8F9A4D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5208933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97BCBE-A2DD-2248-8676-657FEEB74689}" type="datetimeFigureOut">
              <a:rPr lang="en-US" smtClean="0"/>
              <a:t>3/6/25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8ECF37-3CC2-C74D-A5F5-BBEAD8F9A4D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4928425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0" y="274639"/>
            <a:ext cx="27432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274639"/>
            <a:ext cx="80264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97BCBE-A2DD-2248-8676-657FEEB74689}" type="datetimeFigureOut">
              <a:rPr lang="en-US" smtClean="0"/>
              <a:t>3/6/25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8ECF37-3CC2-C74D-A5F5-BBEAD8F9A4D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8872117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600201"/>
            <a:ext cx="109728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897BCBE-A2DD-2248-8676-657FEEB74689}" type="datetimeFigureOut">
              <a:rPr lang="en-US" smtClean="0"/>
              <a:t>3/6/25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600" y="6356351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58ECF37-3CC2-C74D-A5F5-BBEAD8F9A4D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7534706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hyperlink" Target="https://drive.google.com/open?id=1LFBrddD2ru_3wzOM9ro_Opu8ldXFaqoQkdC8Lgjczko&amp;usp=drive_copy" TargetMode="External"/><Relationship Id="rId2" Type="http://schemas.openxmlformats.org/officeDocument/2006/relationships/hyperlink" Target="https://drive.google.com/open?id=11S5W8heDFuXa5Dg3onBq_01VhN8eaIVHzi_tyNzRPWE&amp;usp=drive_copy" TargetMode="Externa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.png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BU.520.710</a:t>
            </a:r>
            <a:br>
              <a:rPr lang="en-US" dirty="0"/>
            </a:br>
            <a:br>
              <a:rPr lang="en-US" dirty="0"/>
            </a:br>
            <a:r>
              <a:rPr lang="en-US" dirty="0"/>
              <a:t>AI Essentials for Business</a:t>
            </a:r>
            <a:br>
              <a:rPr lang="en-US" dirty="0"/>
            </a:br>
            <a:br>
              <a:rPr lang="en-US" dirty="0"/>
            </a:br>
            <a:r>
              <a:rPr lang="en-US" dirty="0"/>
              <a:t>Final Project</a:t>
            </a:r>
          </a:p>
        </p:txBody>
      </p:sp>
    </p:spTree>
    <p:extLst>
      <p:ext uri="{BB962C8B-B14F-4D97-AF65-F5344CB8AC3E}">
        <p14:creationId xmlns:p14="http://schemas.microsoft.com/office/powerpoint/2010/main" val="94222653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0BD8624-6819-0ED0-71F6-65B55995171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274638"/>
            <a:ext cx="6254663" cy="1143000"/>
          </a:xfrm>
        </p:spPr>
        <p:txBody>
          <a:bodyPr>
            <a:normAutofit fontScale="90000"/>
          </a:bodyPr>
          <a:lstStyle/>
          <a:p>
            <a:r>
              <a:rPr lang="en-US"/>
              <a:t>Build your own RAG Chatbot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622BD5D-7C02-FB7D-8D33-9AA16BE3C34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/>
              <a:t>Analyze private local PDF files</a:t>
            </a:r>
          </a:p>
          <a:p>
            <a:r>
              <a:rPr lang="en-US"/>
              <a:t>Configure local LLM and remote API </a:t>
            </a:r>
          </a:p>
          <a:p>
            <a:r>
              <a:rPr lang="en-US"/>
              <a:t>Customize the performance</a:t>
            </a:r>
          </a:p>
          <a:p>
            <a:r>
              <a:rPr lang="en-US"/>
              <a:t>Share with the class your experience</a:t>
            </a:r>
          </a:p>
          <a:p>
            <a:r>
              <a:rPr lang="en-US">
                <a:solidFill>
                  <a:srgbClr val="202124"/>
                </a:solidFill>
                <a:latin typeface="Roboto" panose="02000000000000000000" pitchFamily="2" charset="0"/>
              </a:rPr>
              <a:t>Follow instructions in the tech manual: </a:t>
            </a:r>
          </a:p>
          <a:p>
            <a:pPr lvl="1"/>
            <a:r>
              <a:rPr lang="en-US">
                <a:hlinkClick r:id="rId2"/>
              </a:rPr>
              <a:t>Final project – RAG</a:t>
            </a:r>
            <a:endParaRPr lang="en-US"/>
          </a:p>
          <a:p>
            <a:pPr lvl="1"/>
            <a:r>
              <a:rPr lang="en-US"/>
              <a:t>Pay attention to the </a:t>
            </a:r>
            <a:r>
              <a:rPr lang="en-US">
                <a:hlinkClick r:id="rId3"/>
              </a:rPr>
              <a:t>QA-Documents</a:t>
            </a:r>
            <a:r>
              <a:rPr lang="en-US"/>
              <a:t> --- we will keep updating it.</a:t>
            </a:r>
            <a:endParaRPr lang="en-US" dirty="0"/>
          </a:p>
        </p:txBody>
      </p:sp>
      <p:pic>
        <p:nvPicPr>
          <p:cNvPr id="5" name="Picture Placeholder 28">
            <a:extLst>
              <a:ext uri="{FF2B5EF4-FFF2-40B4-BE49-F238E27FC236}">
                <a16:creationId xmlns:a16="http://schemas.microsoft.com/office/drawing/2014/main" id="{08D03182-4243-BEB2-2753-1DDA865384FF}"/>
              </a:ext>
            </a:extLst>
          </p:cNvPr>
          <p:cNvPicPr>
            <a:picLocks noChangeAspect="1"/>
          </p:cNvPicPr>
          <p:nvPr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146" r="146"/>
          <a:stretch>
            <a:fillRect/>
          </a:stretch>
        </p:blipFill>
        <p:spPr>
          <a:xfrm>
            <a:off x="7816566" y="258949"/>
            <a:ext cx="4143001" cy="3170051"/>
          </a:xfrm>
          <a:custGeom>
            <a:avLst/>
            <a:gdLst>
              <a:gd name="connsiteX0" fmla="*/ 0 w 4769628"/>
              <a:gd name="connsiteY0" fmla="*/ 0 h 3332020"/>
              <a:gd name="connsiteX1" fmla="*/ 4769628 w 4769628"/>
              <a:gd name="connsiteY1" fmla="*/ 0 h 3332020"/>
              <a:gd name="connsiteX2" fmla="*/ 4769628 w 4769628"/>
              <a:gd name="connsiteY2" fmla="*/ 3332020 h 3332020"/>
              <a:gd name="connsiteX3" fmla="*/ 0 w 4769628"/>
              <a:gd name="connsiteY3" fmla="*/ 3332020 h 33320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769628" h="3332020">
                <a:moveTo>
                  <a:pt x="0" y="0"/>
                </a:moveTo>
                <a:lnTo>
                  <a:pt x="4769628" y="0"/>
                </a:lnTo>
                <a:lnTo>
                  <a:pt x="4769628" y="3332020"/>
                </a:lnTo>
                <a:lnTo>
                  <a:pt x="0" y="3332020"/>
                </a:lnTo>
                <a:close/>
              </a:path>
            </a:pathLst>
          </a:custGeom>
        </p:spPr>
      </p:pic>
    </p:spTree>
    <p:extLst>
      <p:ext uri="{BB962C8B-B14F-4D97-AF65-F5344CB8AC3E}">
        <p14:creationId xmlns:p14="http://schemas.microsoft.com/office/powerpoint/2010/main" val="264843343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C3B70D3-936F-02E1-1981-29D922FF797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General guidelines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DD2F643-4021-F106-E9F1-734A74F6105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/>
          </a:bodyPr>
          <a:lstStyle/>
          <a:p>
            <a:r>
              <a:rPr lang="en-US" dirty="0"/>
              <a:t>Work with the same team </a:t>
            </a:r>
          </a:p>
          <a:p>
            <a:r>
              <a:rPr lang="en-US" dirty="0"/>
              <a:t>8 minutes presentation on the last class</a:t>
            </a:r>
          </a:p>
          <a:p>
            <a:pPr lvl="1"/>
            <a:r>
              <a:rPr lang="en-US" dirty="0"/>
              <a:t>Your configuration</a:t>
            </a:r>
          </a:p>
          <a:p>
            <a:pPr lvl="1"/>
            <a:r>
              <a:rPr lang="en-US" dirty="0"/>
              <a:t>Challenges you face in the development process, and how your solved them</a:t>
            </a:r>
          </a:p>
          <a:p>
            <a:pPr lvl="1"/>
            <a:r>
              <a:rPr lang="en-US" dirty="0"/>
              <a:t>Compare different LLM models: how did the performance vary?</a:t>
            </a:r>
          </a:p>
          <a:p>
            <a:pPr lvl="1"/>
            <a:r>
              <a:rPr lang="en-US" dirty="0"/>
              <a:t>Push the boundary of your chatbot: when will it start to hallucinate?</a:t>
            </a:r>
          </a:p>
          <a:p>
            <a:r>
              <a:rPr lang="en-US" dirty="0"/>
              <a:t>Feel free to use </a:t>
            </a:r>
            <a:r>
              <a:rPr lang="en-US" dirty="0" err="1"/>
              <a:t>ChatGPT</a:t>
            </a:r>
            <a:r>
              <a:rPr lang="en-US" dirty="0"/>
              <a:t> or similar AI tools. </a:t>
            </a:r>
          </a:p>
          <a:p>
            <a:r>
              <a:rPr lang="en-US" dirty="0"/>
              <a:t>Upload your slides/tech notes to our group wiki page on Canvas</a:t>
            </a:r>
          </a:p>
          <a:p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3743062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EBE1C89-540F-1B2B-45BC-6A2F5F061DC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Competition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61F2D84-0E3E-F291-2D31-22A923A51CD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Each team prepares a question that is challenging for the RAG chatbot to answer. </a:t>
            </a:r>
          </a:p>
          <a:p>
            <a:r>
              <a:rPr lang="en-US" dirty="0"/>
              <a:t>Each bot will answer your question, and you give a ranking, and explanation. </a:t>
            </a:r>
          </a:p>
          <a:p>
            <a:r>
              <a:rPr lang="en-US" dirty="0"/>
              <a:t>Winner will be the one with the highest </a:t>
            </a:r>
            <a:r>
              <a:rPr lang="en-US"/>
              <a:t>ranking of </a:t>
            </a:r>
            <a:r>
              <a:rPr lang="en-US" dirty="0"/>
              <a:t>all questions.</a:t>
            </a:r>
          </a:p>
        </p:txBody>
      </p:sp>
    </p:spTree>
    <p:extLst>
      <p:ext uri="{BB962C8B-B14F-4D97-AF65-F5344CB8AC3E}">
        <p14:creationId xmlns:p14="http://schemas.microsoft.com/office/powerpoint/2010/main" val="240673067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8D38029-CC2D-AF48-0D06-8D5807C490C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Office hours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21F9D35-9E5B-7762-F09F-EACD02DEBB2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This Friday 2-4 pm</a:t>
            </a:r>
          </a:p>
          <a:p>
            <a:r>
              <a:rPr lang="en-US" dirty="0"/>
              <a:t>Next Tuesday 5-6pm</a:t>
            </a:r>
          </a:p>
          <a:p>
            <a:r>
              <a:rPr lang="en-US" dirty="0"/>
              <a:t>Next Wednesday 5-6pm</a:t>
            </a:r>
          </a:p>
          <a:p>
            <a:endParaRPr lang="en-US" dirty="0"/>
          </a:p>
          <a:p>
            <a:r>
              <a:rPr lang="en-US" dirty="0"/>
              <a:t>You should never stuck, please do reach out if needed.</a:t>
            </a:r>
          </a:p>
          <a:p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8672946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A7F3A7B-B502-703F-51FD-AD540C07892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Bonus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09C3660-2C97-A6E4-67D2-4A945926126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Deploy and publish your RAG Chatbot online!</a:t>
            </a:r>
          </a:p>
          <a:p>
            <a:endParaRPr lang="en-US" dirty="0"/>
          </a:p>
          <a:p>
            <a:r>
              <a:rPr lang="en-US" dirty="0"/>
              <a:t>Email me if you like to do that.</a:t>
            </a:r>
          </a:p>
        </p:txBody>
      </p:sp>
    </p:spTree>
    <p:extLst>
      <p:ext uri="{BB962C8B-B14F-4D97-AF65-F5344CB8AC3E}">
        <p14:creationId xmlns:p14="http://schemas.microsoft.com/office/powerpoint/2010/main" val="402103829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790</TotalTime>
  <Words>225</Words>
  <Application>Microsoft Macintosh PowerPoint</Application>
  <PresentationFormat>Widescreen</PresentationFormat>
  <Paragraphs>32</Paragraphs>
  <Slides>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0" baseType="lpstr">
      <vt:lpstr>Arial</vt:lpstr>
      <vt:lpstr>Calibri</vt:lpstr>
      <vt:lpstr>Roboto</vt:lpstr>
      <vt:lpstr>Office Theme</vt:lpstr>
      <vt:lpstr>BU.520.710  AI Essentials for Business  Final Project</vt:lpstr>
      <vt:lpstr>Build your own RAG Chatbot</vt:lpstr>
      <vt:lpstr>General guidelines</vt:lpstr>
      <vt:lpstr>Competition</vt:lpstr>
      <vt:lpstr>Office hours</vt:lpstr>
      <vt:lpstr>Bonus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Wu Coral</dc:creator>
  <cp:lastModifiedBy>Gordon Gao</cp:lastModifiedBy>
  <cp:revision>4</cp:revision>
  <dcterms:created xsi:type="dcterms:W3CDTF">2014-01-14T12:05:24Z</dcterms:created>
  <dcterms:modified xsi:type="dcterms:W3CDTF">2025-03-06T05:34:41Z</dcterms:modified>
</cp:coreProperties>
</file>