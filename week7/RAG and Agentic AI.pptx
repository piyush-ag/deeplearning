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Lst>
  <p:notesMasterIdLst>
    <p:notesMasterId r:id="rId37"/>
  </p:notesMasterIdLst>
  <p:sldIdLst>
    <p:sldId id="1315" r:id="rId6"/>
    <p:sldId id="1365" r:id="rId7"/>
    <p:sldId id="1378" r:id="rId8"/>
    <p:sldId id="1099" r:id="rId9"/>
    <p:sldId id="1364" r:id="rId10"/>
    <p:sldId id="1347" r:id="rId11"/>
    <p:sldId id="2508" r:id="rId12"/>
    <p:sldId id="1101" r:id="rId13"/>
    <p:sldId id="1366" r:id="rId14"/>
    <p:sldId id="2506" r:id="rId15"/>
    <p:sldId id="2507" r:id="rId16"/>
    <p:sldId id="2505" r:id="rId17"/>
    <p:sldId id="1103" r:id="rId18"/>
    <p:sldId id="1388" r:id="rId19"/>
    <p:sldId id="1386" r:id="rId20"/>
    <p:sldId id="2517" r:id="rId21"/>
    <p:sldId id="2519" r:id="rId22"/>
    <p:sldId id="2521" r:id="rId23"/>
    <p:sldId id="1385" r:id="rId24"/>
    <p:sldId id="1387" r:id="rId25"/>
    <p:sldId id="1390" r:id="rId26"/>
    <p:sldId id="1391" r:id="rId27"/>
    <p:sldId id="1393" r:id="rId28"/>
    <p:sldId id="1394" r:id="rId29"/>
    <p:sldId id="1368" r:id="rId30"/>
    <p:sldId id="1395" r:id="rId31"/>
    <p:sldId id="2522" r:id="rId32"/>
    <p:sldId id="1392" r:id="rId33"/>
    <p:sldId id="1370" r:id="rId34"/>
    <p:sldId id="1383" r:id="rId35"/>
    <p:sldId id="251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1"/>
  </p:normalViewPr>
  <p:slideViewPr>
    <p:cSldViewPr snapToGrid="0">
      <p:cViewPr varScale="1">
        <p:scale>
          <a:sx n="98" d="100"/>
          <a:sy n="98" d="100"/>
        </p:scale>
        <p:origin x="1560"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u Agarwal" userId="27126333-ed84-4805-aad8-6a112c14a6c5" providerId="ADAL" clId="{F73262A7-317D-482D-9DAD-813F20BE21E5}"/>
    <pc:docChg chg="undo custSel addSld delSld modSld sldOrd delMainMaster modMainMaster">
      <pc:chgData name="Ritu Agarwal" userId="27126333-ed84-4805-aad8-6a112c14a6c5" providerId="ADAL" clId="{F73262A7-317D-482D-9DAD-813F20BE21E5}" dt="2024-05-11T01:00:40.361" v="4073" actId="478"/>
      <pc:docMkLst>
        <pc:docMk/>
      </pc:docMkLst>
      <pc:sldChg chg="ord">
        <pc:chgData name="Ritu Agarwal" userId="27126333-ed84-4805-aad8-6a112c14a6c5" providerId="ADAL" clId="{F73262A7-317D-482D-9DAD-813F20BE21E5}" dt="2024-04-24T21:13:43.524" v="3710"/>
        <pc:sldMkLst>
          <pc:docMk/>
          <pc:sldMk cId="248616509" sldId="258"/>
        </pc:sldMkLst>
      </pc:sldChg>
      <pc:sldChg chg="ord">
        <pc:chgData name="Ritu Agarwal" userId="27126333-ed84-4805-aad8-6a112c14a6c5" providerId="ADAL" clId="{F73262A7-317D-482D-9DAD-813F20BE21E5}" dt="2024-04-24T21:13:43.524" v="3710"/>
        <pc:sldMkLst>
          <pc:docMk/>
          <pc:sldMk cId="444444687" sldId="259"/>
        </pc:sldMkLst>
      </pc:sldChg>
      <pc:sldChg chg="delSp modSp add">
        <pc:chgData name="Ritu Agarwal" userId="27126333-ed84-4805-aad8-6a112c14a6c5" providerId="ADAL" clId="{F73262A7-317D-482D-9DAD-813F20BE21E5}" dt="2024-04-24T17:28:58.007" v="2975" actId="20577"/>
        <pc:sldMkLst>
          <pc:docMk/>
          <pc:sldMk cId="1071479745" sldId="276"/>
        </pc:sldMkLst>
      </pc:sldChg>
      <pc:sldChg chg="delSp add">
        <pc:chgData name="Ritu Agarwal" userId="27126333-ed84-4805-aad8-6a112c14a6c5" providerId="ADAL" clId="{F73262A7-317D-482D-9DAD-813F20BE21E5}" dt="2024-04-24T17:28:37.284" v="2970" actId="478"/>
        <pc:sldMkLst>
          <pc:docMk/>
          <pc:sldMk cId="4120372989" sldId="285"/>
        </pc:sldMkLst>
      </pc:sldChg>
      <pc:sldChg chg="addSp delSp modSp add del">
        <pc:chgData name="Ritu Agarwal" userId="27126333-ed84-4805-aad8-6a112c14a6c5" providerId="ADAL" clId="{F73262A7-317D-482D-9DAD-813F20BE21E5}" dt="2024-04-17T01:37:04.540" v="362"/>
        <pc:sldMkLst>
          <pc:docMk/>
          <pc:sldMk cId="3467940562" sldId="288"/>
        </pc:sldMkLst>
      </pc:sldChg>
      <pc:sldChg chg="addSp delSp modSp add del">
        <pc:chgData name="Ritu Agarwal" userId="27126333-ed84-4805-aad8-6a112c14a6c5" providerId="ADAL" clId="{F73262A7-317D-482D-9DAD-813F20BE21E5}" dt="2024-05-11T00:57:36.482" v="4034" actId="13822"/>
        <pc:sldMkLst>
          <pc:docMk/>
          <pc:sldMk cId="2114061300" sldId="294"/>
        </pc:sldMkLst>
      </pc:sldChg>
      <pc:sldChg chg="addSp delSp modSp add del">
        <pc:chgData name="Ritu Agarwal" userId="27126333-ed84-4805-aad8-6a112c14a6c5" providerId="ADAL" clId="{F73262A7-317D-482D-9DAD-813F20BE21E5}" dt="2024-04-17T01:36:52.592" v="360" actId="14100"/>
        <pc:sldMkLst>
          <pc:docMk/>
          <pc:sldMk cId="1754970760" sldId="401"/>
        </pc:sldMkLst>
      </pc:sldChg>
      <pc:sldChg chg="addSp modSp">
        <pc:chgData name="Ritu Agarwal" userId="27126333-ed84-4805-aad8-6a112c14a6c5" providerId="ADAL" clId="{F73262A7-317D-482D-9DAD-813F20BE21E5}" dt="2024-04-17T14:33:49.629" v="449" actId="1076"/>
        <pc:sldMkLst>
          <pc:docMk/>
          <pc:sldMk cId="3857305289" sldId="520"/>
        </pc:sldMkLst>
      </pc:sldChg>
      <pc:sldChg chg="modSp">
        <pc:chgData name="Ritu Agarwal" userId="27126333-ed84-4805-aad8-6a112c14a6c5" providerId="ADAL" clId="{F73262A7-317D-482D-9DAD-813F20BE21E5}" dt="2024-04-17T15:01:49.574" v="828" actId="1076"/>
        <pc:sldMkLst>
          <pc:docMk/>
          <pc:sldMk cId="2606122396" sldId="521"/>
        </pc:sldMkLst>
      </pc:sldChg>
      <pc:sldChg chg="modSp">
        <pc:chgData name="Ritu Agarwal" userId="27126333-ed84-4805-aad8-6a112c14a6c5" providerId="ADAL" clId="{F73262A7-317D-482D-9DAD-813F20BE21E5}" dt="2024-04-17T15:01:27.579" v="824" actId="403"/>
        <pc:sldMkLst>
          <pc:docMk/>
          <pc:sldMk cId="4218662029" sldId="522"/>
        </pc:sldMkLst>
      </pc:sldChg>
      <pc:sldChg chg="addSp delSp modSp add setBg">
        <pc:chgData name="Ritu Agarwal" userId="27126333-ed84-4805-aad8-6a112c14a6c5" providerId="ADAL" clId="{F73262A7-317D-482D-9DAD-813F20BE21E5}" dt="2024-04-17T01:35:58.040" v="350" actId="1076"/>
        <pc:sldMkLst>
          <pc:docMk/>
          <pc:sldMk cId="4013066427" sldId="1293"/>
        </pc:sldMkLst>
      </pc:sldChg>
      <pc:sldChg chg="ord">
        <pc:chgData name="Ritu Agarwal" userId="27126333-ed84-4805-aad8-6a112c14a6c5" providerId="ADAL" clId="{F73262A7-317D-482D-9DAD-813F20BE21E5}" dt="2024-04-24T01:04:03.645" v="2444"/>
        <pc:sldMkLst>
          <pc:docMk/>
          <pc:sldMk cId="4116095501" sldId="1299"/>
        </pc:sldMkLst>
      </pc:sldChg>
      <pc:sldChg chg="addSp modSp ord modNotesTx">
        <pc:chgData name="Ritu Agarwal" userId="27126333-ed84-4805-aad8-6a112c14a6c5" providerId="ADAL" clId="{F73262A7-317D-482D-9DAD-813F20BE21E5}" dt="2024-04-24T01:51:01.509" v="2766" actId="1076"/>
        <pc:sldMkLst>
          <pc:docMk/>
          <pc:sldMk cId="3553896708" sldId="1306"/>
        </pc:sldMkLst>
      </pc:sldChg>
      <pc:sldChg chg="addSp delSp modSp ord modNotesTx">
        <pc:chgData name="Ritu Agarwal" userId="27126333-ed84-4805-aad8-6a112c14a6c5" providerId="ADAL" clId="{F73262A7-317D-482D-9DAD-813F20BE21E5}" dt="2024-04-24T01:56:19.673" v="2810" actId="14100"/>
        <pc:sldMkLst>
          <pc:docMk/>
          <pc:sldMk cId="1828995389" sldId="1307"/>
        </pc:sldMkLst>
      </pc:sldChg>
      <pc:sldChg chg="ord">
        <pc:chgData name="Ritu Agarwal" userId="27126333-ed84-4805-aad8-6a112c14a6c5" providerId="ADAL" clId="{F73262A7-317D-482D-9DAD-813F20BE21E5}" dt="2024-04-17T17:06:14.873" v="1652"/>
        <pc:sldMkLst>
          <pc:docMk/>
          <pc:sldMk cId="2747550084" sldId="1308"/>
        </pc:sldMkLst>
      </pc:sldChg>
      <pc:sldChg chg="ord">
        <pc:chgData name="Ritu Agarwal" userId="27126333-ed84-4805-aad8-6a112c14a6c5" providerId="ADAL" clId="{F73262A7-317D-482D-9DAD-813F20BE21E5}" dt="2024-04-17T17:06:35.509" v="1653"/>
        <pc:sldMkLst>
          <pc:docMk/>
          <pc:sldMk cId="631807192" sldId="1309"/>
        </pc:sldMkLst>
      </pc:sldChg>
      <pc:sldChg chg="ord">
        <pc:chgData name="Ritu Agarwal" userId="27126333-ed84-4805-aad8-6a112c14a6c5" providerId="ADAL" clId="{F73262A7-317D-482D-9DAD-813F20BE21E5}" dt="2024-04-17T17:06:50.506" v="1654"/>
        <pc:sldMkLst>
          <pc:docMk/>
          <pc:sldMk cId="2972846613" sldId="1310"/>
        </pc:sldMkLst>
      </pc:sldChg>
      <pc:sldChg chg="modSp">
        <pc:chgData name="Ritu Agarwal" userId="27126333-ed84-4805-aad8-6a112c14a6c5" providerId="ADAL" clId="{F73262A7-317D-482D-9DAD-813F20BE21E5}" dt="2024-05-11T00:56:21.784" v="4024" actId="1076"/>
        <pc:sldMkLst>
          <pc:docMk/>
          <pc:sldMk cId="2941046834" sldId="1315"/>
        </pc:sldMkLst>
      </pc:sldChg>
      <pc:sldChg chg="modSp">
        <pc:chgData name="Ritu Agarwal" userId="27126333-ed84-4805-aad8-6a112c14a6c5" providerId="ADAL" clId="{F73262A7-317D-482D-9DAD-813F20BE21E5}" dt="2024-04-30T01:06:09.702" v="3962" actId="27636"/>
        <pc:sldMkLst>
          <pc:docMk/>
          <pc:sldMk cId="2072670189" sldId="1317"/>
        </pc:sldMkLst>
      </pc:sldChg>
      <pc:sldChg chg="addSp modSp ord">
        <pc:chgData name="Ritu Agarwal" userId="27126333-ed84-4805-aad8-6a112c14a6c5" providerId="ADAL" clId="{F73262A7-317D-482D-9DAD-813F20BE21E5}" dt="2024-04-24T21:16:33.835" v="3719" actId="20577"/>
        <pc:sldMkLst>
          <pc:docMk/>
          <pc:sldMk cId="1637555723" sldId="1320"/>
        </pc:sldMkLst>
      </pc:sldChg>
      <pc:sldChg chg="delSp modSp">
        <pc:chgData name="Ritu Agarwal" userId="27126333-ed84-4805-aad8-6a112c14a6c5" providerId="ADAL" clId="{F73262A7-317D-482D-9DAD-813F20BE21E5}" dt="2024-05-11T00:56:43.112" v="4025"/>
        <pc:sldMkLst>
          <pc:docMk/>
          <pc:sldMk cId="295963881" sldId="1321"/>
        </pc:sldMkLst>
      </pc:sldChg>
      <pc:sldChg chg="addSp modSp">
        <pc:chgData name="Ritu Agarwal" userId="27126333-ed84-4805-aad8-6a112c14a6c5" providerId="ADAL" clId="{F73262A7-317D-482D-9DAD-813F20BE21E5}" dt="2024-04-17T14:34:20.584" v="451" actId="1076"/>
        <pc:sldMkLst>
          <pc:docMk/>
          <pc:sldMk cId="3586647747" sldId="1323"/>
        </pc:sldMkLst>
      </pc:sldChg>
      <pc:sldChg chg="addSp modSp modNotesTx">
        <pc:chgData name="Ritu Agarwal" userId="27126333-ed84-4805-aad8-6a112c14a6c5" providerId="ADAL" clId="{F73262A7-317D-482D-9DAD-813F20BE21E5}" dt="2024-04-24T00:49:57.409" v="2156" actId="14100"/>
        <pc:sldMkLst>
          <pc:docMk/>
          <pc:sldMk cId="1663032889" sldId="1324"/>
        </pc:sldMkLst>
      </pc:sldChg>
      <pc:sldChg chg="addSp modSp">
        <pc:chgData name="Ritu Agarwal" userId="27126333-ed84-4805-aad8-6a112c14a6c5" providerId="ADAL" clId="{F73262A7-317D-482D-9DAD-813F20BE21E5}" dt="2024-04-17T01:35:03.309" v="342" actId="1076"/>
        <pc:sldMkLst>
          <pc:docMk/>
          <pc:sldMk cId="2402323571" sldId="1325"/>
        </pc:sldMkLst>
      </pc:sldChg>
      <pc:sldChg chg="modSp">
        <pc:chgData name="Ritu Agarwal" userId="27126333-ed84-4805-aad8-6a112c14a6c5" providerId="ADAL" clId="{F73262A7-317D-482D-9DAD-813F20BE21E5}" dt="2024-04-17T01:12:27.263" v="3" actId="27636"/>
        <pc:sldMkLst>
          <pc:docMk/>
          <pc:sldMk cId="167006151" sldId="1326"/>
        </pc:sldMkLst>
      </pc:sldChg>
      <pc:sldChg chg="modSp">
        <pc:chgData name="Ritu Agarwal" userId="27126333-ed84-4805-aad8-6a112c14a6c5" providerId="ADAL" clId="{F73262A7-317D-482D-9DAD-813F20BE21E5}" dt="2024-04-17T14:31:22.414" v="439" actId="14100"/>
        <pc:sldMkLst>
          <pc:docMk/>
          <pc:sldMk cId="3560568693" sldId="1327"/>
        </pc:sldMkLst>
      </pc:sldChg>
      <pc:sldChg chg="addSp modSp">
        <pc:chgData name="Ritu Agarwal" userId="27126333-ed84-4805-aad8-6a112c14a6c5" providerId="ADAL" clId="{F73262A7-317D-482D-9DAD-813F20BE21E5}" dt="2024-04-17T01:35:33.095" v="347" actId="1076"/>
        <pc:sldMkLst>
          <pc:docMk/>
          <pc:sldMk cId="1021328598" sldId="1328"/>
        </pc:sldMkLst>
      </pc:sldChg>
      <pc:sldChg chg="addSp modSp add">
        <pc:chgData name="Ritu Agarwal" userId="27126333-ed84-4805-aad8-6a112c14a6c5" providerId="ADAL" clId="{F73262A7-317D-482D-9DAD-813F20BE21E5}" dt="2024-04-17T01:36:03.835" v="351"/>
        <pc:sldMkLst>
          <pc:docMk/>
          <pc:sldMk cId="2189348648" sldId="1331"/>
        </pc:sldMkLst>
      </pc:sldChg>
      <pc:sldChg chg="delSp modSp add">
        <pc:chgData name="Ritu Agarwal" userId="27126333-ed84-4805-aad8-6a112c14a6c5" providerId="ADAL" clId="{F73262A7-317D-482D-9DAD-813F20BE21E5}" dt="2024-05-11T00:57:53.789" v="4035"/>
        <pc:sldMkLst>
          <pc:docMk/>
          <pc:sldMk cId="4239059544" sldId="1332"/>
        </pc:sldMkLst>
      </pc:sldChg>
      <pc:sldChg chg="addSp modSp add ord">
        <pc:chgData name="Ritu Agarwal" userId="27126333-ed84-4805-aad8-6a112c14a6c5" providerId="ADAL" clId="{F73262A7-317D-482D-9DAD-813F20BE21E5}" dt="2024-04-17T14:31:25.845" v="440"/>
        <pc:sldMkLst>
          <pc:docMk/>
          <pc:sldMk cId="211530437" sldId="1333"/>
        </pc:sldMkLst>
      </pc:sldChg>
      <pc:sldChg chg="addSp modSp add modNotesTx">
        <pc:chgData name="Ritu Agarwal" userId="27126333-ed84-4805-aad8-6a112c14a6c5" providerId="ADAL" clId="{F73262A7-317D-482D-9DAD-813F20BE21E5}" dt="2024-04-24T00:51:28.746" v="2193" actId="20577"/>
        <pc:sldMkLst>
          <pc:docMk/>
          <pc:sldMk cId="1809991376" sldId="1334"/>
        </pc:sldMkLst>
      </pc:sldChg>
      <pc:sldChg chg="addSp delSp modSp add modNotesTx">
        <pc:chgData name="Ritu Agarwal" userId="27126333-ed84-4805-aad8-6a112c14a6c5" providerId="ADAL" clId="{F73262A7-317D-482D-9DAD-813F20BE21E5}" dt="2024-04-17T16:00:41.389" v="1374" actId="6549"/>
        <pc:sldMkLst>
          <pc:docMk/>
          <pc:sldMk cId="1940482802" sldId="1335"/>
        </pc:sldMkLst>
      </pc:sldChg>
      <pc:sldChg chg="delSp modSp add">
        <pc:chgData name="Ritu Agarwal" userId="27126333-ed84-4805-aad8-6a112c14a6c5" providerId="ADAL" clId="{F73262A7-317D-482D-9DAD-813F20BE21E5}" dt="2024-05-11T00:58:18.564" v="4036"/>
        <pc:sldMkLst>
          <pc:docMk/>
          <pc:sldMk cId="2817573116" sldId="1336"/>
        </pc:sldMkLst>
      </pc:sldChg>
      <pc:sldChg chg="modSp add">
        <pc:chgData name="Ritu Agarwal" userId="27126333-ed84-4805-aad8-6a112c14a6c5" providerId="ADAL" clId="{F73262A7-317D-482D-9DAD-813F20BE21E5}" dt="2024-05-11T00:58:40.769" v="4038" actId="6549"/>
        <pc:sldMkLst>
          <pc:docMk/>
          <pc:sldMk cId="2977846355" sldId="1337"/>
        </pc:sldMkLst>
      </pc:sldChg>
      <pc:sldChg chg="addSp delSp modSp add modNotesTx">
        <pc:chgData name="Ritu Agarwal" userId="27126333-ed84-4805-aad8-6a112c14a6c5" providerId="ADAL" clId="{F73262A7-317D-482D-9DAD-813F20BE21E5}" dt="2024-04-24T01:55:45.011" v="2804" actId="1076"/>
        <pc:sldMkLst>
          <pc:docMk/>
          <pc:sldMk cId="1501372682" sldId="1338"/>
        </pc:sldMkLst>
      </pc:sldChg>
      <pc:sldChg chg="modSp add">
        <pc:chgData name="Ritu Agarwal" userId="27126333-ed84-4805-aad8-6a112c14a6c5" providerId="ADAL" clId="{F73262A7-317D-482D-9DAD-813F20BE21E5}" dt="2024-04-17T21:56:49.786" v="1995" actId="20577"/>
        <pc:sldMkLst>
          <pc:docMk/>
          <pc:sldMk cId="3046454255" sldId="1340"/>
        </pc:sldMkLst>
      </pc:sldChg>
      <pc:sldChg chg="addSp delSp modSp add">
        <pc:chgData name="Ritu Agarwal" userId="27126333-ed84-4805-aad8-6a112c14a6c5" providerId="ADAL" clId="{F73262A7-317D-482D-9DAD-813F20BE21E5}" dt="2024-04-24T01:02:09.026" v="2439" actId="1076"/>
        <pc:sldMkLst>
          <pc:docMk/>
          <pc:sldMk cId="1433027113" sldId="1341"/>
        </pc:sldMkLst>
      </pc:sldChg>
      <pc:sldChg chg="addSp modSp add modNotesTx">
        <pc:chgData name="Ritu Agarwal" userId="27126333-ed84-4805-aad8-6a112c14a6c5" providerId="ADAL" clId="{F73262A7-317D-482D-9DAD-813F20BE21E5}" dt="2024-04-18T00:31:29.863" v="2056" actId="1076"/>
        <pc:sldMkLst>
          <pc:docMk/>
          <pc:sldMk cId="2286586592" sldId="1342"/>
        </pc:sldMkLst>
      </pc:sldChg>
      <pc:sldChg chg="addSp add">
        <pc:chgData name="Ritu Agarwal" userId="27126333-ed84-4805-aad8-6a112c14a6c5" providerId="ADAL" clId="{F73262A7-317D-482D-9DAD-813F20BE21E5}" dt="2024-04-23T01:46:37.770" v="2058"/>
        <pc:sldMkLst>
          <pc:docMk/>
          <pc:sldMk cId="1148262406" sldId="1343"/>
        </pc:sldMkLst>
      </pc:sldChg>
      <pc:sldChg chg="modSp add">
        <pc:chgData name="Ritu Agarwal" userId="27126333-ed84-4805-aad8-6a112c14a6c5" providerId="ADAL" clId="{F73262A7-317D-482D-9DAD-813F20BE21E5}" dt="2024-04-23T01:47:37.283" v="2089" actId="20577"/>
        <pc:sldMkLst>
          <pc:docMk/>
          <pc:sldMk cId="1809256452" sldId="1344"/>
        </pc:sldMkLst>
      </pc:sldChg>
      <pc:sldChg chg="addSp modSp add">
        <pc:chgData name="Ritu Agarwal" userId="27126333-ed84-4805-aad8-6a112c14a6c5" providerId="ADAL" clId="{F73262A7-317D-482D-9DAD-813F20BE21E5}" dt="2024-04-23T01:48:46.724" v="2092" actId="14100"/>
        <pc:sldMkLst>
          <pc:docMk/>
          <pc:sldMk cId="3651880065" sldId="1345"/>
        </pc:sldMkLst>
      </pc:sldChg>
      <pc:sldChg chg="addSp add">
        <pc:chgData name="Ritu Agarwal" userId="27126333-ed84-4805-aad8-6a112c14a6c5" providerId="ADAL" clId="{F73262A7-317D-482D-9DAD-813F20BE21E5}" dt="2024-04-23T01:50:40.963" v="2094"/>
        <pc:sldMkLst>
          <pc:docMk/>
          <pc:sldMk cId="1160066418" sldId="1346"/>
        </pc:sldMkLst>
      </pc:sldChg>
      <pc:sldChg chg="addSp add">
        <pc:chgData name="Ritu Agarwal" userId="27126333-ed84-4805-aad8-6a112c14a6c5" providerId="ADAL" clId="{F73262A7-317D-482D-9DAD-813F20BE21E5}" dt="2024-04-23T01:51:46.614" v="2096"/>
        <pc:sldMkLst>
          <pc:docMk/>
          <pc:sldMk cId="1710516264" sldId="1347"/>
        </pc:sldMkLst>
      </pc:sldChg>
      <pc:sldChg chg="addSp modSp add">
        <pc:chgData name="Ritu Agarwal" userId="27126333-ed84-4805-aad8-6a112c14a6c5" providerId="ADAL" clId="{F73262A7-317D-482D-9DAD-813F20BE21E5}" dt="2024-04-24T00:55:16.610" v="2296"/>
        <pc:sldMkLst>
          <pc:docMk/>
          <pc:sldMk cId="243360685" sldId="1348"/>
        </pc:sldMkLst>
      </pc:sldChg>
      <pc:sldChg chg="addSp delSp modSp add">
        <pc:chgData name="Ritu Agarwal" userId="27126333-ed84-4805-aad8-6a112c14a6c5" providerId="ADAL" clId="{F73262A7-317D-482D-9DAD-813F20BE21E5}" dt="2024-04-24T01:23:40.657" v="2548" actId="1076"/>
        <pc:sldMkLst>
          <pc:docMk/>
          <pc:sldMk cId="2178686084" sldId="1349"/>
        </pc:sldMkLst>
      </pc:sldChg>
      <pc:sldChg chg="addSp modSp add modNotesTx">
        <pc:chgData name="Ritu Agarwal" userId="27126333-ed84-4805-aad8-6a112c14a6c5" providerId="ADAL" clId="{F73262A7-317D-482D-9DAD-813F20BE21E5}" dt="2024-04-24T01:55:59.990" v="2806" actId="1076"/>
        <pc:sldMkLst>
          <pc:docMk/>
          <pc:sldMk cId="4138433206" sldId="1350"/>
        </pc:sldMkLst>
      </pc:sldChg>
      <pc:sldChg chg="addSp delSp modSp add">
        <pc:chgData name="Ritu Agarwal" userId="27126333-ed84-4805-aad8-6a112c14a6c5" providerId="ADAL" clId="{F73262A7-317D-482D-9DAD-813F20BE21E5}" dt="2024-05-09T22:17:41.494" v="4004" actId="1076"/>
        <pc:sldMkLst>
          <pc:docMk/>
          <pc:sldMk cId="3391940197" sldId="1351"/>
        </pc:sldMkLst>
      </pc:sldChg>
      <pc:sldChg chg="delSp modSp add">
        <pc:chgData name="Ritu Agarwal" userId="27126333-ed84-4805-aad8-6a112c14a6c5" providerId="ADAL" clId="{F73262A7-317D-482D-9DAD-813F20BE21E5}" dt="2024-05-11T00:59:38.770" v="4056" actId="478"/>
        <pc:sldMkLst>
          <pc:docMk/>
          <pc:sldMk cId="2859871670" sldId="1352"/>
        </pc:sldMkLst>
      </pc:sldChg>
      <pc:sldChg chg="addSp delSp modSp add modNotesTx">
        <pc:chgData name="Ritu Agarwal" userId="27126333-ed84-4805-aad8-6a112c14a6c5" providerId="ADAL" clId="{F73262A7-317D-482D-9DAD-813F20BE21E5}" dt="2024-05-09T22:16:53.938" v="4002" actId="14100"/>
        <pc:sldMkLst>
          <pc:docMk/>
          <pc:sldMk cId="1257067537" sldId="1353"/>
        </pc:sldMkLst>
      </pc:sldChg>
      <pc:sldChg chg="addSp delSp modSp add modNotesTx">
        <pc:chgData name="Ritu Agarwal" userId="27126333-ed84-4805-aad8-6a112c14a6c5" providerId="ADAL" clId="{F73262A7-317D-482D-9DAD-813F20BE21E5}" dt="2024-04-24T17:26:45.957" v="2968" actId="6549"/>
        <pc:sldMkLst>
          <pc:docMk/>
          <pc:sldMk cId="3504662127" sldId="1354"/>
        </pc:sldMkLst>
      </pc:sldChg>
      <pc:sldChg chg="addSp delSp modSp add">
        <pc:chgData name="Ritu Agarwal" userId="27126333-ed84-4805-aad8-6a112c14a6c5" providerId="ADAL" clId="{F73262A7-317D-482D-9DAD-813F20BE21E5}" dt="2024-04-24T21:07:26.867" v="3181" actId="1440"/>
        <pc:sldMkLst>
          <pc:docMk/>
          <pc:sldMk cId="397001685" sldId="1355"/>
        </pc:sldMkLst>
      </pc:sldChg>
      <pc:sldChg chg="modSp add">
        <pc:chgData name="Ritu Agarwal" userId="27126333-ed84-4805-aad8-6a112c14a6c5" providerId="ADAL" clId="{F73262A7-317D-482D-9DAD-813F20BE21E5}" dt="2024-04-24T21:17:48.379" v="3747" actId="1076"/>
        <pc:sldMkLst>
          <pc:docMk/>
          <pc:sldMk cId="593845408" sldId="1356"/>
        </pc:sldMkLst>
      </pc:sldChg>
      <pc:sldChg chg="modSp add">
        <pc:chgData name="Ritu Agarwal" userId="27126333-ed84-4805-aad8-6a112c14a6c5" providerId="ADAL" clId="{F73262A7-317D-482D-9DAD-813F20BE21E5}" dt="2024-04-24T21:19:05.822" v="3913" actId="20577"/>
        <pc:sldMkLst>
          <pc:docMk/>
          <pc:sldMk cId="90026316" sldId="1357"/>
        </pc:sldMkLst>
      </pc:sldChg>
      <pc:sldChg chg="modSp add">
        <pc:chgData name="Ritu Agarwal" userId="27126333-ed84-4805-aad8-6a112c14a6c5" providerId="ADAL" clId="{F73262A7-317D-482D-9DAD-813F20BE21E5}" dt="2024-04-24T21:20:07.442" v="3958" actId="20577"/>
        <pc:sldMkLst>
          <pc:docMk/>
          <pc:sldMk cId="2054513400" sldId="1358"/>
        </pc:sldMkLst>
      </pc:sldChg>
      <pc:sldChg chg="addSp modSp add">
        <pc:chgData name="Ritu Agarwal" userId="27126333-ed84-4805-aad8-6a112c14a6c5" providerId="ADAL" clId="{F73262A7-317D-482D-9DAD-813F20BE21E5}" dt="2024-05-09T22:16:11.019" v="4001" actId="1076"/>
        <pc:sldMkLst>
          <pc:docMk/>
          <pc:sldMk cId="2103851892" sldId="1359"/>
        </pc:sldMkLst>
      </pc:sldChg>
      <pc:sldChg chg="delSp modSp add">
        <pc:chgData name="Ritu Agarwal" userId="27126333-ed84-4805-aad8-6a112c14a6c5" providerId="ADAL" clId="{F73262A7-317D-482D-9DAD-813F20BE21E5}" dt="2024-05-11T01:00:40.361" v="4073" actId="478"/>
        <pc:sldMkLst>
          <pc:docMk/>
          <pc:sldMk cId="2043149510" sldId="1360"/>
        </pc:sldMkLst>
      </pc:sldChg>
      <pc:sldMasterChg chg="delSldLayout">
        <pc:chgData name="Ritu Agarwal" userId="27126333-ed84-4805-aad8-6a112c14a6c5" providerId="ADAL" clId="{F73262A7-317D-482D-9DAD-813F20BE21E5}" dt="2024-04-17T15:38:49.614" v="1309" actId="2696"/>
        <pc:sldMasterMkLst>
          <pc:docMk/>
          <pc:sldMasterMk cId="897456575" sldId="2147483660"/>
        </pc:sldMasterMkLst>
      </pc:sldMasterChg>
    </pc:docChg>
  </pc:docChgLst>
  <pc:docChgLst>
    <pc:chgData name="Ritu Agarwal" userId="S::ragarw20@jh.edu::27126333-ed84-4805-aad8-6a112c14a6c5" providerId="AD" clId="Web-{4C0FAEA9-766C-49BE-38F2-C55731741222}"/>
    <pc:docChg chg="addSld delSld modSld sldOrd">
      <pc:chgData name="Ritu Agarwal" userId="S::ragarw20@jh.edu::27126333-ed84-4805-aad8-6a112c14a6c5" providerId="AD" clId="Web-{4C0FAEA9-766C-49BE-38F2-C55731741222}" dt="2024-04-16T01:27:33.171" v="665"/>
      <pc:docMkLst>
        <pc:docMk/>
      </pc:docMkLst>
      <pc:sldChg chg="modSp">
        <pc:chgData name="Ritu Agarwal" userId="S::ragarw20@jh.edu::27126333-ed84-4805-aad8-6a112c14a6c5" providerId="AD" clId="Web-{4C0FAEA9-766C-49BE-38F2-C55731741222}" dt="2024-04-15T15:32:28.791" v="12" actId="1076"/>
        <pc:sldMkLst>
          <pc:docMk/>
          <pc:sldMk cId="990848757" sldId="262"/>
        </pc:sldMkLst>
      </pc:sldChg>
      <pc:sldChg chg="modSp">
        <pc:chgData name="Ritu Agarwal" userId="S::ragarw20@jh.edu::27126333-ed84-4805-aad8-6a112c14a6c5" providerId="AD" clId="Web-{4C0FAEA9-766C-49BE-38F2-C55731741222}" dt="2024-04-15T17:36:37.845" v="188" actId="20577"/>
        <pc:sldMkLst>
          <pc:docMk/>
          <pc:sldMk cId="3857305289" sldId="520"/>
        </pc:sldMkLst>
      </pc:sldChg>
      <pc:sldChg chg="modSp">
        <pc:chgData name="Ritu Agarwal" userId="S::ragarw20@jh.edu::27126333-ed84-4805-aad8-6a112c14a6c5" providerId="AD" clId="Web-{4C0FAEA9-766C-49BE-38F2-C55731741222}" dt="2024-04-15T15:44:00.001" v="96" actId="20577"/>
        <pc:sldMkLst>
          <pc:docMk/>
          <pc:sldMk cId="1134843780" sldId="999"/>
        </pc:sldMkLst>
      </pc:sldChg>
      <pc:sldChg chg="delSp modSp">
        <pc:chgData name="Ritu Agarwal" userId="S::ragarw20@jh.edu::27126333-ed84-4805-aad8-6a112c14a6c5" providerId="AD" clId="Web-{4C0FAEA9-766C-49BE-38F2-C55731741222}" dt="2024-04-15T15:43:18.500" v="91"/>
        <pc:sldMkLst>
          <pc:docMk/>
          <pc:sldMk cId="2775257351" sldId="1298"/>
        </pc:sldMkLst>
      </pc:sldChg>
      <pc:sldChg chg="modSp">
        <pc:chgData name="Ritu Agarwal" userId="S::ragarw20@jh.edu::27126333-ed84-4805-aad8-6a112c14a6c5" providerId="AD" clId="Web-{4C0FAEA9-766C-49BE-38F2-C55731741222}" dt="2024-04-15T15:45:08.566" v="99" actId="14100"/>
        <pc:sldMkLst>
          <pc:docMk/>
          <pc:sldMk cId="1850968284" sldId="1304"/>
        </pc:sldMkLst>
      </pc:sldChg>
      <pc:sldChg chg="modSp">
        <pc:chgData name="Ritu Agarwal" userId="S::ragarw20@jh.edu::27126333-ed84-4805-aad8-6a112c14a6c5" providerId="AD" clId="Web-{4C0FAEA9-766C-49BE-38F2-C55731741222}" dt="2024-04-15T15:45:18.629" v="101" actId="1076"/>
        <pc:sldMkLst>
          <pc:docMk/>
          <pc:sldMk cId="2177551108" sldId="1305"/>
        </pc:sldMkLst>
      </pc:sldChg>
      <pc:sldChg chg="addSp delSp modSp">
        <pc:chgData name="Ritu Agarwal" userId="S::ragarw20@jh.edu::27126333-ed84-4805-aad8-6a112c14a6c5" providerId="AD" clId="Web-{4C0FAEA9-766C-49BE-38F2-C55731741222}" dt="2024-04-15T15:31:06.460" v="0"/>
        <pc:sldMkLst>
          <pc:docMk/>
          <pc:sldMk cId="3491472970" sldId="1316"/>
        </pc:sldMkLst>
      </pc:sldChg>
      <pc:sldChg chg="delSp modSp">
        <pc:chgData name="Ritu Agarwal" userId="S::ragarw20@jh.edu::27126333-ed84-4805-aad8-6a112c14a6c5" providerId="AD" clId="Web-{4C0FAEA9-766C-49BE-38F2-C55731741222}" dt="2024-04-16T01:27:33.171" v="665"/>
        <pc:sldMkLst>
          <pc:docMk/>
          <pc:sldMk cId="1637555723" sldId="1320"/>
        </pc:sldMkLst>
      </pc:sldChg>
      <pc:sldChg chg="modSp new">
        <pc:chgData name="Ritu Agarwal" userId="S::ragarw20@jh.edu::27126333-ed84-4805-aad8-6a112c14a6c5" providerId="AD" clId="Web-{4C0FAEA9-766C-49BE-38F2-C55731741222}" dt="2024-04-15T15:32:50.589" v="17" actId="20577"/>
        <pc:sldMkLst>
          <pc:docMk/>
          <pc:sldMk cId="295963881" sldId="1321"/>
        </pc:sldMkLst>
      </pc:sldChg>
      <pc:sldChg chg="addSp delSp modSp new mod ord modClrScheme chgLayout">
        <pc:chgData name="Ritu Agarwal" userId="S::ragarw20@jh.edu::27126333-ed84-4805-aad8-6a112c14a6c5" providerId="AD" clId="Web-{4C0FAEA9-766C-49BE-38F2-C55731741222}" dt="2024-04-15T15:42:30.561" v="86" actId="14100"/>
        <pc:sldMkLst>
          <pc:docMk/>
          <pc:sldMk cId="661234250" sldId="1322"/>
        </pc:sldMkLst>
      </pc:sldChg>
      <pc:sldChg chg="addSp delSp modSp new">
        <pc:chgData name="Ritu Agarwal" userId="S::ragarw20@jh.edu::27126333-ed84-4805-aad8-6a112c14a6c5" providerId="AD" clId="Web-{4C0FAEA9-766C-49BE-38F2-C55731741222}" dt="2024-04-15T17:30:39.400" v="106" actId="1076"/>
        <pc:sldMkLst>
          <pc:docMk/>
          <pc:sldMk cId="3586647747" sldId="1323"/>
        </pc:sldMkLst>
      </pc:sldChg>
      <pc:sldChg chg="modSp new">
        <pc:chgData name="Ritu Agarwal" userId="S::ragarw20@jh.edu::27126333-ed84-4805-aad8-6a112c14a6c5" providerId="AD" clId="Web-{4C0FAEA9-766C-49BE-38F2-C55731741222}" dt="2024-04-15T17:47:00.984" v="295" actId="20577"/>
        <pc:sldMkLst>
          <pc:docMk/>
          <pc:sldMk cId="1663032889" sldId="1324"/>
        </pc:sldMkLst>
      </pc:sldChg>
      <pc:sldChg chg="addSp modSp new mod modClrScheme chgLayout">
        <pc:chgData name="Ritu Agarwal" userId="S::ragarw20@jh.edu::27126333-ed84-4805-aad8-6a112c14a6c5" providerId="AD" clId="Web-{4C0FAEA9-766C-49BE-38F2-C55731741222}" dt="2024-04-16T01:22:48.438" v="361" actId="20577"/>
        <pc:sldMkLst>
          <pc:docMk/>
          <pc:sldMk cId="2402323571" sldId="1325"/>
        </pc:sldMkLst>
      </pc:sldChg>
    </pc:docChg>
  </pc:docChgLst>
  <pc:docChgLst>
    <pc:chgData name="Rui Han" userId="88b53886-0b74-47d2-9eea-0b3c7b44f04e" providerId="ADAL" clId="{94C6B424-03B7-6E47-B9F5-5BDEFE856558}"/>
    <pc:docChg chg="undo custSel addSld delSld modSld sldOrd">
      <pc:chgData name="Rui Han" userId="88b53886-0b74-47d2-9eea-0b3c7b44f04e" providerId="ADAL" clId="{94C6B424-03B7-6E47-B9F5-5BDEFE856558}" dt="2025-01-16T21:13:34.830" v="3223" actId="1076"/>
      <pc:docMkLst>
        <pc:docMk/>
      </pc:docMkLst>
      <pc:sldChg chg="mod modShow">
        <pc:chgData name="Rui Han" userId="88b53886-0b74-47d2-9eea-0b3c7b44f04e" providerId="ADAL" clId="{94C6B424-03B7-6E47-B9F5-5BDEFE856558}" dt="2025-01-16T20:54:46.945" v="3020" actId="729"/>
        <pc:sldMkLst>
          <pc:docMk/>
          <pc:sldMk cId="1977329792" sldId="293"/>
        </pc:sldMkLst>
      </pc:sldChg>
      <pc:sldChg chg="mod modShow">
        <pc:chgData name="Rui Han" userId="88b53886-0b74-47d2-9eea-0b3c7b44f04e" providerId="ADAL" clId="{94C6B424-03B7-6E47-B9F5-5BDEFE856558}" dt="2025-01-16T20:54:50.282" v="3021" actId="729"/>
        <pc:sldMkLst>
          <pc:docMk/>
          <pc:sldMk cId="2846475070" sldId="294"/>
        </pc:sldMkLst>
      </pc:sldChg>
      <pc:sldChg chg="mod modShow">
        <pc:chgData name="Rui Han" userId="88b53886-0b74-47d2-9eea-0b3c7b44f04e" providerId="ADAL" clId="{94C6B424-03B7-6E47-B9F5-5BDEFE856558}" dt="2025-01-16T20:54:52.120" v="3022" actId="729"/>
        <pc:sldMkLst>
          <pc:docMk/>
          <pc:sldMk cId="3405569318" sldId="295"/>
        </pc:sldMkLst>
      </pc:sldChg>
      <pc:sldChg chg="mod modShow">
        <pc:chgData name="Rui Han" userId="88b53886-0b74-47d2-9eea-0b3c7b44f04e" providerId="ADAL" clId="{94C6B424-03B7-6E47-B9F5-5BDEFE856558}" dt="2025-01-16T20:54:56.708" v="3023" actId="729"/>
        <pc:sldMkLst>
          <pc:docMk/>
          <pc:sldMk cId="3885692569" sldId="296"/>
        </pc:sldMkLst>
      </pc:sldChg>
      <pc:sldChg chg="modSp mod modNotesTx">
        <pc:chgData name="Rui Han" userId="88b53886-0b74-47d2-9eea-0b3c7b44f04e" providerId="ADAL" clId="{94C6B424-03B7-6E47-B9F5-5BDEFE856558}" dt="2025-01-16T19:52:10.125" v="2826" actId="20577"/>
        <pc:sldMkLst>
          <pc:docMk/>
          <pc:sldMk cId="4011340621" sldId="1101"/>
        </pc:sldMkLst>
        <pc:spChg chg="mod">
          <ac:chgData name="Rui Han" userId="88b53886-0b74-47d2-9eea-0b3c7b44f04e" providerId="ADAL" clId="{94C6B424-03B7-6E47-B9F5-5BDEFE856558}" dt="2025-01-16T19:52:10.125" v="2826" actId="20577"/>
          <ac:spMkLst>
            <pc:docMk/>
            <pc:sldMk cId="4011340621" sldId="1101"/>
            <ac:spMk id="3" creationId="{1AB6438B-CBCA-F12D-8665-280779CC3804}"/>
          </ac:spMkLst>
        </pc:spChg>
      </pc:sldChg>
      <pc:sldChg chg="mod modShow modNotesTx">
        <pc:chgData name="Rui Han" userId="88b53886-0b74-47d2-9eea-0b3c7b44f04e" providerId="ADAL" clId="{94C6B424-03B7-6E47-B9F5-5BDEFE856558}" dt="2025-01-04T21:15:53.329" v="2330" actId="729"/>
        <pc:sldMkLst>
          <pc:docMk/>
          <pc:sldMk cId="3637895603" sldId="1103"/>
        </pc:sldMkLst>
      </pc:sldChg>
      <pc:sldChg chg="mod modShow">
        <pc:chgData name="Rui Han" userId="88b53886-0b74-47d2-9eea-0b3c7b44f04e" providerId="ADAL" clId="{94C6B424-03B7-6E47-B9F5-5BDEFE856558}" dt="2024-10-12T12:55:20.082" v="667" actId="729"/>
        <pc:sldMkLst>
          <pc:docMk/>
          <pc:sldMk cId="2155974168" sldId="1105"/>
        </pc:sldMkLst>
      </pc:sldChg>
      <pc:sldChg chg="addSp delSp modSp del mod">
        <pc:chgData name="Rui Han" userId="88b53886-0b74-47d2-9eea-0b3c7b44f04e" providerId="ADAL" clId="{94C6B424-03B7-6E47-B9F5-5BDEFE856558}" dt="2024-10-09T17:50:06.824" v="654" actId="2696"/>
        <pc:sldMkLst>
          <pc:docMk/>
          <pc:sldMk cId="2315457697" sldId="1367"/>
        </pc:sldMkLst>
      </pc:sldChg>
      <pc:sldChg chg="mod modShow">
        <pc:chgData name="Rui Han" userId="88b53886-0b74-47d2-9eea-0b3c7b44f04e" providerId="ADAL" clId="{94C6B424-03B7-6E47-B9F5-5BDEFE856558}" dt="2024-10-09T17:50:18.634" v="655" actId="729"/>
        <pc:sldMkLst>
          <pc:docMk/>
          <pc:sldMk cId="4272948476" sldId="1368"/>
        </pc:sldMkLst>
      </pc:sldChg>
      <pc:sldChg chg="mod modShow">
        <pc:chgData name="Rui Han" userId="88b53886-0b74-47d2-9eea-0b3c7b44f04e" providerId="ADAL" clId="{94C6B424-03B7-6E47-B9F5-5BDEFE856558}" dt="2024-10-12T12:55:03.199" v="664" actId="729"/>
        <pc:sldMkLst>
          <pc:docMk/>
          <pc:sldMk cId="654185667" sldId="1369"/>
        </pc:sldMkLst>
      </pc:sldChg>
      <pc:sldChg chg="mod modShow">
        <pc:chgData name="Rui Han" userId="88b53886-0b74-47d2-9eea-0b3c7b44f04e" providerId="ADAL" clId="{94C6B424-03B7-6E47-B9F5-5BDEFE856558}" dt="2025-01-16T20:54:43.175" v="3019" actId="729"/>
        <pc:sldMkLst>
          <pc:docMk/>
          <pc:sldMk cId="3052159216" sldId="1370"/>
        </pc:sldMkLst>
      </pc:sldChg>
      <pc:sldChg chg="mod modShow">
        <pc:chgData name="Rui Han" userId="88b53886-0b74-47d2-9eea-0b3c7b44f04e" providerId="ADAL" clId="{94C6B424-03B7-6E47-B9F5-5BDEFE856558}" dt="2025-01-16T20:55:02.965" v="3025" actId="729"/>
        <pc:sldMkLst>
          <pc:docMk/>
          <pc:sldMk cId="1104438685" sldId="1371"/>
        </pc:sldMkLst>
      </pc:sldChg>
      <pc:sldChg chg="mod modShow">
        <pc:chgData name="Rui Han" userId="88b53886-0b74-47d2-9eea-0b3c7b44f04e" providerId="ADAL" clId="{94C6B424-03B7-6E47-B9F5-5BDEFE856558}" dt="2025-01-16T20:55:00.324" v="3024" actId="729"/>
        <pc:sldMkLst>
          <pc:docMk/>
          <pc:sldMk cId="3308371582" sldId="1372"/>
        </pc:sldMkLst>
      </pc:sldChg>
      <pc:sldChg chg="mod modShow">
        <pc:chgData name="Rui Han" userId="88b53886-0b74-47d2-9eea-0b3c7b44f04e" providerId="ADAL" clId="{94C6B424-03B7-6E47-B9F5-5BDEFE856558}" dt="2024-10-12T12:55:09.395" v="666" actId="729"/>
        <pc:sldMkLst>
          <pc:docMk/>
          <pc:sldMk cId="3523823313" sldId="1373"/>
        </pc:sldMkLst>
      </pc:sldChg>
      <pc:sldChg chg="mod modShow">
        <pc:chgData name="Rui Han" userId="88b53886-0b74-47d2-9eea-0b3c7b44f04e" providerId="ADAL" clId="{94C6B424-03B7-6E47-B9F5-5BDEFE856558}" dt="2024-10-12T12:54:52.991" v="661" actId="729"/>
        <pc:sldMkLst>
          <pc:docMk/>
          <pc:sldMk cId="4136761130" sldId="1374"/>
        </pc:sldMkLst>
      </pc:sldChg>
      <pc:sldChg chg="mod modShow">
        <pc:chgData name="Rui Han" userId="88b53886-0b74-47d2-9eea-0b3c7b44f04e" providerId="ADAL" clId="{94C6B424-03B7-6E47-B9F5-5BDEFE856558}" dt="2025-01-16T20:55:07.561" v="3026" actId="729"/>
        <pc:sldMkLst>
          <pc:docMk/>
          <pc:sldMk cId="3954974375" sldId="1375"/>
        </pc:sldMkLst>
      </pc:sldChg>
      <pc:sldChg chg="mod modShow">
        <pc:chgData name="Rui Han" userId="88b53886-0b74-47d2-9eea-0b3c7b44f04e" providerId="ADAL" clId="{94C6B424-03B7-6E47-B9F5-5BDEFE856558}" dt="2024-10-12T12:55:06.141" v="665" actId="729"/>
        <pc:sldMkLst>
          <pc:docMk/>
          <pc:sldMk cId="360996669" sldId="1379"/>
        </pc:sldMkLst>
      </pc:sldChg>
      <pc:sldChg chg="mod modShow">
        <pc:chgData name="Rui Han" userId="88b53886-0b74-47d2-9eea-0b3c7b44f04e" providerId="ADAL" clId="{94C6B424-03B7-6E47-B9F5-5BDEFE856558}" dt="2024-10-12T12:54:56.062" v="662" actId="729"/>
        <pc:sldMkLst>
          <pc:docMk/>
          <pc:sldMk cId="4234217468" sldId="1380"/>
        </pc:sldMkLst>
      </pc:sldChg>
      <pc:sldChg chg="mod modShow">
        <pc:chgData name="Rui Han" userId="88b53886-0b74-47d2-9eea-0b3c7b44f04e" providerId="ADAL" clId="{94C6B424-03B7-6E47-B9F5-5BDEFE856558}" dt="2024-10-12T12:55:00.133" v="663" actId="729"/>
        <pc:sldMkLst>
          <pc:docMk/>
          <pc:sldMk cId="1223042896" sldId="1381"/>
        </pc:sldMkLst>
      </pc:sldChg>
      <pc:sldChg chg="new del">
        <pc:chgData name="Rui Han" userId="88b53886-0b74-47d2-9eea-0b3c7b44f04e" providerId="ADAL" clId="{94C6B424-03B7-6E47-B9F5-5BDEFE856558}" dt="2024-10-05T14:35:51.592" v="2" actId="2696"/>
        <pc:sldMkLst>
          <pc:docMk/>
          <pc:sldMk cId="2830691230" sldId="1383"/>
        </pc:sldMkLst>
      </pc:sldChg>
      <pc:sldChg chg="delSp add del mod">
        <pc:chgData name="Rui Han" userId="88b53886-0b74-47d2-9eea-0b3c7b44f04e" providerId="ADAL" clId="{94C6B424-03B7-6E47-B9F5-5BDEFE856558}" dt="2024-10-05T14:36:04.626" v="7" actId="2696"/>
        <pc:sldMkLst>
          <pc:docMk/>
          <pc:sldMk cId="1680492672" sldId="1384"/>
        </pc:sldMkLst>
      </pc:sldChg>
      <pc:sldChg chg="addSp modSp new mod ord modNotesTx">
        <pc:chgData name="Rui Han" userId="88b53886-0b74-47d2-9eea-0b3c7b44f04e" providerId="ADAL" clId="{94C6B424-03B7-6E47-B9F5-5BDEFE856558}" dt="2024-10-09T20:28:19.124" v="660" actId="1036"/>
        <pc:sldMkLst>
          <pc:docMk/>
          <pc:sldMk cId="3332505388" sldId="1385"/>
        </pc:sldMkLst>
      </pc:sldChg>
      <pc:sldChg chg="addSp delSp modSp new mod modNotesTx">
        <pc:chgData name="Rui Han" userId="88b53886-0b74-47d2-9eea-0b3c7b44f04e" providerId="ADAL" clId="{94C6B424-03B7-6E47-B9F5-5BDEFE856558}" dt="2024-10-05T15:00:36.989" v="100" actId="20577"/>
        <pc:sldMkLst>
          <pc:docMk/>
          <pc:sldMk cId="2193538317" sldId="1386"/>
        </pc:sldMkLst>
      </pc:sldChg>
      <pc:sldChg chg="addSp delSp modSp new mod modNotesTx">
        <pc:chgData name="Rui Han" userId="88b53886-0b74-47d2-9eea-0b3c7b44f04e" providerId="ADAL" clId="{94C6B424-03B7-6E47-B9F5-5BDEFE856558}" dt="2024-10-09T17:26:32.576" v="438" actId="20577"/>
        <pc:sldMkLst>
          <pc:docMk/>
          <pc:sldMk cId="3941248760" sldId="1387"/>
        </pc:sldMkLst>
      </pc:sldChg>
      <pc:sldChg chg="addSp delSp modSp new mod modNotesTx">
        <pc:chgData name="Rui Han" userId="88b53886-0b74-47d2-9eea-0b3c7b44f04e" providerId="ADAL" clId="{94C6B424-03B7-6E47-B9F5-5BDEFE856558}" dt="2024-10-05T15:08:29.102" v="169" actId="1076"/>
        <pc:sldMkLst>
          <pc:docMk/>
          <pc:sldMk cId="181690805" sldId="1388"/>
        </pc:sldMkLst>
      </pc:sldChg>
      <pc:sldChg chg="addSp modSp new del mod">
        <pc:chgData name="Rui Han" userId="88b53886-0b74-47d2-9eea-0b3c7b44f04e" providerId="ADAL" clId="{94C6B424-03B7-6E47-B9F5-5BDEFE856558}" dt="2024-10-05T15:08:31.528" v="170" actId="2696"/>
        <pc:sldMkLst>
          <pc:docMk/>
          <pc:sldMk cId="2358827063" sldId="1389"/>
        </pc:sldMkLst>
      </pc:sldChg>
      <pc:sldChg chg="addSp delSp modSp new del mod modShow">
        <pc:chgData name="Rui Han" userId="88b53886-0b74-47d2-9eea-0b3c7b44f04e" providerId="ADAL" clId="{94C6B424-03B7-6E47-B9F5-5BDEFE856558}" dt="2024-10-12T22:04:11.664" v="1559" actId="2696"/>
        <pc:sldMkLst>
          <pc:docMk/>
          <pc:sldMk cId="2843294766" sldId="1389"/>
        </pc:sldMkLst>
      </pc:sldChg>
      <pc:sldChg chg="addSp modSp new mod">
        <pc:chgData name="Rui Han" userId="88b53886-0b74-47d2-9eea-0b3c7b44f04e" providerId="ADAL" clId="{94C6B424-03B7-6E47-B9F5-5BDEFE856558}" dt="2024-10-09T17:29:37.787" v="458" actId="1076"/>
        <pc:sldMkLst>
          <pc:docMk/>
          <pc:sldMk cId="3248174097" sldId="1390"/>
        </pc:sldMkLst>
      </pc:sldChg>
      <pc:sldChg chg="addSp delSp modSp new mod">
        <pc:chgData name="Rui Han" userId="88b53886-0b74-47d2-9eea-0b3c7b44f04e" providerId="ADAL" clId="{94C6B424-03B7-6E47-B9F5-5BDEFE856558}" dt="2024-10-09T17:44:47.835" v="533" actId="14100"/>
        <pc:sldMkLst>
          <pc:docMk/>
          <pc:sldMk cId="1723823616" sldId="1391"/>
        </pc:sldMkLst>
      </pc:sldChg>
      <pc:sldChg chg="addSp delSp modSp new mod ord modShow">
        <pc:chgData name="Rui Han" userId="88b53886-0b74-47d2-9eea-0b3c7b44f04e" providerId="ADAL" clId="{94C6B424-03B7-6E47-B9F5-5BDEFE856558}" dt="2025-01-16T20:45:53.719" v="2980" actId="729"/>
        <pc:sldMkLst>
          <pc:docMk/>
          <pc:sldMk cId="1086647257" sldId="1392"/>
        </pc:sldMkLst>
      </pc:sldChg>
      <pc:sldChg chg="addSp modSp new mod modNotesTx">
        <pc:chgData name="Rui Han" userId="88b53886-0b74-47d2-9eea-0b3c7b44f04e" providerId="ADAL" clId="{94C6B424-03B7-6E47-B9F5-5BDEFE856558}" dt="2024-10-14T16:14:08.253" v="1787" actId="255"/>
        <pc:sldMkLst>
          <pc:docMk/>
          <pc:sldMk cId="1762503053" sldId="1393"/>
        </pc:sldMkLst>
      </pc:sldChg>
      <pc:sldChg chg="addSp modSp new mod">
        <pc:chgData name="Rui Han" userId="88b53886-0b74-47d2-9eea-0b3c7b44f04e" providerId="ADAL" clId="{94C6B424-03B7-6E47-B9F5-5BDEFE856558}" dt="2024-10-09T17:50:04.457" v="653" actId="1076"/>
        <pc:sldMkLst>
          <pc:docMk/>
          <pc:sldMk cId="993215387" sldId="1394"/>
        </pc:sldMkLst>
      </pc:sldChg>
      <pc:sldChg chg="addSp delSp modSp new mod modShow">
        <pc:chgData name="Rui Han" userId="88b53886-0b74-47d2-9eea-0b3c7b44f04e" providerId="ADAL" clId="{94C6B424-03B7-6E47-B9F5-5BDEFE856558}" dt="2025-01-16T20:45:50.250" v="2979" actId="729"/>
        <pc:sldMkLst>
          <pc:docMk/>
          <pc:sldMk cId="4125661861" sldId="1395"/>
        </pc:sldMkLst>
      </pc:sldChg>
      <pc:sldChg chg="new del ord">
        <pc:chgData name="Rui Han" userId="88b53886-0b74-47d2-9eea-0b3c7b44f04e" providerId="ADAL" clId="{94C6B424-03B7-6E47-B9F5-5BDEFE856558}" dt="2024-10-14T15:46:14.159" v="1766" actId="2696"/>
        <pc:sldMkLst>
          <pc:docMk/>
          <pc:sldMk cId="3068955949" sldId="1396"/>
        </pc:sldMkLst>
      </pc:sldChg>
      <pc:sldChg chg="addSp delSp modSp new mod">
        <pc:chgData name="Rui Han" userId="88b53886-0b74-47d2-9eea-0b3c7b44f04e" providerId="ADAL" clId="{94C6B424-03B7-6E47-B9F5-5BDEFE856558}" dt="2024-10-14T15:27:42.202" v="1634" actId="1076"/>
        <pc:sldMkLst>
          <pc:docMk/>
          <pc:sldMk cId="2865940039" sldId="1397"/>
        </pc:sldMkLst>
      </pc:sldChg>
      <pc:sldChg chg="mod modShow">
        <pc:chgData name="Rui Han" userId="88b53886-0b74-47d2-9eea-0b3c7b44f04e" providerId="ADAL" clId="{94C6B424-03B7-6E47-B9F5-5BDEFE856558}" dt="2025-01-16T20:45:58.006" v="2981" actId="729"/>
        <pc:sldMkLst>
          <pc:docMk/>
          <pc:sldMk cId="2852713774" sldId="1399"/>
        </pc:sldMkLst>
      </pc:sldChg>
      <pc:sldChg chg="mod modShow">
        <pc:chgData name="Rui Han" userId="88b53886-0b74-47d2-9eea-0b3c7b44f04e" providerId="ADAL" clId="{94C6B424-03B7-6E47-B9F5-5BDEFE856558}" dt="2025-01-16T20:46:00.336" v="2982" actId="729"/>
        <pc:sldMkLst>
          <pc:docMk/>
          <pc:sldMk cId="122984760" sldId="1400"/>
        </pc:sldMkLst>
      </pc:sldChg>
      <pc:sldChg chg="add ord">
        <pc:chgData name="Rui Han" userId="88b53886-0b74-47d2-9eea-0b3c7b44f04e" providerId="ADAL" clId="{94C6B424-03B7-6E47-B9F5-5BDEFE856558}" dt="2025-01-16T19:45:03.571" v="2731" actId="20578"/>
        <pc:sldMkLst>
          <pc:docMk/>
          <pc:sldMk cId="2843646858" sldId="1401"/>
        </pc:sldMkLst>
      </pc:sldChg>
      <pc:sldChg chg="add ord">
        <pc:chgData name="Rui Han" userId="88b53886-0b74-47d2-9eea-0b3c7b44f04e" providerId="ADAL" clId="{94C6B424-03B7-6E47-B9F5-5BDEFE856558}" dt="2025-01-16T19:45:03.571" v="2731" actId="20578"/>
        <pc:sldMkLst>
          <pc:docMk/>
          <pc:sldMk cId="2778543136" sldId="1402"/>
        </pc:sldMkLst>
      </pc:sldChg>
      <pc:sldChg chg="del ord">
        <pc:chgData name="Rui Han" userId="88b53886-0b74-47d2-9eea-0b3c7b44f04e" providerId="ADAL" clId="{94C6B424-03B7-6E47-B9F5-5BDEFE856558}" dt="2025-01-16T20:53:59.757" v="3018" actId="2696"/>
        <pc:sldMkLst>
          <pc:docMk/>
          <pc:sldMk cId="2712780005" sldId="1404"/>
        </pc:sldMkLst>
      </pc:sldChg>
      <pc:sldChg chg="add ord">
        <pc:chgData name="Rui Han" userId="88b53886-0b74-47d2-9eea-0b3c7b44f04e" providerId="ADAL" clId="{94C6B424-03B7-6E47-B9F5-5BDEFE856558}" dt="2025-01-16T19:45:03.571" v="2731" actId="20578"/>
        <pc:sldMkLst>
          <pc:docMk/>
          <pc:sldMk cId="3538908077" sldId="1409"/>
        </pc:sldMkLst>
      </pc:sldChg>
      <pc:sldChg chg="add ord">
        <pc:chgData name="Rui Han" userId="88b53886-0b74-47d2-9eea-0b3c7b44f04e" providerId="ADAL" clId="{94C6B424-03B7-6E47-B9F5-5BDEFE856558}" dt="2025-01-16T19:45:03.571" v="2731" actId="20578"/>
        <pc:sldMkLst>
          <pc:docMk/>
          <pc:sldMk cId="432788187" sldId="1410"/>
        </pc:sldMkLst>
      </pc:sldChg>
      <pc:sldChg chg="add ord">
        <pc:chgData name="Rui Han" userId="88b53886-0b74-47d2-9eea-0b3c7b44f04e" providerId="ADAL" clId="{94C6B424-03B7-6E47-B9F5-5BDEFE856558}" dt="2025-01-16T19:45:03.571" v="2731" actId="20578"/>
        <pc:sldMkLst>
          <pc:docMk/>
          <pc:sldMk cId="2197727711" sldId="1411"/>
        </pc:sldMkLst>
      </pc:sldChg>
      <pc:sldChg chg="addSp modSp add mod ord modClrScheme chgLayout">
        <pc:chgData name="Rui Han" userId="88b53886-0b74-47d2-9eea-0b3c7b44f04e" providerId="ADAL" clId="{94C6B424-03B7-6E47-B9F5-5BDEFE856558}" dt="2025-01-16T19:45:03.571" v="2731" actId="20578"/>
        <pc:sldMkLst>
          <pc:docMk/>
          <pc:sldMk cId="3681528725" sldId="1419"/>
        </pc:sldMkLst>
      </pc:sldChg>
      <pc:sldChg chg="addSp delSp modSp mod ord">
        <pc:chgData name="Rui Han" userId="88b53886-0b74-47d2-9eea-0b3c7b44f04e" providerId="ADAL" clId="{94C6B424-03B7-6E47-B9F5-5BDEFE856558}" dt="2025-01-16T20:52:11.078" v="2987"/>
        <pc:sldMkLst>
          <pc:docMk/>
          <pc:sldMk cId="1878815246" sldId="2505"/>
        </pc:sldMkLst>
        <pc:spChg chg="mod">
          <ac:chgData name="Rui Han" userId="88b53886-0b74-47d2-9eea-0b3c7b44f04e" providerId="ADAL" clId="{94C6B424-03B7-6E47-B9F5-5BDEFE856558}" dt="2025-01-03T19:01:50.033" v="1899" actId="27636"/>
          <ac:spMkLst>
            <pc:docMk/>
            <pc:sldMk cId="1878815246" sldId="2505"/>
            <ac:spMk id="4" creationId="{FDE0327B-E91F-A43C-A06D-19FBA8692216}"/>
          </ac:spMkLst>
        </pc:spChg>
        <pc:spChg chg="mod">
          <ac:chgData name="Rui Han" userId="88b53886-0b74-47d2-9eea-0b3c7b44f04e" providerId="ADAL" clId="{94C6B424-03B7-6E47-B9F5-5BDEFE856558}" dt="2025-01-03T23:00:17.662" v="2329" actId="20577"/>
          <ac:spMkLst>
            <pc:docMk/>
            <pc:sldMk cId="1878815246" sldId="2505"/>
            <ac:spMk id="6" creationId="{158E8354-98C0-D5DD-88A2-FA9DDBCE4ED6}"/>
          </ac:spMkLst>
        </pc:spChg>
      </pc:sldChg>
      <pc:sldChg chg="addSp modSp new mod ord modNotesTx">
        <pc:chgData name="Rui Han" userId="88b53886-0b74-47d2-9eea-0b3c7b44f04e" providerId="ADAL" clId="{94C6B424-03B7-6E47-B9F5-5BDEFE856558}" dt="2025-01-03T19:22:01.006" v="2043"/>
        <pc:sldMkLst>
          <pc:docMk/>
          <pc:sldMk cId="2823377689" sldId="2506"/>
        </pc:sldMkLst>
        <pc:spChg chg="mod">
          <ac:chgData name="Rui Han" userId="88b53886-0b74-47d2-9eea-0b3c7b44f04e" providerId="ADAL" clId="{94C6B424-03B7-6E47-B9F5-5BDEFE856558}" dt="2025-01-03T19:02:57.578" v="1954" actId="120"/>
          <ac:spMkLst>
            <pc:docMk/>
            <pc:sldMk cId="2823377689" sldId="2506"/>
            <ac:spMk id="2" creationId="{6E1BB077-F60D-A04D-9CC8-2A6160CD82F0}"/>
          </ac:spMkLst>
        </pc:spChg>
        <pc:spChg chg="add mod">
          <ac:chgData name="Rui Han" userId="88b53886-0b74-47d2-9eea-0b3c7b44f04e" providerId="ADAL" clId="{94C6B424-03B7-6E47-B9F5-5BDEFE856558}" dt="2025-01-03T19:09:38.862" v="1984" actId="20577"/>
          <ac:spMkLst>
            <pc:docMk/>
            <pc:sldMk cId="2823377689" sldId="2506"/>
            <ac:spMk id="4" creationId="{649C60E8-17EA-F32C-3B94-9B843852C069}"/>
          </ac:spMkLst>
        </pc:spChg>
        <pc:picChg chg="add mod">
          <ac:chgData name="Rui Han" userId="88b53886-0b74-47d2-9eea-0b3c7b44f04e" providerId="ADAL" clId="{94C6B424-03B7-6E47-B9F5-5BDEFE856558}" dt="2025-01-03T19:09:27.728" v="1981" actId="1076"/>
          <ac:picMkLst>
            <pc:docMk/>
            <pc:sldMk cId="2823377689" sldId="2506"/>
            <ac:picMk id="3" creationId="{EA89480C-B7D9-6112-07D9-30463A7F8123}"/>
          </ac:picMkLst>
        </pc:picChg>
        <pc:picChg chg="add mod">
          <ac:chgData name="Rui Han" userId="88b53886-0b74-47d2-9eea-0b3c7b44f04e" providerId="ADAL" clId="{94C6B424-03B7-6E47-B9F5-5BDEFE856558}" dt="2025-01-03T19:06:13.784" v="1961" actId="1076"/>
          <ac:picMkLst>
            <pc:docMk/>
            <pc:sldMk cId="2823377689" sldId="2506"/>
            <ac:picMk id="5" creationId="{E75E30EB-3196-7973-5B15-698F84B47DB6}"/>
          </ac:picMkLst>
        </pc:picChg>
        <pc:picChg chg="add mod">
          <ac:chgData name="Rui Han" userId="88b53886-0b74-47d2-9eea-0b3c7b44f04e" providerId="ADAL" clId="{94C6B424-03B7-6E47-B9F5-5BDEFE856558}" dt="2025-01-03T19:09:29.427" v="1982" actId="1076"/>
          <ac:picMkLst>
            <pc:docMk/>
            <pc:sldMk cId="2823377689" sldId="2506"/>
            <ac:picMk id="6" creationId="{2C30CA01-40B2-FDED-A477-251048E0F092}"/>
          </ac:picMkLst>
        </pc:picChg>
      </pc:sldChg>
      <pc:sldChg chg="addSp modSp new mod modNotesTx">
        <pc:chgData name="Rui Han" userId="88b53886-0b74-47d2-9eea-0b3c7b44f04e" providerId="ADAL" clId="{94C6B424-03B7-6E47-B9F5-5BDEFE856558}" dt="2025-01-16T20:46:24.186" v="2984" actId="1076"/>
        <pc:sldMkLst>
          <pc:docMk/>
          <pc:sldMk cId="3704487955" sldId="2507"/>
        </pc:sldMkLst>
        <pc:spChg chg="mod">
          <ac:chgData name="Rui Han" userId="88b53886-0b74-47d2-9eea-0b3c7b44f04e" providerId="ADAL" clId="{94C6B424-03B7-6E47-B9F5-5BDEFE856558}" dt="2025-01-03T19:43:58.452" v="2137" actId="20577"/>
          <ac:spMkLst>
            <pc:docMk/>
            <pc:sldMk cId="3704487955" sldId="2507"/>
            <ac:spMk id="2" creationId="{FCE39C2C-3F21-1BC3-C991-D51F55DBBE23}"/>
          </ac:spMkLst>
        </pc:spChg>
        <pc:spChg chg="add mod">
          <ac:chgData name="Rui Han" userId="88b53886-0b74-47d2-9eea-0b3c7b44f04e" providerId="ADAL" clId="{94C6B424-03B7-6E47-B9F5-5BDEFE856558}" dt="2025-01-16T20:46:21.394" v="2983" actId="1076"/>
          <ac:spMkLst>
            <pc:docMk/>
            <pc:sldMk cId="3704487955" sldId="2507"/>
            <ac:spMk id="3" creationId="{01BB3F6B-AC46-99BC-48DA-DE23E24A69D3}"/>
          </ac:spMkLst>
        </pc:spChg>
        <pc:spChg chg="add mod">
          <ac:chgData name="Rui Han" userId="88b53886-0b74-47d2-9eea-0b3c7b44f04e" providerId="ADAL" clId="{94C6B424-03B7-6E47-B9F5-5BDEFE856558}" dt="2025-01-16T20:46:24.186" v="2984" actId="1076"/>
          <ac:spMkLst>
            <pc:docMk/>
            <pc:sldMk cId="3704487955" sldId="2507"/>
            <ac:spMk id="4" creationId="{57EFDC9A-9DB5-66A1-4E43-93B02CD38162}"/>
          </ac:spMkLst>
        </pc:spChg>
      </pc:sldChg>
      <pc:sldChg chg="add del">
        <pc:chgData name="Rui Han" userId="88b53886-0b74-47d2-9eea-0b3c7b44f04e" providerId="ADAL" clId="{94C6B424-03B7-6E47-B9F5-5BDEFE856558}" dt="2025-01-03T19:14:42.919" v="2011"/>
        <pc:sldMkLst>
          <pc:docMk/>
          <pc:sldMk cId="470194415" sldId="2508"/>
        </pc:sldMkLst>
      </pc:sldChg>
      <pc:sldChg chg="addSp delSp modSp new mod modNotesTx">
        <pc:chgData name="Rui Han" userId="88b53886-0b74-47d2-9eea-0b3c7b44f04e" providerId="ADAL" clId="{94C6B424-03B7-6E47-B9F5-5BDEFE856558}" dt="2025-01-16T21:13:34.830" v="3223" actId="1076"/>
        <pc:sldMkLst>
          <pc:docMk/>
          <pc:sldMk cId="1321314566" sldId="2508"/>
        </pc:sldMkLst>
        <pc:spChg chg="mod">
          <ac:chgData name="Rui Han" userId="88b53886-0b74-47d2-9eea-0b3c7b44f04e" providerId="ADAL" clId="{94C6B424-03B7-6E47-B9F5-5BDEFE856558}" dt="2025-01-04T23:40:33.148" v="2363" actId="20577"/>
          <ac:spMkLst>
            <pc:docMk/>
            <pc:sldMk cId="1321314566" sldId="2508"/>
            <ac:spMk id="2" creationId="{30F0EDB0-E2FA-70E2-E4DE-01A20DB08105}"/>
          </ac:spMkLst>
        </pc:spChg>
        <pc:spChg chg="add mod">
          <ac:chgData name="Rui Han" userId="88b53886-0b74-47d2-9eea-0b3c7b44f04e" providerId="ADAL" clId="{94C6B424-03B7-6E47-B9F5-5BDEFE856558}" dt="2025-01-16T20:35:35.482" v="2945" actId="1076"/>
          <ac:spMkLst>
            <pc:docMk/>
            <pc:sldMk cId="1321314566" sldId="2508"/>
            <ac:spMk id="4" creationId="{2F1D1DDC-3EA5-1AA6-C044-3873974CBE73}"/>
          </ac:spMkLst>
        </pc:spChg>
        <pc:spChg chg="add mod">
          <ac:chgData name="Rui Han" userId="88b53886-0b74-47d2-9eea-0b3c7b44f04e" providerId="ADAL" clId="{94C6B424-03B7-6E47-B9F5-5BDEFE856558}" dt="2025-01-16T21:08:15.158" v="3152" actId="115"/>
          <ac:spMkLst>
            <pc:docMk/>
            <pc:sldMk cId="1321314566" sldId="2508"/>
            <ac:spMk id="6" creationId="{88603CB1-59AC-6060-8804-1F852B710028}"/>
          </ac:spMkLst>
        </pc:spChg>
        <pc:spChg chg="add mod">
          <ac:chgData name="Rui Han" userId="88b53886-0b74-47d2-9eea-0b3c7b44f04e" providerId="ADAL" clId="{94C6B424-03B7-6E47-B9F5-5BDEFE856558}" dt="2025-01-16T21:08:32.988" v="3158" actId="115"/>
          <ac:spMkLst>
            <pc:docMk/>
            <pc:sldMk cId="1321314566" sldId="2508"/>
            <ac:spMk id="7" creationId="{DF4024B5-DAFB-FF4C-32FA-0D9C527FB517}"/>
          </ac:spMkLst>
        </pc:spChg>
        <pc:spChg chg="add mod">
          <ac:chgData name="Rui Han" userId="88b53886-0b74-47d2-9eea-0b3c7b44f04e" providerId="ADAL" clId="{94C6B424-03B7-6E47-B9F5-5BDEFE856558}" dt="2025-01-16T21:13:30.851" v="3222" actId="1076"/>
          <ac:spMkLst>
            <pc:docMk/>
            <pc:sldMk cId="1321314566" sldId="2508"/>
            <ac:spMk id="12" creationId="{5D7D23EF-7DD2-9C9D-3D3B-4AF11F62AE89}"/>
          </ac:spMkLst>
        </pc:spChg>
        <pc:spChg chg="add mod">
          <ac:chgData name="Rui Han" userId="88b53886-0b74-47d2-9eea-0b3c7b44f04e" providerId="ADAL" clId="{94C6B424-03B7-6E47-B9F5-5BDEFE856558}" dt="2025-01-16T21:13:23.414" v="3221" actId="1036"/>
          <ac:spMkLst>
            <pc:docMk/>
            <pc:sldMk cId="1321314566" sldId="2508"/>
            <ac:spMk id="16" creationId="{E9E6EAE0-3F79-96FA-846D-EF8CDEB1ABF6}"/>
          </ac:spMkLst>
        </pc:spChg>
        <pc:picChg chg="add mod">
          <ac:chgData name="Rui Han" userId="88b53886-0b74-47d2-9eea-0b3c7b44f04e" providerId="ADAL" clId="{94C6B424-03B7-6E47-B9F5-5BDEFE856558}" dt="2025-01-16T21:04:43.821" v="3037" actId="1076"/>
          <ac:picMkLst>
            <pc:docMk/>
            <pc:sldMk cId="1321314566" sldId="2508"/>
            <ac:picMk id="5" creationId="{95421396-67C6-6D61-3705-070AF0A31199}"/>
          </ac:picMkLst>
        </pc:picChg>
        <pc:picChg chg="add mod">
          <ac:chgData name="Rui Han" userId="88b53886-0b74-47d2-9eea-0b3c7b44f04e" providerId="ADAL" clId="{94C6B424-03B7-6E47-B9F5-5BDEFE856558}" dt="2025-01-16T21:13:34.830" v="3223" actId="1076"/>
          <ac:picMkLst>
            <pc:docMk/>
            <pc:sldMk cId="1321314566" sldId="2508"/>
            <ac:picMk id="8" creationId="{34D02EAA-4DD2-423B-CDF6-0FEDCBC194D0}"/>
          </ac:picMkLst>
        </pc:picChg>
        <pc:picChg chg="add mod">
          <ac:chgData name="Rui Han" userId="88b53886-0b74-47d2-9eea-0b3c7b44f04e" providerId="ADAL" clId="{94C6B424-03B7-6E47-B9F5-5BDEFE856558}" dt="2025-01-16T21:10:50.679" v="3185" actId="1076"/>
          <ac:picMkLst>
            <pc:docMk/>
            <pc:sldMk cId="1321314566" sldId="2508"/>
            <ac:picMk id="13" creationId="{88FA5ED4-95DA-F2D4-F4A2-CEB598204349}"/>
          </ac:picMkLst>
        </pc:picChg>
        <pc:picChg chg="add mod">
          <ac:chgData name="Rui Han" userId="88b53886-0b74-47d2-9eea-0b3c7b44f04e" providerId="ADAL" clId="{94C6B424-03B7-6E47-B9F5-5BDEFE856558}" dt="2025-01-16T21:13:23.414" v="3221" actId="1036"/>
          <ac:picMkLst>
            <pc:docMk/>
            <pc:sldMk cId="1321314566" sldId="2508"/>
            <ac:picMk id="17" creationId="{33798EFE-FEE0-36BC-1114-4F57BB695166}"/>
          </ac:picMkLst>
        </pc:picChg>
      </pc:sldChg>
      <pc:sldChg chg="modSp mod modShow">
        <pc:chgData name="Rui Han" userId="88b53886-0b74-47d2-9eea-0b3c7b44f04e" providerId="ADAL" clId="{94C6B424-03B7-6E47-B9F5-5BDEFE856558}" dt="2025-01-16T20:55:09.409" v="3027" actId="729"/>
        <pc:sldMkLst>
          <pc:docMk/>
          <pc:sldMk cId="4260618108" sldId="2509"/>
        </pc:sldMkLst>
      </pc:sldChg>
      <pc:sldChg chg="new del">
        <pc:chgData name="Rui Han" userId="88b53886-0b74-47d2-9eea-0b3c7b44f04e" providerId="ADAL" clId="{94C6B424-03B7-6E47-B9F5-5BDEFE856558}" dt="2025-01-16T19:31:59.063" v="2697" actId="2696"/>
        <pc:sldMkLst>
          <pc:docMk/>
          <pc:sldMk cId="137938164" sldId="2510"/>
        </pc:sldMkLst>
      </pc:sldChg>
      <pc:sldChg chg="addSp delSp modSp new mod modShow">
        <pc:chgData name="Rui Han" userId="88b53886-0b74-47d2-9eea-0b3c7b44f04e" providerId="ADAL" clId="{94C6B424-03B7-6E47-B9F5-5BDEFE856558}" dt="2025-01-16T20:55:10.794" v="3028" actId="729"/>
        <pc:sldMkLst>
          <pc:docMk/>
          <pc:sldMk cId="2506341725" sldId="2511"/>
        </pc:sldMkLst>
      </pc:sldChg>
      <pc:sldChg chg="del">
        <pc:chgData name="Rui Han" userId="88b53886-0b74-47d2-9eea-0b3c7b44f04e" providerId="ADAL" clId="{94C6B424-03B7-6E47-B9F5-5BDEFE856558}" dt="2025-01-16T19:45:05.506" v="2732" actId="2696"/>
        <pc:sldMkLst>
          <pc:docMk/>
          <pc:sldMk cId="3218559546" sldId="2513"/>
        </pc:sldMkLst>
      </pc:sldChg>
      <pc:sldChg chg="add ord">
        <pc:chgData name="Rui Han" userId="88b53886-0b74-47d2-9eea-0b3c7b44f04e" providerId="ADAL" clId="{94C6B424-03B7-6E47-B9F5-5BDEFE856558}" dt="2025-01-16T19:45:03.571" v="2731" actId="20578"/>
        <pc:sldMkLst>
          <pc:docMk/>
          <pc:sldMk cId="3350006868" sldId="2514"/>
        </pc:sldMkLst>
      </pc:sldChg>
      <pc:sldChg chg="add ord">
        <pc:chgData name="Rui Han" userId="88b53886-0b74-47d2-9eea-0b3c7b44f04e" providerId="ADAL" clId="{94C6B424-03B7-6E47-B9F5-5BDEFE856558}" dt="2025-01-16T19:45:03.571" v="2731" actId="20578"/>
        <pc:sldMkLst>
          <pc:docMk/>
          <pc:sldMk cId="909377215" sldId="2515"/>
        </pc:sldMkLst>
      </pc:sldChg>
      <pc:sldChg chg="addSp delSp modSp add mod">
        <pc:chgData name="Rui Han" userId="88b53886-0b74-47d2-9eea-0b3c7b44f04e" providerId="ADAL" clId="{94C6B424-03B7-6E47-B9F5-5BDEFE856558}" dt="2025-01-16T21:03:27.802" v="3029" actId="113"/>
        <pc:sldMkLst>
          <pc:docMk/>
          <pc:sldMk cId="983490243" sldId="2516"/>
        </pc:sldMkLst>
      </pc:sldChg>
      <pc:sldChg chg="addSp modSp add mod">
        <pc:chgData name="Rui Han" userId="88b53886-0b74-47d2-9eea-0b3c7b44f04e" providerId="ADAL" clId="{94C6B424-03B7-6E47-B9F5-5BDEFE856558}" dt="2025-01-16T20:53:53.334" v="3017" actId="20577"/>
        <pc:sldMkLst>
          <pc:docMk/>
          <pc:sldMk cId="3631715720" sldId="2517"/>
        </pc:sldMkLst>
        <pc:spChg chg="mod">
          <ac:chgData name="Rui Han" userId="88b53886-0b74-47d2-9eea-0b3c7b44f04e" providerId="ADAL" clId="{94C6B424-03B7-6E47-B9F5-5BDEFE856558}" dt="2025-01-16T20:53:53.334" v="3017" actId="20577"/>
          <ac:spMkLst>
            <pc:docMk/>
            <pc:sldMk cId="3631715720" sldId="2517"/>
            <ac:spMk id="2" creationId="{B8497169-4BC5-5726-4AD6-3E1BD055E654}"/>
          </ac:spMkLst>
        </pc:spChg>
        <pc:spChg chg="add mod">
          <ac:chgData name="Rui Han" userId="88b53886-0b74-47d2-9eea-0b3c7b44f04e" providerId="ADAL" clId="{94C6B424-03B7-6E47-B9F5-5BDEFE856558}" dt="2025-01-16T20:53:07.237" v="2993" actId="1076"/>
          <ac:spMkLst>
            <pc:docMk/>
            <pc:sldMk cId="3631715720" sldId="2517"/>
            <ac:spMk id="3" creationId="{7265DA92-1BEF-E858-7E36-69785367ABD6}"/>
          </ac:spMkLst>
        </pc:spChg>
        <pc:picChg chg="mod">
          <ac:chgData name="Rui Han" userId="88b53886-0b74-47d2-9eea-0b3c7b44f04e" providerId="ADAL" clId="{94C6B424-03B7-6E47-B9F5-5BDEFE856558}" dt="2025-01-16T20:53:43.964" v="3006" actId="1076"/>
          <ac:picMkLst>
            <pc:docMk/>
            <pc:sldMk cId="3631715720" sldId="2517"/>
            <ac:picMk id="4102" creationId="{C961306A-52D2-87D5-D661-A0471B26E489}"/>
          </ac:picMkLst>
        </pc:picChg>
      </pc:sldChg>
    </pc:docChg>
  </pc:docChgLst>
  <pc:docChgLst>
    <pc:chgData name="Tianli Xu" userId="S::txu41@jh.edu::8c44115d-547a-4f92-b5d3-3ad4e35f7fa8" providerId="AD" clId="Web-{6C51D8C0-44BD-2C5F-38E0-4DB9506FD712}"/>
    <pc:docChg chg="modSld">
      <pc:chgData name="Tianli Xu" userId="S::txu41@jh.edu::8c44115d-547a-4f92-b5d3-3ad4e35f7fa8" providerId="AD" clId="Web-{6C51D8C0-44BD-2C5F-38E0-4DB9506FD712}" dt="2024-04-28T21:52:49.745" v="1" actId="20577"/>
      <pc:docMkLst>
        <pc:docMk/>
      </pc:docMkLst>
      <pc:sldChg chg="modSp">
        <pc:chgData name="Tianli Xu" userId="S::txu41@jh.edu::8c44115d-547a-4f92-b5d3-3ad4e35f7fa8" providerId="AD" clId="Web-{6C51D8C0-44BD-2C5F-38E0-4DB9506FD712}" dt="2024-04-28T21:52:49.745" v="1" actId="20577"/>
        <pc:sldMkLst>
          <pc:docMk/>
          <pc:sldMk cId="3620075786" sldId="1318"/>
        </pc:sldMkLst>
      </pc:sldChg>
    </pc:docChg>
  </pc:docChgLst>
  <pc:docChgLst>
    <pc:chgData name="Rui Han" userId="88b53886-0b74-47d2-9eea-0b3c7b44f04e" providerId="ADAL" clId="{9B15005B-C8C2-4845-834B-DEA125E1D46E}"/>
    <pc:docChg chg="undo custSel addSld delSld modSld">
      <pc:chgData name="Rui Han" userId="88b53886-0b74-47d2-9eea-0b3c7b44f04e" providerId="ADAL" clId="{9B15005B-C8C2-4845-834B-DEA125E1D46E}" dt="2024-05-15T16:17:17.353" v="19"/>
      <pc:docMkLst>
        <pc:docMk/>
      </pc:docMkLst>
      <pc:sldChg chg="add">
        <pc:chgData name="Rui Han" userId="88b53886-0b74-47d2-9eea-0b3c7b44f04e" providerId="ADAL" clId="{9B15005B-C8C2-4845-834B-DEA125E1D46E}" dt="2024-05-15T16:16:44.812" v="12"/>
        <pc:sldMkLst>
          <pc:docMk/>
          <pc:sldMk cId="3117658353" sldId="257"/>
        </pc:sldMkLst>
      </pc:sldChg>
      <pc:sldChg chg="add">
        <pc:chgData name="Rui Han" userId="88b53886-0b74-47d2-9eea-0b3c7b44f04e" providerId="ADAL" clId="{9B15005B-C8C2-4845-834B-DEA125E1D46E}" dt="2024-05-15T16:17:12.178" v="18"/>
        <pc:sldMkLst>
          <pc:docMk/>
          <pc:sldMk cId="45021567" sldId="261"/>
        </pc:sldMkLst>
      </pc:sldChg>
      <pc:sldChg chg="add">
        <pc:chgData name="Rui Han" userId="88b53886-0b74-47d2-9eea-0b3c7b44f04e" providerId="ADAL" clId="{9B15005B-C8C2-4845-834B-DEA125E1D46E}" dt="2024-05-15T16:17:17.353" v="19"/>
        <pc:sldMkLst>
          <pc:docMk/>
          <pc:sldMk cId="4027113507" sldId="264"/>
        </pc:sldMkLst>
      </pc:sldChg>
      <pc:sldChg chg="add">
        <pc:chgData name="Rui Han" userId="88b53886-0b74-47d2-9eea-0b3c7b44f04e" providerId="ADAL" clId="{9B15005B-C8C2-4845-834B-DEA125E1D46E}" dt="2024-05-15T16:17:06.366" v="17"/>
        <pc:sldMkLst>
          <pc:docMk/>
          <pc:sldMk cId="3478371559" sldId="266"/>
        </pc:sldMkLst>
      </pc:sldChg>
      <pc:sldChg chg="add">
        <pc:chgData name="Rui Han" userId="88b53886-0b74-47d2-9eea-0b3c7b44f04e" providerId="ADAL" clId="{9B15005B-C8C2-4845-834B-DEA125E1D46E}" dt="2024-05-15T16:16:55.730" v="15"/>
        <pc:sldMkLst>
          <pc:docMk/>
          <pc:sldMk cId="352486480" sldId="275"/>
        </pc:sldMkLst>
      </pc:sldChg>
      <pc:sldChg chg="modSp mod">
        <pc:chgData name="Rui Han" userId="88b53886-0b74-47d2-9eea-0b3c7b44f04e" providerId="ADAL" clId="{9B15005B-C8C2-4845-834B-DEA125E1D46E}" dt="2024-05-15T16:16:07.332" v="8" actId="27636"/>
        <pc:sldMkLst>
          <pc:docMk/>
          <pc:sldMk cId="2606122396" sldId="521"/>
        </pc:sldMkLst>
      </pc:sldChg>
      <pc:sldChg chg="modSp mod">
        <pc:chgData name="Rui Han" userId="88b53886-0b74-47d2-9eea-0b3c7b44f04e" providerId="ADAL" clId="{9B15005B-C8C2-4845-834B-DEA125E1D46E}" dt="2024-05-15T16:16:07.334" v="9" actId="27636"/>
        <pc:sldMkLst>
          <pc:docMk/>
          <pc:sldMk cId="4218662029" sldId="522"/>
        </pc:sldMkLst>
      </pc:sldChg>
      <pc:sldChg chg="addSp delSp modSp mod">
        <pc:chgData name="Rui Han" userId="88b53886-0b74-47d2-9eea-0b3c7b44f04e" providerId="ADAL" clId="{9B15005B-C8C2-4845-834B-DEA125E1D46E}" dt="2024-05-15T16:16:33.681" v="11"/>
        <pc:sldMkLst>
          <pc:docMk/>
          <pc:sldMk cId="2941046834" sldId="1315"/>
        </pc:sldMkLst>
      </pc:sldChg>
      <pc:sldChg chg="del">
        <pc:chgData name="Rui Han" userId="88b53886-0b74-47d2-9eea-0b3c7b44f04e" providerId="ADAL" clId="{9B15005B-C8C2-4845-834B-DEA125E1D46E}" dt="2024-05-15T16:16:46.605" v="13" actId="2696"/>
        <pc:sldMkLst>
          <pc:docMk/>
          <pc:sldMk cId="3491472970" sldId="1316"/>
        </pc:sldMkLst>
      </pc:sldChg>
      <pc:sldChg chg="modSp mod">
        <pc:chgData name="Rui Han" userId="88b53886-0b74-47d2-9eea-0b3c7b44f04e" providerId="ADAL" clId="{9B15005B-C8C2-4845-834B-DEA125E1D46E}" dt="2024-05-15T16:16:07.324" v="7" actId="27636"/>
        <pc:sldMkLst>
          <pc:docMk/>
          <pc:sldMk cId="1021328598" sldId="1328"/>
        </pc:sldMkLst>
      </pc:sldChg>
      <pc:sldChg chg="add">
        <pc:chgData name="Rui Han" userId="88b53886-0b74-47d2-9eea-0b3c7b44f04e" providerId="ADAL" clId="{9B15005B-C8C2-4845-834B-DEA125E1D46E}" dt="2024-05-15T16:16:51.528" v="14"/>
        <pc:sldMkLst>
          <pc:docMk/>
          <pc:sldMk cId="1954523053" sldId="1362"/>
        </pc:sldMkLst>
      </pc:sldChg>
      <pc:sldChg chg="add">
        <pc:chgData name="Rui Han" userId="88b53886-0b74-47d2-9eea-0b3c7b44f04e" providerId="ADAL" clId="{9B15005B-C8C2-4845-834B-DEA125E1D46E}" dt="2024-05-15T16:17:00.868" v="16"/>
        <pc:sldMkLst>
          <pc:docMk/>
          <pc:sldMk cId="3738818028" sldId="1363"/>
        </pc:sldMkLst>
      </pc:sldChg>
    </pc:docChg>
  </pc:docChgLst>
  <pc:docChgLst>
    <pc:chgData name="Rui Han" userId="S::rhan17@jh.edu::88b53886-0b74-47d2-9eea-0b3c7b44f04e" providerId="AD" clId="Web-{9E1DF8F5-50CA-0079-33DA-CC032C5112F6}"/>
    <pc:docChg chg="addSld delSld modSld">
      <pc:chgData name="Rui Han" userId="S::rhan17@jh.edu::88b53886-0b74-47d2-9eea-0b3c7b44f04e" providerId="AD" clId="Web-{9E1DF8F5-50CA-0079-33DA-CC032C5112F6}" dt="2024-06-05T05:52:06.855" v="176" actId="1076"/>
      <pc:docMkLst>
        <pc:docMk/>
      </pc:docMkLst>
      <pc:sldChg chg="del">
        <pc:chgData name="Rui Han" userId="S::rhan17@jh.edu::88b53886-0b74-47d2-9eea-0b3c7b44f04e" providerId="AD" clId="Web-{9E1DF8F5-50CA-0079-33DA-CC032C5112F6}" dt="2024-06-05T05:35:50.934" v="39"/>
        <pc:sldMkLst>
          <pc:docMk/>
          <pc:sldMk cId="654185667" sldId="1369"/>
        </pc:sldMkLst>
      </pc:sldChg>
      <pc:sldChg chg="del">
        <pc:chgData name="Rui Han" userId="S::rhan17@jh.edu::88b53886-0b74-47d2-9eea-0b3c7b44f04e" providerId="AD" clId="Web-{9E1DF8F5-50CA-0079-33DA-CC032C5112F6}" dt="2024-06-05T05:35:55.903" v="40"/>
        <pc:sldMkLst>
          <pc:docMk/>
          <pc:sldMk cId="360996669" sldId="1379"/>
        </pc:sldMkLst>
      </pc:sldChg>
      <pc:sldChg chg="addSp delSp modSp">
        <pc:chgData name="Rui Han" userId="S::rhan17@jh.edu::88b53886-0b74-47d2-9eea-0b3c7b44f04e" providerId="AD" clId="Web-{9E1DF8F5-50CA-0079-33DA-CC032C5112F6}" dt="2024-06-05T05:36:32.686" v="43" actId="1076"/>
        <pc:sldMkLst>
          <pc:docMk/>
          <pc:sldMk cId="4234217468" sldId="1380"/>
        </pc:sldMkLst>
      </pc:sldChg>
      <pc:sldChg chg="addSp delSp modSp new">
        <pc:chgData name="Rui Han" userId="S::rhan17@jh.edu::88b53886-0b74-47d2-9eea-0b3c7b44f04e" providerId="AD" clId="Web-{9E1DF8F5-50CA-0079-33DA-CC032C5112F6}" dt="2024-06-05T05:52:06.855" v="176" actId="1076"/>
        <pc:sldMkLst>
          <pc:docMk/>
          <pc:sldMk cId="1223042896" sldId="1381"/>
        </pc:sldMkLst>
      </pc:sldChg>
    </pc:docChg>
  </pc:docChgLst>
  <pc:docChgLst>
    <pc:chgData name="Rui Han" userId="S::rhan17@jh.edu::88b53886-0b74-47d2-9eea-0b3c7b44f04e" providerId="AD" clId="Web-{AC4EB431-0502-A913-89AC-7B9FE213EAAC}"/>
    <pc:docChg chg="addSld modSld">
      <pc:chgData name="Rui Han" userId="S::rhan17@jh.edu::88b53886-0b74-47d2-9eea-0b3c7b44f04e" providerId="AD" clId="Web-{AC4EB431-0502-A913-89AC-7B9FE213EAAC}" dt="2024-06-04T19:01:10.346" v="134" actId="1076"/>
      <pc:docMkLst>
        <pc:docMk/>
      </pc:docMkLst>
      <pc:sldChg chg="addSp delSp modSp">
        <pc:chgData name="Rui Han" userId="S::rhan17@jh.edu::88b53886-0b74-47d2-9eea-0b3c7b44f04e" providerId="AD" clId="Web-{AC4EB431-0502-A913-89AC-7B9FE213EAAC}" dt="2024-06-04T18:24:29.925" v="20" actId="20577"/>
        <pc:sldMkLst>
          <pc:docMk/>
          <pc:sldMk cId="3523823313" sldId="1373"/>
        </pc:sldMkLst>
      </pc:sldChg>
      <pc:sldChg chg="addSp modSp">
        <pc:chgData name="Rui Han" userId="S::rhan17@jh.edu::88b53886-0b74-47d2-9eea-0b3c7b44f04e" providerId="AD" clId="Web-{AC4EB431-0502-A913-89AC-7B9FE213EAAC}" dt="2024-06-04T19:01:10.346" v="134" actId="1076"/>
        <pc:sldMkLst>
          <pc:docMk/>
          <pc:sldMk cId="4136761130" sldId="1374"/>
        </pc:sldMkLst>
      </pc:sldChg>
      <pc:sldChg chg="addSp delSp modSp new">
        <pc:chgData name="Rui Han" userId="S::rhan17@jh.edu::88b53886-0b74-47d2-9eea-0b3c7b44f04e" providerId="AD" clId="Web-{AC4EB431-0502-A913-89AC-7B9FE213EAAC}" dt="2024-06-04T18:24:43.363" v="22" actId="1076"/>
        <pc:sldMkLst>
          <pc:docMk/>
          <pc:sldMk cId="360996669" sldId="1379"/>
        </pc:sldMkLst>
      </pc:sldChg>
      <pc:sldChg chg="addSp delSp modSp add replId">
        <pc:chgData name="Rui Han" userId="S::rhan17@jh.edu::88b53886-0b74-47d2-9eea-0b3c7b44f04e" providerId="AD" clId="Web-{AC4EB431-0502-A913-89AC-7B9FE213EAAC}" dt="2024-06-04T18:59:17.247" v="126" actId="1076"/>
        <pc:sldMkLst>
          <pc:docMk/>
          <pc:sldMk cId="4234217468" sldId="1380"/>
        </pc:sldMkLst>
      </pc:sldChg>
    </pc:docChg>
  </pc:docChgLst>
  <pc:docChgLst>
    <pc:chgData name="Gordon Gao" userId="f35b5dbc-a565-444c-a393-77373414943f" providerId="ADAL" clId="{A630FA8F-D67B-E047-8D13-6F3A54394D69}"/>
    <pc:docChg chg="undo custSel addSld delSld modSld sldOrd">
      <pc:chgData name="Gordon Gao" userId="f35b5dbc-a565-444c-a393-77373414943f" providerId="ADAL" clId="{A630FA8F-D67B-E047-8D13-6F3A54394D69}" dt="2025-01-17T22:05:59.677" v="717" actId="27636"/>
      <pc:docMkLst>
        <pc:docMk/>
      </pc:docMkLst>
      <pc:sldChg chg="modSp mod modNotesTx">
        <pc:chgData name="Gordon Gao" userId="f35b5dbc-a565-444c-a393-77373414943f" providerId="ADAL" clId="{A630FA8F-D67B-E047-8D13-6F3A54394D69}" dt="2025-01-17T02:41:11.697" v="104"/>
        <pc:sldMkLst>
          <pc:docMk/>
          <pc:sldMk cId="4011340621" sldId="1101"/>
        </pc:sldMkLst>
        <pc:spChg chg="mod">
          <ac:chgData name="Gordon Gao" userId="f35b5dbc-a565-444c-a393-77373414943f" providerId="ADAL" clId="{A630FA8F-D67B-E047-8D13-6F3A54394D69}" dt="2025-01-17T02:41:04.706" v="103"/>
          <ac:spMkLst>
            <pc:docMk/>
            <pc:sldMk cId="4011340621" sldId="1101"/>
            <ac:spMk id="3" creationId="{1AB6438B-CBCA-F12D-8665-280779CC3804}"/>
          </ac:spMkLst>
        </pc:spChg>
      </pc:sldChg>
      <pc:sldChg chg="addSp modSp add mod modNotesTx">
        <pc:chgData name="Gordon Gao" userId="f35b5dbc-a565-444c-a393-77373414943f" providerId="ADAL" clId="{A630FA8F-D67B-E047-8D13-6F3A54394D69}" dt="2025-01-16T00:00:43.261" v="97" actId="1076"/>
        <pc:sldMkLst>
          <pc:docMk/>
          <pc:sldMk cId="814270225" sldId="1347"/>
        </pc:sldMkLst>
        <pc:spChg chg="mod">
          <ac:chgData name="Gordon Gao" userId="f35b5dbc-a565-444c-a393-77373414943f" providerId="ADAL" clId="{A630FA8F-D67B-E047-8D13-6F3A54394D69}" dt="2025-01-15T23:59:53.706" v="70" actId="27636"/>
          <ac:spMkLst>
            <pc:docMk/>
            <pc:sldMk cId="814270225" sldId="1347"/>
            <ac:spMk id="2" creationId="{0F6C3386-B411-30B6-54F4-F578FCFB93BA}"/>
          </ac:spMkLst>
        </pc:spChg>
        <pc:spChg chg="add mod">
          <ac:chgData name="Gordon Gao" userId="f35b5dbc-a565-444c-a393-77373414943f" providerId="ADAL" clId="{A630FA8F-D67B-E047-8D13-6F3A54394D69}" dt="2025-01-16T00:00:43.261" v="97" actId="1076"/>
          <ac:spMkLst>
            <pc:docMk/>
            <pc:sldMk cId="814270225" sldId="1347"/>
            <ac:spMk id="3" creationId="{206A4139-0411-5889-30C7-E72A59C4F872}"/>
          </ac:spMkLst>
        </pc:spChg>
      </pc:sldChg>
      <pc:sldChg chg="modSp add mod">
        <pc:chgData name="Gordon Gao" userId="f35b5dbc-a565-444c-a393-77373414943f" providerId="ADAL" clId="{A630FA8F-D67B-E047-8D13-6F3A54394D69}" dt="2025-01-15T22:34:28.752" v="21" actId="20577"/>
        <pc:sldMkLst>
          <pc:docMk/>
          <pc:sldMk cId="3266022050" sldId="1358"/>
        </pc:sldMkLst>
      </pc:sldChg>
      <pc:sldChg chg="addSp modSp">
        <pc:chgData name="Gordon Gao" userId="f35b5dbc-a565-444c-a393-77373414943f" providerId="ADAL" clId="{A630FA8F-D67B-E047-8D13-6F3A54394D69}" dt="2025-01-15T21:35:57.677" v="0"/>
        <pc:sldMkLst>
          <pc:docMk/>
          <pc:sldMk cId="3954974375" sldId="1375"/>
        </pc:sldMkLst>
      </pc:sldChg>
      <pc:sldChg chg="del">
        <pc:chgData name="Gordon Gao" userId="f35b5dbc-a565-444c-a393-77373414943f" providerId="ADAL" clId="{A630FA8F-D67B-E047-8D13-6F3A54394D69}" dt="2025-01-17T11:56:42.440" v="173" actId="2696"/>
        <pc:sldMkLst>
          <pc:docMk/>
          <pc:sldMk cId="1741496240" sldId="1382"/>
        </pc:sldMkLst>
      </pc:sldChg>
      <pc:sldChg chg="add">
        <pc:chgData name="Gordon Gao" userId="f35b5dbc-a565-444c-a393-77373414943f" providerId="ADAL" clId="{A630FA8F-D67B-E047-8D13-6F3A54394D69}" dt="2025-01-17T02:38:12.636" v="98"/>
        <pc:sldMkLst>
          <pc:docMk/>
          <pc:sldMk cId="3339100366" sldId="1383"/>
        </pc:sldMkLst>
      </pc:sldChg>
      <pc:sldChg chg="add del mod modShow">
        <pc:chgData name="Gordon Gao" userId="f35b5dbc-a565-444c-a393-77373414943f" providerId="ADAL" clId="{A630FA8F-D67B-E047-8D13-6F3A54394D69}" dt="2025-01-17T11:57:41.438" v="176" actId="729"/>
        <pc:sldMkLst>
          <pc:docMk/>
          <pc:sldMk cId="2865940039" sldId="1397"/>
        </pc:sldMkLst>
      </pc:sldChg>
      <pc:sldChg chg="add">
        <pc:chgData name="Gordon Gao" userId="f35b5dbc-a565-444c-a393-77373414943f" providerId="ADAL" clId="{A630FA8F-D67B-E047-8D13-6F3A54394D69}" dt="2025-01-15T23:58:15.197" v="68"/>
        <pc:sldMkLst>
          <pc:docMk/>
          <pc:sldMk cId="2712780005" sldId="1404"/>
        </pc:sldMkLst>
      </pc:sldChg>
      <pc:sldChg chg="modSp mod modNotesTx">
        <pc:chgData name="Gordon Gao" userId="f35b5dbc-a565-444c-a393-77373414943f" providerId="ADAL" clId="{A630FA8F-D67B-E047-8D13-6F3A54394D69}" dt="2025-01-17T22:05:59.677" v="717" actId="27636"/>
        <pc:sldMkLst>
          <pc:docMk/>
          <pc:sldMk cId="3681528725" sldId="1419"/>
        </pc:sldMkLst>
      </pc:sldChg>
      <pc:sldChg chg="mod modShow">
        <pc:chgData name="Gordon Gao" userId="f35b5dbc-a565-444c-a393-77373414943f" providerId="ADAL" clId="{A630FA8F-D67B-E047-8D13-6F3A54394D69}" dt="2025-01-17T02:46:58.963" v="113" actId="729"/>
        <pc:sldMkLst>
          <pc:docMk/>
          <pc:sldMk cId="3704487955" sldId="2507"/>
        </pc:sldMkLst>
      </pc:sldChg>
      <pc:sldChg chg="modSp mod ord">
        <pc:chgData name="Gordon Gao" userId="f35b5dbc-a565-444c-a393-77373414943f" providerId="ADAL" clId="{A630FA8F-D67B-E047-8D13-6F3A54394D69}" dt="2025-01-17T02:41:59.308" v="106" actId="20578"/>
        <pc:sldMkLst>
          <pc:docMk/>
          <pc:sldMk cId="1321314566" sldId="2508"/>
        </pc:sldMkLst>
        <pc:spChg chg="mod">
          <ac:chgData name="Gordon Gao" userId="f35b5dbc-a565-444c-a393-77373414943f" providerId="ADAL" clId="{A630FA8F-D67B-E047-8D13-6F3A54394D69}" dt="2025-01-17T02:41:44.997" v="105" actId="20577"/>
          <ac:spMkLst>
            <pc:docMk/>
            <pc:sldMk cId="1321314566" sldId="2508"/>
            <ac:spMk id="2" creationId="{30F0EDB0-E2FA-70E2-E4DE-01A20DB08105}"/>
          </ac:spMkLst>
        </pc:spChg>
      </pc:sldChg>
      <pc:sldChg chg="add del">
        <pc:chgData name="Gordon Gao" userId="f35b5dbc-a565-444c-a393-77373414943f" providerId="ADAL" clId="{A630FA8F-D67B-E047-8D13-6F3A54394D69}" dt="2025-01-17T11:58:40.676" v="178" actId="2696"/>
        <pc:sldMkLst>
          <pc:docMk/>
          <pc:sldMk cId="4260618108" sldId="2509"/>
        </pc:sldMkLst>
      </pc:sldChg>
      <pc:sldChg chg="del">
        <pc:chgData name="Gordon Gao" userId="f35b5dbc-a565-444c-a393-77373414943f" providerId="ADAL" clId="{A630FA8F-D67B-E047-8D13-6F3A54394D69}" dt="2025-01-17T11:58:32.515" v="177" actId="2696"/>
        <pc:sldMkLst>
          <pc:docMk/>
          <pc:sldMk cId="2506341725" sldId="2511"/>
        </pc:sldMkLst>
      </pc:sldChg>
      <pc:sldChg chg="modSp new del mod">
        <pc:chgData name="Gordon Gao" userId="f35b5dbc-a565-444c-a393-77373414943f" providerId="ADAL" clId="{A630FA8F-D67B-E047-8D13-6F3A54394D69}" dt="2025-01-17T02:38:16.725" v="99" actId="2696"/>
        <pc:sldMkLst>
          <pc:docMk/>
          <pc:sldMk cId="1790866476" sldId="2512"/>
        </pc:sldMkLst>
      </pc:sldChg>
      <pc:sldChg chg="modSp new mod">
        <pc:chgData name="Gordon Gao" userId="f35b5dbc-a565-444c-a393-77373414943f" providerId="ADAL" clId="{A630FA8F-D67B-E047-8D13-6F3A54394D69}" dt="2025-01-15T23:57:09.540" v="67" actId="20577"/>
        <pc:sldMkLst>
          <pc:docMk/>
          <pc:sldMk cId="3218559546" sldId="2513"/>
        </pc:sldMkLst>
      </pc:sldChg>
      <pc:sldChg chg="modNotesTx">
        <pc:chgData name="Gordon Gao" userId="f35b5dbc-a565-444c-a393-77373414943f" providerId="ADAL" clId="{A630FA8F-D67B-E047-8D13-6F3A54394D69}" dt="2025-01-17T02:45:30.378" v="112" actId="20577"/>
        <pc:sldMkLst>
          <pc:docMk/>
          <pc:sldMk cId="983490243" sldId="2516"/>
        </pc:sldMkLst>
      </pc:sldChg>
      <pc:sldChg chg="add">
        <pc:chgData name="Gordon Gao" userId="f35b5dbc-a565-444c-a393-77373414943f" providerId="ADAL" clId="{A630FA8F-D67B-E047-8D13-6F3A54394D69}" dt="2025-01-17T02:38:12.636" v="98"/>
        <pc:sldMkLst>
          <pc:docMk/>
          <pc:sldMk cId="1661695432" sldId="2518"/>
        </pc:sldMkLst>
      </pc:sldChg>
      <pc:sldChg chg="addSp modSp new mod">
        <pc:chgData name="Gordon Gao" userId="f35b5dbc-a565-444c-a393-77373414943f" providerId="ADAL" clId="{A630FA8F-D67B-E047-8D13-6F3A54394D69}" dt="2025-01-17T02:49:43.364" v="172" actId="767"/>
        <pc:sldMkLst>
          <pc:docMk/>
          <pc:sldMk cId="1554337506" sldId="2519"/>
        </pc:sldMkLst>
        <pc:spChg chg="mod">
          <ac:chgData name="Gordon Gao" userId="f35b5dbc-a565-444c-a393-77373414943f" providerId="ADAL" clId="{A630FA8F-D67B-E047-8D13-6F3A54394D69}" dt="2025-01-17T02:48:45.930" v="168" actId="20577"/>
          <ac:spMkLst>
            <pc:docMk/>
            <pc:sldMk cId="1554337506" sldId="2519"/>
            <ac:spMk id="2" creationId="{A3C8B902-374A-3116-556D-B99E2890ACC0}"/>
          </ac:spMkLst>
        </pc:spChg>
        <pc:spChg chg="mod">
          <ac:chgData name="Gordon Gao" userId="f35b5dbc-a565-444c-a393-77373414943f" providerId="ADAL" clId="{A630FA8F-D67B-E047-8D13-6F3A54394D69}" dt="2025-01-17T02:49:21.943" v="170" actId="20577"/>
          <ac:spMkLst>
            <pc:docMk/>
            <pc:sldMk cId="1554337506" sldId="2519"/>
            <ac:spMk id="3" creationId="{B0C1A0C7-6983-A913-36DB-5F9A00710786}"/>
          </ac:spMkLst>
        </pc:spChg>
        <pc:spChg chg="mod">
          <ac:chgData name="Gordon Gao" userId="f35b5dbc-a565-444c-a393-77373414943f" providerId="ADAL" clId="{A630FA8F-D67B-E047-8D13-6F3A54394D69}" dt="2025-01-17T02:48:29.190" v="145" actId="20577"/>
          <ac:spMkLst>
            <pc:docMk/>
            <pc:sldMk cId="1554337506" sldId="2519"/>
            <ac:spMk id="4" creationId="{1642E6C8-2627-07A2-5986-408F13799DD0}"/>
          </ac:spMkLst>
        </pc:spChg>
      </pc:sldChg>
      <pc:sldChg chg="addSp delSp modSp new mod modNotesTx">
        <pc:chgData name="Gordon Gao" userId="f35b5dbc-a565-444c-a393-77373414943f" providerId="ADAL" clId="{A630FA8F-D67B-E047-8D13-6F3A54394D69}" dt="2025-01-17T12:06:14.651" v="361" actId="20577"/>
        <pc:sldMkLst>
          <pc:docMk/>
          <pc:sldMk cId="2168821182" sldId="2520"/>
        </pc:sldMkLst>
      </pc:sldChg>
      <pc:sldChg chg="modSp new mod">
        <pc:chgData name="Gordon Gao" userId="f35b5dbc-a565-444c-a393-77373414943f" providerId="ADAL" clId="{A630FA8F-D67B-E047-8D13-6F3A54394D69}" dt="2025-01-17T12:12:19.346" v="685" actId="207"/>
        <pc:sldMkLst>
          <pc:docMk/>
          <pc:sldMk cId="1196456405" sldId="2521"/>
        </pc:sldMkLst>
        <pc:spChg chg="mod">
          <ac:chgData name="Gordon Gao" userId="f35b5dbc-a565-444c-a393-77373414943f" providerId="ADAL" clId="{A630FA8F-D67B-E047-8D13-6F3A54394D69}" dt="2025-01-17T12:06:47.622" v="378" actId="20577"/>
          <ac:spMkLst>
            <pc:docMk/>
            <pc:sldMk cId="1196456405" sldId="2521"/>
            <ac:spMk id="2" creationId="{9ADC09F4-6D02-2A70-8CC5-A7007EC4524D}"/>
          </ac:spMkLst>
        </pc:spChg>
        <pc:spChg chg="mod">
          <ac:chgData name="Gordon Gao" userId="f35b5dbc-a565-444c-a393-77373414943f" providerId="ADAL" clId="{A630FA8F-D67B-E047-8D13-6F3A54394D69}" dt="2025-01-17T12:11:11.632" v="650" actId="20577"/>
          <ac:spMkLst>
            <pc:docMk/>
            <pc:sldMk cId="1196456405" sldId="2521"/>
            <ac:spMk id="3" creationId="{80320AE0-DA79-2E7D-D323-35284C85AD03}"/>
          </ac:spMkLst>
        </pc:spChg>
        <pc:spChg chg="mod">
          <ac:chgData name="Gordon Gao" userId="f35b5dbc-a565-444c-a393-77373414943f" providerId="ADAL" clId="{A630FA8F-D67B-E047-8D13-6F3A54394D69}" dt="2025-01-17T12:12:19.346" v="685" actId="207"/>
          <ac:spMkLst>
            <pc:docMk/>
            <pc:sldMk cId="1196456405" sldId="2521"/>
            <ac:spMk id="4" creationId="{7D32A298-B1FF-0936-0860-F82427926FFA}"/>
          </ac:spMkLst>
        </pc:spChg>
      </pc:sldChg>
    </pc:docChg>
  </pc:docChgLst>
  <pc:docChgLst>
    <pc:chgData name="Rui Han" userId="S::rhan17@jh.edu::88b53886-0b74-47d2-9eea-0b3c7b44f04e" providerId="AD" clId="Web-{6605913C-EDEC-6C33-BD23-DB67C67344B6}"/>
    <pc:docChg chg="addSld modSld">
      <pc:chgData name="Rui Han" userId="S::rhan17@jh.edu::88b53886-0b74-47d2-9eea-0b3c7b44f04e" providerId="AD" clId="Web-{6605913C-EDEC-6C33-BD23-DB67C67344B6}" dt="2024-12-19T17:31:50.706" v="19" actId="20577"/>
      <pc:docMkLst>
        <pc:docMk/>
      </pc:docMkLst>
      <pc:sldChg chg="add">
        <pc:chgData name="Rui Han" userId="S::rhan17@jh.edu::88b53886-0b74-47d2-9eea-0b3c7b44f04e" providerId="AD" clId="Web-{6605913C-EDEC-6C33-BD23-DB67C67344B6}" dt="2024-12-19T17:25:10.908" v="0"/>
        <pc:sldMkLst>
          <pc:docMk/>
          <pc:sldMk cId="2852713774" sldId="1399"/>
        </pc:sldMkLst>
      </pc:sldChg>
      <pc:sldChg chg="modSp new">
        <pc:chgData name="Rui Han" userId="S::rhan17@jh.edu::88b53886-0b74-47d2-9eea-0b3c7b44f04e" providerId="AD" clId="Web-{6605913C-EDEC-6C33-BD23-DB67C67344B6}" dt="2024-12-19T17:31:50.706" v="19" actId="20577"/>
        <pc:sldMkLst>
          <pc:docMk/>
          <pc:sldMk cId="122984760" sldId="1400"/>
        </pc:sldMkLst>
      </pc:sldChg>
      <pc:sldChg chg="modSp add">
        <pc:chgData name="Rui Han" userId="S::rhan17@jh.edu::88b53886-0b74-47d2-9eea-0b3c7b44f04e" providerId="AD" clId="Web-{6605913C-EDEC-6C33-BD23-DB67C67344B6}" dt="2024-12-19T17:29:20.309" v="14" actId="1076"/>
        <pc:sldMkLst>
          <pc:docMk/>
          <pc:sldMk cId="1878815246" sldId="2505"/>
        </pc:sldMkLst>
        <pc:spChg chg="mod">
          <ac:chgData name="Rui Han" userId="S::rhan17@jh.edu::88b53886-0b74-47d2-9eea-0b3c7b44f04e" providerId="AD" clId="Web-{6605913C-EDEC-6C33-BD23-DB67C67344B6}" dt="2024-12-19T17:29:20.309" v="14" actId="1076"/>
          <ac:spMkLst>
            <pc:docMk/>
            <pc:sldMk cId="1878815246" sldId="2505"/>
            <ac:spMk id="4" creationId="{FDE0327B-E91F-A43C-A06D-19FBA8692216}"/>
          </ac:spMkLst>
        </pc:spChg>
        <pc:picChg chg="mod">
          <ac:chgData name="Rui Han" userId="S::rhan17@jh.edu::88b53886-0b74-47d2-9eea-0b3c7b44f04e" providerId="AD" clId="Web-{6605913C-EDEC-6C33-BD23-DB67C67344B6}" dt="2024-12-19T17:29:11.278" v="12" actId="1076"/>
          <ac:picMkLst>
            <pc:docMk/>
            <pc:sldMk cId="1878815246" sldId="2505"/>
            <ac:picMk id="14" creationId="{BC604C05-5B25-2200-4997-DBD54576A1AE}"/>
          </ac:picMkLst>
        </pc:picChg>
        <pc:picChg chg="mod">
          <ac:chgData name="Rui Han" userId="S::rhan17@jh.edu::88b53886-0b74-47d2-9eea-0b3c7b44f04e" providerId="AD" clId="Web-{6605913C-EDEC-6C33-BD23-DB67C67344B6}" dt="2024-12-19T17:29:13.418" v="13" actId="1076"/>
          <ac:picMkLst>
            <pc:docMk/>
            <pc:sldMk cId="1878815246" sldId="2505"/>
            <ac:picMk id="15" creationId="{DA1E2C19-E562-FBC1-9128-453542F9EFC9}"/>
          </ac:picMkLst>
        </pc:picChg>
      </pc:sldChg>
    </pc:docChg>
  </pc:docChgLst>
  <pc:docChgLst>
    <pc:chgData name="Jennifer Bagdasarian" userId="S::jbagdas1@jh.edu::ba57847c-08fc-4150-a5da-3cd83dce1126" providerId="AD" clId="Web-{C62A6CAF-E2C9-2AE8-3A36-D710AD89AC98}"/>
    <pc:docChg chg="modSld">
      <pc:chgData name="Jennifer Bagdasarian" userId="S::jbagdas1@jh.edu::ba57847c-08fc-4150-a5da-3cd83dce1126" providerId="AD" clId="Web-{C62A6CAF-E2C9-2AE8-3A36-D710AD89AC98}" dt="2024-04-25T17:17:32.335" v="22" actId="1076"/>
      <pc:docMkLst>
        <pc:docMk/>
      </pc:docMkLst>
      <pc:sldChg chg="addSp modSp">
        <pc:chgData name="Jennifer Bagdasarian" userId="S::jbagdas1@jh.edu::ba57847c-08fc-4150-a5da-3cd83dce1126" providerId="AD" clId="Web-{C62A6CAF-E2C9-2AE8-3A36-D710AD89AC98}" dt="2024-04-25T17:17:32.335" v="22" actId="1076"/>
        <pc:sldMkLst>
          <pc:docMk/>
          <pc:sldMk cId="3391940197" sldId="1351"/>
        </pc:sldMkLst>
      </pc:sldChg>
    </pc:docChg>
  </pc:docChgLst>
  <pc:docChgLst>
    <pc:chgData name="Tianli Xu" userId="S::txu41@jh.edu::8c44115d-547a-4f92-b5d3-3ad4e35f7fa8" providerId="AD" clId="Web-{B6B591A0-49AB-A163-5012-E2EF705C3C6A}"/>
    <pc:docChg chg="addSld delSld modSld">
      <pc:chgData name="Tianli Xu" userId="S::txu41@jh.edu::8c44115d-547a-4f92-b5d3-3ad4e35f7fa8" providerId="AD" clId="Web-{B6B591A0-49AB-A163-5012-E2EF705C3C6A}" dt="2024-04-25T00:36:07.255" v="106" actId="20577"/>
      <pc:docMkLst>
        <pc:docMk/>
      </pc:docMkLst>
      <pc:sldChg chg="modSp">
        <pc:chgData name="Tianli Xu" userId="S::txu41@jh.edu::8c44115d-547a-4f92-b5d3-3ad4e35f7fa8" providerId="AD" clId="Web-{B6B591A0-49AB-A163-5012-E2EF705C3C6A}" dt="2024-04-25T00:36:07.255" v="106" actId="20577"/>
        <pc:sldMkLst>
          <pc:docMk/>
          <pc:sldMk cId="3620075786" sldId="1318"/>
        </pc:sldMkLst>
      </pc:sldChg>
      <pc:sldChg chg="addSp delSp modSp">
        <pc:chgData name="Tianli Xu" userId="S::txu41@jh.edu::8c44115d-547a-4f92-b5d3-3ad4e35f7fa8" providerId="AD" clId="Web-{B6B591A0-49AB-A163-5012-E2EF705C3C6A}" dt="2024-04-25T00:14:59.833" v="81" actId="14100"/>
        <pc:sldMkLst>
          <pc:docMk/>
          <pc:sldMk cId="1663032889" sldId="1324"/>
        </pc:sldMkLst>
      </pc:sldChg>
      <pc:sldChg chg="addSp delSp modSp">
        <pc:chgData name="Tianli Xu" userId="S::txu41@jh.edu::8c44115d-547a-4f92-b5d3-3ad4e35f7fa8" providerId="AD" clId="Web-{B6B591A0-49AB-A163-5012-E2EF705C3C6A}" dt="2024-04-24T23:49:16.359" v="55" actId="1076"/>
        <pc:sldMkLst>
          <pc:docMk/>
          <pc:sldMk cId="243360685" sldId="1348"/>
        </pc:sldMkLst>
      </pc:sldChg>
    </pc:docChg>
  </pc:docChgLst>
  <pc:docChgLst>
    <pc:chgData name="Tianli Xu" userId="8c44115d-547a-4f92-b5d3-3ad4e35f7fa8" providerId="ADAL" clId="{0E6671C4-CFD3-E342-BA87-4294995426DB}"/>
    <pc:docChg chg="undo redo custSel addSld delSld modSld">
      <pc:chgData name="Tianli Xu" userId="8c44115d-547a-4f92-b5d3-3ad4e35f7fa8" providerId="ADAL" clId="{0E6671C4-CFD3-E342-BA87-4294995426DB}" dt="2024-04-26T15:18:44.799" v="326" actId="20577"/>
      <pc:docMkLst>
        <pc:docMk/>
      </pc:docMkLst>
      <pc:sldChg chg="modSp mod">
        <pc:chgData name="Tianli Xu" userId="8c44115d-547a-4f92-b5d3-3ad4e35f7fa8" providerId="ADAL" clId="{0E6671C4-CFD3-E342-BA87-4294995426DB}" dt="2024-04-26T15:18:28.377" v="318" actId="27636"/>
        <pc:sldMkLst>
          <pc:docMk/>
          <pc:sldMk cId="2606122396" sldId="521"/>
        </pc:sldMkLst>
      </pc:sldChg>
      <pc:sldChg chg="modSp mod">
        <pc:chgData name="Tianli Xu" userId="8c44115d-547a-4f92-b5d3-3ad4e35f7fa8" providerId="ADAL" clId="{0E6671C4-CFD3-E342-BA87-4294995426DB}" dt="2024-04-25T00:29:19.940" v="1" actId="27636"/>
        <pc:sldMkLst>
          <pc:docMk/>
          <pc:sldMk cId="4218662029" sldId="522"/>
        </pc:sldMkLst>
      </pc:sldChg>
      <pc:sldChg chg="addSp delSp modSp mod modNotesTx">
        <pc:chgData name="Tianli Xu" userId="8c44115d-547a-4f92-b5d3-3ad4e35f7fa8" providerId="ADAL" clId="{0E6671C4-CFD3-E342-BA87-4294995426DB}" dt="2024-04-25T20:10:17.502" v="277" actId="20577"/>
        <pc:sldMkLst>
          <pc:docMk/>
          <pc:sldMk cId="3620075786" sldId="1318"/>
        </pc:sldMkLst>
      </pc:sldChg>
      <pc:sldChg chg="addSp modSp mod modAnim modNotesTx">
        <pc:chgData name="Tianli Xu" userId="8c44115d-547a-4f92-b5d3-3ad4e35f7fa8" providerId="ADAL" clId="{0E6671C4-CFD3-E342-BA87-4294995426DB}" dt="2024-04-26T15:18:44.799" v="326" actId="20577"/>
        <pc:sldMkLst>
          <pc:docMk/>
          <pc:sldMk cId="1663032889" sldId="1324"/>
        </pc:sldMkLst>
      </pc:sldChg>
      <pc:sldChg chg="modSp mod">
        <pc:chgData name="Tianli Xu" userId="8c44115d-547a-4f92-b5d3-3ad4e35f7fa8" providerId="ADAL" clId="{0E6671C4-CFD3-E342-BA87-4294995426DB}" dt="2024-04-26T15:18:28.397" v="319" actId="27636"/>
        <pc:sldMkLst>
          <pc:docMk/>
          <pc:sldMk cId="1021328598" sldId="1328"/>
        </pc:sldMkLst>
      </pc:sldChg>
      <pc:sldChg chg="addSp delSp modSp mod modAnim modNotesTx">
        <pc:chgData name="Tianli Xu" userId="8c44115d-547a-4f92-b5d3-3ad4e35f7fa8" providerId="ADAL" clId="{0E6671C4-CFD3-E342-BA87-4294995426DB}" dt="2024-04-25T14:37:16.952" v="247" actId="20577"/>
        <pc:sldMkLst>
          <pc:docMk/>
          <pc:sldMk cId="243360685" sldId="1348"/>
        </pc:sldMkLst>
      </pc:sldChg>
    </pc:docChg>
  </pc:docChgLst>
  <pc:docChgLst>
    <pc:chgData name="Ritu Agarwal" userId="27126333-ed84-4805-aad8-6a112c14a6c5" providerId="ADAL" clId="{5120C025-55B8-495D-94C8-666D9912EED1}"/>
    <pc:docChg chg="modSld">
      <pc:chgData name="Ritu Agarwal" userId="27126333-ed84-4805-aad8-6a112c14a6c5" providerId="ADAL" clId="{5120C025-55B8-495D-94C8-666D9912EED1}" dt="2024-04-15T01:05:24.050" v="0" actId="1076"/>
      <pc:docMkLst>
        <pc:docMk/>
      </pc:docMkLst>
      <pc:sldChg chg="modSp">
        <pc:chgData name="Ritu Agarwal" userId="27126333-ed84-4805-aad8-6a112c14a6c5" providerId="ADAL" clId="{5120C025-55B8-495D-94C8-666D9912EED1}" dt="2024-04-15T01:05:24.050" v="0" actId="1076"/>
        <pc:sldMkLst>
          <pc:docMk/>
          <pc:sldMk cId="248616509" sldId="258"/>
        </pc:sldMkLst>
      </pc:sldChg>
    </pc:docChg>
  </pc:docChgLst>
  <pc:docChgLst>
    <pc:chgData name="Ritu Agarwal" userId="S::ragarw20@jh.edu::27126333-ed84-4805-aad8-6a112c14a6c5" providerId="AD" clId="Web-{39F4168A-C17E-FD60-6364-87286F9F4C16}"/>
    <pc:docChg chg="modSld">
      <pc:chgData name="Ritu Agarwal" userId="S::ragarw20@jh.edu::27126333-ed84-4805-aad8-6a112c14a6c5" providerId="AD" clId="Web-{39F4168A-C17E-FD60-6364-87286F9F4C16}" dt="2024-04-25T01:45:28.373" v="7"/>
      <pc:docMkLst>
        <pc:docMk/>
      </pc:docMkLst>
      <pc:sldChg chg="addSp modSp modNotes">
        <pc:chgData name="Ritu Agarwal" userId="S::ragarw20@jh.edu::27126333-ed84-4805-aad8-6a112c14a6c5" providerId="AD" clId="Web-{39F4168A-C17E-FD60-6364-87286F9F4C16}" dt="2024-04-25T01:45:28.373" v="7"/>
        <pc:sldMkLst>
          <pc:docMk/>
          <pc:sldMk cId="3391940197" sldId="1351"/>
        </pc:sldMkLst>
      </pc:sldChg>
    </pc:docChg>
  </pc:docChgLst>
  <pc:docChgLst>
    <pc:chgData name="Rui Han" userId="88b53886-0b74-47d2-9eea-0b3c7b44f04e" providerId="ADAL" clId="{A26907DC-9D33-8A49-9AFF-685CE854974F}"/>
    <pc:docChg chg="custSel addSld delSld modSld">
      <pc:chgData name="Rui Han" userId="88b53886-0b74-47d2-9eea-0b3c7b44f04e" providerId="ADAL" clId="{A26907DC-9D33-8A49-9AFF-685CE854974F}" dt="2024-05-15T16:25:31.548" v="168" actId="2696"/>
      <pc:docMkLst>
        <pc:docMk/>
      </pc:docMkLst>
      <pc:sldChg chg="del">
        <pc:chgData name="Rui Han" userId="88b53886-0b74-47d2-9eea-0b3c7b44f04e" providerId="ADAL" clId="{A26907DC-9D33-8A49-9AFF-685CE854974F}" dt="2024-05-15T16:21:10.021" v="1" actId="2696"/>
        <pc:sldMkLst>
          <pc:docMk/>
          <pc:sldMk cId="3117658353" sldId="257"/>
        </pc:sldMkLst>
      </pc:sldChg>
      <pc:sldChg chg="del">
        <pc:chgData name="Rui Han" userId="88b53886-0b74-47d2-9eea-0b3c7b44f04e" providerId="ADAL" clId="{A26907DC-9D33-8A49-9AFF-685CE854974F}" dt="2024-05-15T16:25:24.863" v="149" actId="2696"/>
        <pc:sldMkLst>
          <pc:docMk/>
          <pc:sldMk cId="248616509" sldId="258"/>
        </pc:sldMkLst>
      </pc:sldChg>
      <pc:sldChg chg="del">
        <pc:chgData name="Rui Han" userId="88b53886-0b74-47d2-9eea-0b3c7b44f04e" providerId="ADAL" clId="{A26907DC-9D33-8A49-9AFF-685CE854974F}" dt="2024-05-15T16:25:24.692" v="148" actId="2696"/>
        <pc:sldMkLst>
          <pc:docMk/>
          <pc:sldMk cId="444444687" sldId="259"/>
        </pc:sldMkLst>
      </pc:sldChg>
      <pc:sldChg chg="del">
        <pc:chgData name="Rui Han" userId="88b53886-0b74-47d2-9eea-0b3c7b44f04e" providerId="ADAL" clId="{A26907DC-9D33-8A49-9AFF-685CE854974F}" dt="2024-05-15T16:25:02.581" v="92" actId="2696"/>
        <pc:sldMkLst>
          <pc:docMk/>
          <pc:sldMk cId="2856345699" sldId="260"/>
        </pc:sldMkLst>
      </pc:sldChg>
      <pc:sldChg chg="del">
        <pc:chgData name="Rui Han" userId="88b53886-0b74-47d2-9eea-0b3c7b44f04e" providerId="ADAL" clId="{A26907DC-9D33-8A49-9AFF-685CE854974F}" dt="2024-05-15T16:25:01.849" v="90" actId="2696"/>
        <pc:sldMkLst>
          <pc:docMk/>
          <pc:sldMk cId="45021567" sldId="261"/>
        </pc:sldMkLst>
      </pc:sldChg>
      <pc:sldChg chg="del">
        <pc:chgData name="Rui Han" userId="88b53886-0b74-47d2-9eea-0b3c7b44f04e" providerId="ADAL" clId="{A26907DC-9D33-8A49-9AFF-685CE854974F}" dt="2024-05-15T16:25:05.707" v="100" actId="2696"/>
        <pc:sldMkLst>
          <pc:docMk/>
          <pc:sldMk cId="990848757" sldId="262"/>
        </pc:sldMkLst>
      </pc:sldChg>
      <pc:sldChg chg="del">
        <pc:chgData name="Rui Han" userId="88b53886-0b74-47d2-9eea-0b3c7b44f04e" providerId="ADAL" clId="{A26907DC-9D33-8A49-9AFF-685CE854974F}" dt="2024-05-15T16:25:02.240" v="91" actId="2696"/>
        <pc:sldMkLst>
          <pc:docMk/>
          <pc:sldMk cId="4027113507" sldId="264"/>
        </pc:sldMkLst>
      </pc:sldChg>
      <pc:sldChg chg="del">
        <pc:chgData name="Rui Han" userId="88b53886-0b74-47d2-9eea-0b3c7b44f04e" providerId="ADAL" clId="{A26907DC-9D33-8A49-9AFF-685CE854974F}" dt="2024-05-15T16:25:01.453" v="89" actId="2696"/>
        <pc:sldMkLst>
          <pc:docMk/>
          <pc:sldMk cId="3478371559" sldId="266"/>
        </pc:sldMkLst>
      </pc:sldChg>
      <pc:sldChg chg="del">
        <pc:chgData name="Rui Han" userId="88b53886-0b74-47d2-9eea-0b3c7b44f04e" providerId="ADAL" clId="{A26907DC-9D33-8A49-9AFF-685CE854974F}" dt="2024-05-15T16:25:00.527" v="87" actId="2696"/>
        <pc:sldMkLst>
          <pc:docMk/>
          <pc:sldMk cId="352486480" sldId="275"/>
        </pc:sldMkLst>
      </pc:sldChg>
      <pc:sldChg chg="del">
        <pc:chgData name="Rui Han" userId="88b53886-0b74-47d2-9eea-0b3c7b44f04e" providerId="ADAL" clId="{A26907DC-9D33-8A49-9AFF-685CE854974F}" dt="2024-05-15T16:25:21.377" v="137" actId="2696"/>
        <pc:sldMkLst>
          <pc:docMk/>
          <pc:sldMk cId="1071479745" sldId="276"/>
        </pc:sldMkLst>
      </pc:sldChg>
      <pc:sldChg chg="del">
        <pc:chgData name="Rui Han" userId="88b53886-0b74-47d2-9eea-0b3c7b44f04e" providerId="ADAL" clId="{A26907DC-9D33-8A49-9AFF-685CE854974F}" dt="2024-05-15T16:25:21.075" v="136" actId="2696"/>
        <pc:sldMkLst>
          <pc:docMk/>
          <pc:sldMk cId="4120372989" sldId="285"/>
        </pc:sldMkLst>
      </pc:sldChg>
      <pc:sldChg chg="del">
        <pc:chgData name="Rui Han" userId="88b53886-0b74-47d2-9eea-0b3c7b44f04e" providerId="ADAL" clId="{A26907DC-9D33-8A49-9AFF-685CE854974F}" dt="2024-05-15T16:25:08.368" v="109" actId="2696"/>
        <pc:sldMkLst>
          <pc:docMk/>
          <pc:sldMk cId="3467940562" sldId="288"/>
        </pc:sldMkLst>
      </pc:sldChg>
      <pc:sldChg chg="del">
        <pc:chgData name="Rui Han" userId="88b53886-0b74-47d2-9eea-0b3c7b44f04e" providerId="ADAL" clId="{A26907DC-9D33-8A49-9AFF-685CE854974F}" dt="2024-05-15T16:25:07.268" v="107" actId="2696"/>
        <pc:sldMkLst>
          <pc:docMk/>
          <pc:sldMk cId="2114061300" sldId="294"/>
        </pc:sldMkLst>
      </pc:sldChg>
      <pc:sldChg chg="del">
        <pc:chgData name="Rui Han" userId="88b53886-0b74-47d2-9eea-0b3c7b44f04e" providerId="ADAL" clId="{A26907DC-9D33-8A49-9AFF-685CE854974F}" dt="2024-05-15T16:25:07.941" v="108" actId="2696"/>
        <pc:sldMkLst>
          <pc:docMk/>
          <pc:sldMk cId="1754970760" sldId="401"/>
        </pc:sldMkLst>
      </pc:sldChg>
      <pc:sldChg chg="del">
        <pc:chgData name="Rui Han" userId="88b53886-0b74-47d2-9eea-0b3c7b44f04e" providerId="ADAL" clId="{A26907DC-9D33-8A49-9AFF-685CE854974F}" dt="2024-05-15T16:25:14.073" v="113" actId="2696"/>
        <pc:sldMkLst>
          <pc:docMk/>
          <pc:sldMk cId="3857305289" sldId="520"/>
        </pc:sldMkLst>
      </pc:sldChg>
      <pc:sldChg chg="del">
        <pc:chgData name="Rui Han" userId="88b53886-0b74-47d2-9eea-0b3c7b44f04e" providerId="ADAL" clId="{A26907DC-9D33-8A49-9AFF-685CE854974F}" dt="2024-05-15T16:25:16.256" v="118" actId="2696"/>
        <pc:sldMkLst>
          <pc:docMk/>
          <pc:sldMk cId="2606122396" sldId="521"/>
        </pc:sldMkLst>
      </pc:sldChg>
      <pc:sldChg chg="del">
        <pc:chgData name="Rui Han" userId="88b53886-0b74-47d2-9eea-0b3c7b44f04e" providerId="ADAL" clId="{A26907DC-9D33-8A49-9AFF-685CE854974F}" dt="2024-05-15T16:25:16.806" v="119" actId="2696"/>
        <pc:sldMkLst>
          <pc:docMk/>
          <pc:sldMk cId="4218662029" sldId="522"/>
        </pc:sldMkLst>
      </pc:sldChg>
      <pc:sldChg chg="del">
        <pc:chgData name="Rui Han" userId="88b53886-0b74-47d2-9eea-0b3c7b44f04e" providerId="ADAL" clId="{A26907DC-9D33-8A49-9AFF-685CE854974F}" dt="2024-05-15T16:25:17.144" v="120" actId="2696"/>
        <pc:sldMkLst>
          <pc:docMk/>
          <pc:sldMk cId="70540608" sldId="523"/>
        </pc:sldMkLst>
      </pc:sldChg>
      <pc:sldChg chg="del">
        <pc:chgData name="Rui Han" userId="88b53886-0b74-47d2-9eea-0b3c7b44f04e" providerId="ADAL" clId="{A26907DC-9D33-8A49-9AFF-685CE854974F}" dt="2024-05-15T16:25:17.414" v="121" actId="2696"/>
        <pc:sldMkLst>
          <pc:docMk/>
          <pc:sldMk cId="323589853" sldId="524"/>
        </pc:sldMkLst>
      </pc:sldChg>
      <pc:sldChg chg="del">
        <pc:chgData name="Rui Han" userId="88b53886-0b74-47d2-9eea-0b3c7b44f04e" providerId="ADAL" clId="{A26907DC-9D33-8A49-9AFF-685CE854974F}" dt="2024-05-15T16:25:17.699" v="122" actId="2696"/>
        <pc:sldMkLst>
          <pc:docMk/>
          <pc:sldMk cId="1948545971" sldId="525"/>
        </pc:sldMkLst>
      </pc:sldChg>
      <pc:sldChg chg="del">
        <pc:chgData name="Rui Han" userId="88b53886-0b74-47d2-9eea-0b3c7b44f04e" providerId="ADAL" clId="{A26907DC-9D33-8A49-9AFF-685CE854974F}" dt="2024-05-15T16:25:06.153" v="102" actId="2696"/>
        <pc:sldMkLst>
          <pc:docMk/>
          <pc:sldMk cId="1134843780" sldId="999"/>
        </pc:sldMkLst>
      </pc:sldChg>
      <pc:sldChg chg="add">
        <pc:chgData name="Rui Han" userId="88b53886-0b74-47d2-9eea-0b3c7b44f04e" providerId="ADAL" clId="{A26907DC-9D33-8A49-9AFF-685CE854974F}" dt="2024-05-15T16:21:42.946" v="29"/>
        <pc:sldMkLst>
          <pc:docMk/>
          <pc:sldMk cId="3828981146" sldId="1099"/>
        </pc:sldMkLst>
      </pc:sldChg>
      <pc:sldChg chg="delSp modSp add del mod">
        <pc:chgData name="Rui Han" userId="88b53886-0b74-47d2-9eea-0b3c7b44f04e" providerId="ADAL" clId="{A26907DC-9D33-8A49-9AFF-685CE854974F}" dt="2024-05-15T16:25:00.043" v="86" actId="2696"/>
        <pc:sldMkLst>
          <pc:docMk/>
          <pc:sldMk cId="295513512" sldId="1100"/>
        </pc:sldMkLst>
      </pc:sldChg>
      <pc:sldChg chg="modSp add mod">
        <pc:chgData name="Rui Han" userId="88b53886-0b74-47d2-9eea-0b3c7b44f04e" providerId="ADAL" clId="{A26907DC-9D33-8A49-9AFF-685CE854974F}" dt="2024-05-15T16:22:41.201" v="42" actId="27636"/>
        <pc:sldMkLst>
          <pc:docMk/>
          <pc:sldMk cId="4011340621" sldId="1101"/>
        </pc:sldMkLst>
      </pc:sldChg>
      <pc:sldChg chg="delSp modSp add mod">
        <pc:chgData name="Rui Han" userId="88b53886-0b74-47d2-9eea-0b3c7b44f04e" providerId="ADAL" clId="{A26907DC-9D33-8A49-9AFF-685CE854974F}" dt="2024-05-15T16:23:50.316" v="68" actId="478"/>
        <pc:sldMkLst>
          <pc:docMk/>
          <pc:sldMk cId="3637895603" sldId="1103"/>
        </pc:sldMkLst>
      </pc:sldChg>
      <pc:sldChg chg="modSp add">
        <pc:chgData name="Rui Han" userId="88b53886-0b74-47d2-9eea-0b3c7b44f04e" providerId="ADAL" clId="{A26907DC-9D33-8A49-9AFF-685CE854974F}" dt="2024-05-15T16:23:37.305" v="64" actId="1076"/>
        <pc:sldMkLst>
          <pc:docMk/>
          <pc:sldMk cId="2562230106" sldId="1104"/>
        </pc:sldMkLst>
      </pc:sldChg>
      <pc:sldChg chg="modSp add mod">
        <pc:chgData name="Rui Han" userId="88b53886-0b74-47d2-9eea-0b3c7b44f04e" providerId="ADAL" clId="{A26907DC-9D33-8A49-9AFF-685CE854974F}" dt="2024-05-15T16:24:54.983" v="85" actId="27636"/>
        <pc:sldMkLst>
          <pc:docMk/>
          <pc:sldMk cId="2155974168" sldId="1105"/>
        </pc:sldMkLst>
      </pc:sldChg>
      <pc:sldChg chg="del">
        <pc:chgData name="Rui Han" userId="88b53886-0b74-47d2-9eea-0b3c7b44f04e" providerId="ADAL" clId="{A26907DC-9D33-8A49-9AFF-685CE854974F}" dt="2024-05-15T16:25:06.838" v="105" actId="2696"/>
        <pc:sldMkLst>
          <pc:docMk/>
          <pc:sldMk cId="4013066427" sldId="1293"/>
        </pc:sldMkLst>
      </pc:sldChg>
      <pc:sldChg chg="del">
        <pc:chgData name="Rui Han" userId="88b53886-0b74-47d2-9eea-0b3c7b44f04e" providerId="ADAL" clId="{A26907DC-9D33-8A49-9AFF-685CE854974F}" dt="2024-05-15T16:25:05.955" v="101" actId="2696"/>
        <pc:sldMkLst>
          <pc:docMk/>
          <pc:sldMk cId="2775257351" sldId="1298"/>
        </pc:sldMkLst>
      </pc:sldChg>
      <pc:sldChg chg="del">
        <pc:chgData name="Rui Han" userId="88b53886-0b74-47d2-9eea-0b3c7b44f04e" providerId="ADAL" clId="{A26907DC-9D33-8A49-9AFF-685CE854974F}" dt="2024-05-15T16:25:25.421" v="151" actId="2696"/>
        <pc:sldMkLst>
          <pc:docMk/>
          <pc:sldMk cId="4116095501" sldId="1299"/>
        </pc:sldMkLst>
      </pc:sldChg>
      <pc:sldChg chg="del">
        <pc:chgData name="Rui Han" userId="88b53886-0b74-47d2-9eea-0b3c7b44f04e" providerId="ADAL" clId="{A26907DC-9D33-8A49-9AFF-685CE854974F}" dt="2024-05-15T16:25:28.737" v="159" actId="2696"/>
        <pc:sldMkLst>
          <pc:docMk/>
          <pc:sldMk cId="1192508413" sldId="1300"/>
        </pc:sldMkLst>
      </pc:sldChg>
      <pc:sldChg chg="del">
        <pc:chgData name="Rui Han" userId="88b53886-0b74-47d2-9eea-0b3c7b44f04e" providerId="ADAL" clId="{A26907DC-9D33-8A49-9AFF-685CE854974F}" dt="2024-05-15T16:25:28.956" v="160" actId="2696"/>
        <pc:sldMkLst>
          <pc:docMk/>
          <pc:sldMk cId="423217592" sldId="1301"/>
        </pc:sldMkLst>
      </pc:sldChg>
      <pc:sldChg chg="del">
        <pc:chgData name="Rui Han" userId="88b53886-0b74-47d2-9eea-0b3c7b44f04e" providerId="ADAL" clId="{A26907DC-9D33-8A49-9AFF-685CE854974F}" dt="2024-05-15T16:25:29.170" v="161" actId="2696"/>
        <pc:sldMkLst>
          <pc:docMk/>
          <pc:sldMk cId="2010101678" sldId="1302"/>
        </pc:sldMkLst>
      </pc:sldChg>
      <pc:sldChg chg="del">
        <pc:chgData name="Rui Han" userId="88b53886-0b74-47d2-9eea-0b3c7b44f04e" providerId="ADAL" clId="{A26907DC-9D33-8A49-9AFF-685CE854974F}" dt="2024-05-15T16:25:29.582" v="162" actId="2696"/>
        <pc:sldMkLst>
          <pc:docMk/>
          <pc:sldMk cId="2277740004" sldId="1303"/>
        </pc:sldMkLst>
      </pc:sldChg>
      <pc:sldChg chg="del">
        <pc:chgData name="Rui Han" userId="88b53886-0b74-47d2-9eea-0b3c7b44f04e" providerId="ADAL" clId="{A26907DC-9D33-8A49-9AFF-685CE854974F}" dt="2024-05-15T16:25:29.846" v="163" actId="2696"/>
        <pc:sldMkLst>
          <pc:docMk/>
          <pc:sldMk cId="1850968284" sldId="1304"/>
        </pc:sldMkLst>
      </pc:sldChg>
      <pc:sldChg chg="del">
        <pc:chgData name="Rui Han" userId="88b53886-0b74-47d2-9eea-0b3c7b44f04e" providerId="ADAL" clId="{A26907DC-9D33-8A49-9AFF-685CE854974F}" dt="2024-05-15T16:25:30.121" v="164" actId="2696"/>
        <pc:sldMkLst>
          <pc:docMk/>
          <pc:sldMk cId="2177551108" sldId="1305"/>
        </pc:sldMkLst>
      </pc:sldChg>
      <pc:sldChg chg="del">
        <pc:chgData name="Rui Han" userId="88b53886-0b74-47d2-9eea-0b3c7b44f04e" providerId="ADAL" clId="{A26907DC-9D33-8A49-9AFF-685CE854974F}" dt="2024-05-15T16:25:19.284" v="127" actId="2696"/>
        <pc:sldMkLst>
          <pc:docMk/>
          <pc:sldMk cId="3553896708" sldId="1306"/>
        </pc:sldMkLst>
      </pc:sldChg>
      <pc:sldChg chg="del">
        <pc:chgData name="Rui Han" userId="88b53886-0b74-47d2-9eea-0b3c7b44f04e" providerId="ADAL" clId="{A26907DC-9D33-8A49-9AFF-685CE854974F}" dt="2024-05-15T16:25:19.769" v="129" actId="2696"/>
        <pc:sldMkLst>
          <pc:docMk/>
          <pc:sldMk cId="1828995389" sldId="1307"/>
        </pc:sldMkLst>
      </pc:sldChg>
      <pc:sldChg chg="del">
        <pc:chgData name="Rui Han" userId="88b53886-0b74-47d2-9eea-0b3c7b44f04e" providerId="ADAL" clId="{A26907DC-9D33-8A49-9AFF-685CE854974F}" dt="2024-05-15T16:25:27.702" v="156" actId="2696"/>
        <pc:sldMkLst>
          <pc:docMk/>
          <pc:sldMk cId="2747550084" sldId="1308"/>
        </pc:sldMkLst>
      </pc:sldChg>
      <pc:sldChg chg="del">
        <pc:chgData name="Rui Han" userId="88b53886-0b74-47d2-9eea-0b3c7b44f04e" providerId="ADAL" clId="{A26907DC-9D33-8A49-9AFF-685CE854974F}" dt="2024-05-15T16:25:28.459" v="158" actId="2696"/>
        <pc:sldMkLst>
          <pc:docMk/>
          <pc:sldMk cId="631807192" sldId="1309"/>
        </pc:sldMkLst>
      </pc:sldChg>
      <pc:sldChg chg="del">
        <pc:chgData name="Rui Han" userId="88b53886-0b74-47d2-9eea-0b3c7b44f04e" providerId="ADAL" clId="{A26907DC-9D33-8A49-9AFF-685CE854974F}" dt="2024-05-15T16:25:28.148" v="157" actId="2696"/>
        <pc:sldMkLst>
          <pc:docMk/>
          <pc:sldMk cId="2972846613" sldId="1310"/>
        </pc:sldMkLst>
      </pc:sldChg>
      <pc:sldChg chg="del">
        <pc:chgData name="Rui Han" userId="88b53886-0b74-47d2-9eea-0b3c7b44f04e" providerId="ADAL" clId="{A26907DC-9D33-8A49-9AFF-685CE854974F}" dt="2024-05-15T16:25:30.343" v="165" actId="2696"/>
        <pc:sldMkLst>
          <pc:docMk/>
          <pc:sldMk cId="405039575" sldId="1311"/>
        </pc:sldMkLst>
      </pc:sldChg>
      <pc:sldChg chg="del">
        <pc:chgData name="Rui Han" userId="88b53886-0b74-47d2-9eea-0b3c7b44f04e" providerId="ADAL" clId="{A26907DC-9D33-8A49-9AFF-685CE854974F}" dt="2024-05-15T16:25:30.554" v="166" actId="2696"/>
        <pc:sldMkLst>
          <pc:docMk/>
          <pc:sldMk cId="3767785278" sldId="1312"/>
        </pc:sldMkLst>
      </pc:sldChg>
      <pc:sldChg chg="del">
        <pc:chgData name="Rui Han" userId="88b53886-0b74-47d2-9eea-0b3c7b44f04e" providerId="ADAL" clId="{A26907DC-9D33-8A49-9AFF-685CE854974F}" dt="2024-05-15T16:25:30.773" v="167" actId="2696"/>
        <pc:sldMkLst>
          <pc:docMk/>
          <pc:sldMk cId="3746525680" sldId="1313"/>
        </pc:sldMkLst>
      </pc:sldChg>
      <pc:sldChg chg="del">
        <pc:chgData name="Rui Han" userId="88b53886-0b74-47d2-9eea-0b3c7b44f04e" providerId="ADAL" clId="{A26907DC-9D33-8A49-9AFF-685CE854974F}" dt="2024-05-15T16:25:31.548" v="168" actId="2696"/>
        <pc:sldMkLst>
          <pc:docMk/>
          <pc:sldMk cId="1771029733" sldId="1314"/>
        </pc:sldMkLst>
      </pc:sldChg>
      <pc:sldChg chg="modSp mod">
        <pc:chgData name="Rui Han" userId="88b53886-0b74-47d2-9eea-0b3c7b44f04e" providerId="ADAL" clId="{A26907DC-9D33-8A49-9AFF-685CE854974F}" dt="2024-05-15T16:21:36.120" v="28" actId="20577"/>
        <pc:sldMkLst>
          <pc:docMk/>
          <pc:sldMk cId="2941046834" sldId="1315"/>
        </pc:sldMkLst>
      </pc:sldChg>
      <pc:sldChg chg="del">
        <pc:chgData name="Rui Han" userId="88b53886-0b74-47d2-9eea-0b3c7b44f04e" providerId="ADAL" clId="{A26907DC-9D33-8A49-9AFF-685CE854974F}" dt="2024-05-15T16:25:04.153" v="95" actId="2696"/>
        <pc:sldMkLst>
          <pc:docMk/>
          <pc:sldMk cId="2072670189" sldId="1317"/>
        </pc:sldMkLst>
      </pc:sldChg>
      <pc:sldChg chg="del">
        <pc:chgData name="Rui Han" userId="88b53886-0b74-47d2-9eea-0b3c7b44f04e" providerId="ADAL" clId="{A26907DC-9D33-8A49-9AFF-685CE854974F}" dt="2024-05-15T16:25:02.833" v="93" actId="2696"/>
        <pc:sldMkLst>
          <pc:docMk/>
          <pc:sldMk cId="3620075786" sldId="1318"/>
        </pc:sldMkLst>
      </pc:sldChg>
      <pc:sldChg chg="del">
        <pc:chgData name="Rui Han" userId="88b53886-0b74-47d2-9eea-0b3c7b44f04e" providerId="ADAL" clId="{A26907DC-9D33-8A49-9AFF-685CE854974F}" dt="2024-05-15T16:25:03.180" v="94" actId="2696"/>
        <pc:sldMkLst>
          <pc:docMk/>
          <pc:sldMk cId="1038257038" sldId="1319"/>
        </pc:sldMkLst>
      </pc:sldChg>
      <pc:sldChg chg="del">
        <pc:chgData name="Rui Han" userId="88b53886-0b74-47d2-9eea-0b3c7b44f04e" providerId="ADAL" clId="{A26907DC-9D33-8A49-9AFF-685CE854974F}" dt="2024-05-15T16:25:22.883" v="141" actId="2696"/>
        <pc:sldMkLst>
          <pc:docMk/>
          <pc:sldMk cId="1637555723" sldId="1320"/>
        </pc:sldMkLst>
      </pc:sldChg>
      <pc:sldChg chg="del">
        <pc:chgData name="Rui Han" userId="88b53886-0b74-47d2-9eea-0b3c7b44f04e" providerId="ADAL" clId="{A26907DC-9D33-8A49-9AFF-685CE854974F}" dt="2024-05-15T16:25:05.201" v="97" actId="2696"/>
        <pc:sldMkLst>
          <pc:docMk/>
          <pc:sldMk cId="295963881" sldId="1321"/>
        </pc:sldMkLst>
      </pc:sldChg>
      <pc:sldChg chg="del">
        <pc:chgData name="Rui Han" userId="88b53886-0b74-47d2-9eea-0b3c7b44f04e" providerId="ADAL" clId="{A26907DC-9D33-8A49-9AFF-685CE854974F}" dt="2024-05-15T16:25:04.566" v="96" actId="2696"/>
        <pc:sldMkLst>
          <pc:docMk/>
          <pc:sldMk cId="661234250" sldId="1322"/>
        </pc:sldMkLst>
      </pc:sldChg>
      <pc:sldChg chg="del">
        <pc:chgData name="Rui Han" userId="88b53886-0b74-47d2-9eea-0b3c7b44f04e" providerId="ADAL" clId="{A26907DC-9D33-8A49-9AFF-685CE854974F}" dt="2024-05-15T16:25:14.856" v="114" actId="2696"/>
        <pc:sldMkLst>
          <pc:docMk/>
          <pc:sldMk cId="3586647747" sldId="1323"/>
        </pc:sldMkLst>
      </pc:sldChg>
      <pc:sldChg chg="del">
        <pc:chgData name="Rui Han" userId="88b53886-0b74-47d2-9eea-0b3c7b44f04e" providerId="ADAL" clId="{A26907DC-9D33-8A49-9AFF-685CE854974F}" dt="2024-05-15T16:25:15.403" v="115" actId="2696"/>
        <pc:sldMkLst>
          <pc:docMk/>
          <pc:sldMk cId="1663032889" sldId="1324"/>
        </pc:sldMkLst>
      </pc:sldChg>
      <pc:sldChg chg="del">
        <pc:chgData name="Rui Han" userId="88b53886-0b74-47d2-9eea-0b3c7b44f04e" providerId="ADAL" clId="{A26907DC-9D33-8A49-9AFF-685CE854974F}" dt="2024-05-15T16:25:06.391" v="103" actId="2696"/>
        <pc:sldMkLst>
          <pc:docMk/>
          <pc:sldMk cId="2402323571" sldId="1325"/>
        </pc:sldMkLst>
      </pc:sldChg>
      <pc:sldChg chg="del">
        <pc:chgData name="Rui Han" userId="88b53886-0b74-47d2-9eea-0b3c7b44f04e" providerId="ADAL" clId="{A26907DC-9D33-8A49-9AFF-685CE854974F}" dt="2024-05-15T16:25:05.467" v="98" actId="2696"/>
        <pc:sldMkLst>
          <pc:docMk/>
          <pc:sldMk cId="167006151" sldId="1326"/>
        </pc:sldMkLst>
      </pc:sldChg>
      <pc:sldChg chg="del">
        <pc:chgData name="Rui Han" userId="88b53886-0b74-47d2-9eea-0b3c7b44f04e" providerId="ADAL" clId="{A26907DC-9D33-8A49-9AFF-685CE854974F}" dt="2024-05-15T16:25:08.818" v="110" actId="2696"/>
        <pc:sldMkLst>
          <pc:docMk/>
          <pc:sldMk cId="3560568693" sldId="1327"/>
        </pc:sldMkLst>
      </pc:sldChg>
      <pc:sldChg chg="del">
        <pc:chgData name="Rui Han" userId="88b53886-0b74-47d2-9eea-0b3c7b44f04e" providerId="ADAL" clId="{A26907DC-9D33-8A49-9AFF-685CE854974F}" dt="2024-05-15T16:25:06.579" v="104" actId="2696"/>
        <pc:sldMkLst>
          <pc:docMk/>
          <pc:sldMk cId="1021328598" sldId="1328"/>
        </pc:sldMkLst>
      </pc:sldChg>
      <pc:sldChg chg="del">
        <pc:chgData name="Rui Han" userId="88b53886-0b74-47d2-9eea-0b3c7b44f04e" providerId="ADAL" clId="{A26907DC-9D33-8A49-9AFF-685CE854974F}" dt="2024-05-15T16:25:07.067" v="106" actId="2696"/>
        <pc:sldMkLst>
          <pc:docMk/>
          <pc:sldMk cId="2189348648" sldId="1331"/>
        </pc:sldMkLst>
      </pc:sldChg>
      <pc:sldChg chg="del">
        <pc:chgData name="Rui Han" userId="88b53886-0b74-47d2-9eea-0b3c7b44f04e" providerId="ADAL" clId="{A26907DC-9D33-8A49-9AFF-685CE854974F}" dt="2024-05-15T16:25:13.475" v="112" actId="2696"/>
        <pc:sldMkLst>
          <pc:docMk/>
          <pc:sldMk cId="4239059544" sldId="1332"/>
        </pc:sldMkLst>
      </pc:sldChg>
      <pc:sldChg chg="del">
        <pc:chgData name="Rui Han" userId="88b53886-0b74-47d2-9eea-0b3c7b44f04e" providerId="ADAL" clId="{A26907DC-9D33-8A49-9AFF-685CE854974F}" dt="2024-05-15T16:25:12.468" v="111" actId="2696"/>
        <pc:sldMkLst>
          <pc:docMk/>
          <pc:sldMk cId="211530437" sldId="1333"/>
        </pc:sldMkLst>
      </pc:sldChg>
      <pc:sldChg chg="del">
        <pc:chgData name="Rui Han" userId="88b53886-0b74-47d2-9eea-0b3c7b44f04e" providerId="ADAL" clId="{A26907DC-9D33-8A49-9AFF-685CE854974F}" dt="2024-05-15T16:25:16.032" v="117" actId="2696"/>
        <pc:sldMkLst>
          <pc:docMk/>
          <pc:sldMk cId="1809991376" sldId="1334"/>
        </pc:sldMkLst>
      </pc:sldChg>
      <pc:sldChg chg="del">
        <pc:chgData name="Rui Han" userId="88b53886-0b74-47d2-9eea-0b3c7b44f04e" providerId="ADAL" clId="{A26907DC-9D33-8A49-9AFF-685CE854974F}" dt="2024-05-15T16:25:17.968" v="123" actId="2696"/>
        <pc:sldMkLst>
          <pc:docMk/>
          <pc:sldMk cId="1940482802" sldId="1335"/>
        </pc:sldMkLst>
      </pc:sldChg>
      <pc:sldChg chg="del">
        <pc:chgData name="Rui Han" userId="88b53886-0b74-47d2-9eea-0b3c7b44f04e" providerId="ADAL" clId="{A26907DC-9D33-8A49-9AFF-685CE854974F}" dt="2024-05-15T16:25:18.231" v="124" actId="2696"/>
        <pc:sldMkLst>
          <pc:docMk/>
          <pc:sldMk cId="2817573116" sldId="1336"/>
        </pc:sldMkLst>
      </pc:sldChg>
      <pc:sldChg chg="del">
        <pc:chgData name="Rui Han" userId="88b53886-0b74-47d2-9eea-0b3c7b44f04e" providerId="ADAL" clId="{A26907DC-9D33-8A49-9AFF-685CE854974F}" dt="2024-05-15T16:25:18.727" v="125" actId="2696"/>
        <pc:sldMkLst>
          <pc:docMk/>
          <pc:sldMk cId="2977846355" sldId="1337"/>
        </pc:sldMkLst>
      </pc:sldChg>
      <pc:sldChg chg="del">
        <pc:chgData name="Rui Han" userId="88b53886-0b74-47d2-9eea-0b3c7b44f04e" providerId="ADAL" clId="{A26907DC-9D33-8A49-9AFF-685CE854974F}" dt="2024-05-15T16:25:18.992" v="126" actId="2696"/>
        <pc:sldMkLst>
          <pc:docMk/>
          <pc:sldMk cId="1501372682" sldId="1338"/>
        </pc:sldMkLst>
      </pc:sldChg>
      <pc:sldChg chg="del">
        <pc:chgData name="Rui Han" userId="88b53886-0b74-47d2-9eea-0b3c7b44f04e" providerId="ADAL" clId="{A26907DC-9D33-8A49-9AFF-685CE854974F}" dt="2024-05-15T16:25:24.404" v="147" actId="2696"/>
        <pc:sldMkLst>
          <pc:docMk/>
          <pc:sldMk cId="3046454255" sldId="1340"/>
        </pc:sldMkLst>
      </pc:sldChg>
      <pc:sldChg chg="del">
        <pc:chgData name="Rui Han" userId="88b53886-0b74-47d2-9eea-0b3c7b44f04e" providerId="ADAL" clId="{A26907DC-9D33-8A49-9AFF-685CE854974F}" dt="2024-05-15T16:25:20.525" v="133" actId="2696"/>
        <pc:sldMkLst>
          <pc:docMk/>
          <pc:sldMk cId="1433027113" sldId="1341"/>
        </pc:sldMkLst>
      </pc:sldChg>
      <pc:sldChg chg="del">
        <pc:chgData name="Rui Han" userId="88b53886-0b74-47d2-9eea-0b3c7b44f04e" providerId="ADAL" clId="{A26907DC-9D33-8A49-9AFF-685CE854974F}" dt="2024-05-15T16:25:20.861" v="135" actId="2696"/>
        <pc:sldMkLst>
          <pc:docMk/>
          <pc:sldMk cId="2286586592" sldId="1342"/>
        </pc:sldMkLst>
      </pc:sldChg>
      <pc:sldChg chg="del">
        <pc:chgData name="Rui Han" userId="88b53886-0b74-47d2-9eea-0b3c7b44f04e" providerId="ADAL" clId="{A26907DC-9D33-8A49-9AFF-685CE854974F}" dt="2024-05-15T16:25:26.242" v="154" actId="2696"/>
        <pc:sldMkLst>
          <pc:docMk/>
          <pc:sldMk cId="1148262406" sldId="1343"/>
        </pc:sldMkLst>
      </pc:sldChg>
      <pc:sldChg chg="del">
        <pc:chgData name="Rui Han" userId="88b53886-0b74-47d2-9eea-0b3c7b44f04e" providerId="ADAL" clId="{A26907DC-9D33-8A49-9AFF-685CE854974F}" dt="2024-05-15T16:25:25.672" v="152" actId="2696"/>
        <pc:sldMkLst>
          <pc:docMk/>
          <pc:sldMk cId="1809256452" sldId="1344"/>
        </pc:sldMkLst>
      </pc:sldChg>
      <pc:sldChg chg="del">
        <pc:chgData name="Rui Han" userId="88b53886-0b74-47d2-9eea-0b3c7b44f04e" providerId="ADAL" clId="{A26907DC-9D33-8A49-9AFF-685CE854974F}" dt="2024-05-15T16:25:25.061" v="150" actId="2696"/>
        <pc:sldMkLst>
          <pc:docMk/>
          <pc:sldMk cId="3651880065" sldId="1345"/>
        </pc:sldMkLst>
      </pc:sldChg>
      <pc:sldChg chg="del">
        <pc:chgData name="Rui Han" userId="88b53886-0b74-47d2-9eea-0b3c7b44f04e" providerId="ADAL" clId="{A26907DC-9D33-8A49-9AFF-685CE854974F}" dt="2024-05-15T16:25:25.872" v="153" actId="2696"/>
        <pc:sldMkLst>
          <pc:docMk/>
          <pc:sldMk cId="1160066418" sldId="1346"/>
        </pc:sldMkLst>
      </pc:sldChg>
      <pc:sldChg chg="del">
        <pc:chgData name="Rui Han" userId="88b53886-0b74-47d2-9eea-0b3c7b44f04e" providerId="ADAL" clId="{A26907DC-9D33-8A49-9AFF-685CE854974F}" dt="2024-05-15T16:25:26.531" v="155" actId="2696"/>
        <pc:sldMkLst>
          <pc:docMk/>
          <pc:sldMk cId="1710516264" sldId="1347"/>
        </pc:sldMkLst>
      </pc:sldChg>
      <pc:sldChg chg="del">
        <pc:chgData name="Rui Han" userId="88b53886-0b74-47d2-9eea-0b3c7b44f04e" providerId="ADAL" clId="{A26907DC-9D33-8A49-9AFF-685CE854974F}" dt="2024-05-15T16:25:15.764" v="116" actId="2696"/>
        <pc:sldMkLst>
          <pc:docMk/>
          <pc:sldMk cId="243360685" sldId="1348"/>
        </pc:sldMkLst>
      </pc:sldChg>
      <pc:sldChg chg="del">
        <pc:chgData name="Rui Han" userId="88b53886-0b74-47d2-9eea-0b3c7b44f04e" providerId="ADAL" clId="{A26907DC-9D33-8A49-9AFF-685CE854974F}" dt="2024-05-15T16:25:20.713" v="134" actId="2696"/>
        <pc:sldMkLst>
          <pc:docMk/>
          <pc:sldMk cId="2178686084" sldId="1349"/>
        </pc:sldMkLst>
      </pc:sldChg>
      <pc:sldChg chg="del">
        <pc:chgData name="Rui Han" userId="88b53886-0b74-47d2-9eea-0b3c7b44f04e" providerId="ADAL" clId="{A26907DC-9D33-8A49-9AFF-685CE854974F}" dt="2024-05-15T16:25:19.567" v="128" actId="2696"/>
        <pc:sldMkLst>
          <pc:docMk/>
          <pc:sldMk cId="4138433206" sldId="1350"/>
        </pc:sldMkLst>
      </pc:sldChg>
      <pc:sldChg chg="del">
        <pc:chgData name="Rui Han" userId="88b53886-0b74-47d2-9eea-0b3c7b44f04e" providerId="ADAL" clId="{A26907DC-9D33-8A49-9AFF-685CE854974F}" dt="2024-05-15T16:25:21.669" v="138" actId="2696"/>
        <pc:sldMkLst>
          <pc:docMk/>
          <pc:sldMk cId="3391940197" sldId="1351"/>
        </pc:sldMkLst>
      </pc:sldChg>
      <pc:sldChg chg="del">
        <pc:chgData name="Rui Han" userId="88b53886-0b74-47d2-9eea-0b3c7b44f04e" providerId="ADAL" clId="{A26907DC-9D33-8A49-9AFF-685CE854974F}" dt="2024-05-15T16:25:22.316" v="139" actId="2696"/>
        <pc:sldMkLst>
          <pc:docMk/>
          <pc:sldMk cId="2859871670" sldId="1352"/>
        </pc:sldMkLst>
      </pc:sldChg>
      <pc:sldChg chg="del">
        <pc:chgData name="Rui Han" userId="88b53886-0b74-47d2-9eea-0b3c7b44f04e" providerId="ADAL" clId="{A26907DC-9D33-8A49-9AFF-685CE854974F}" dt="2024-05-15T16:25:20.139" v="131" actId="2696"/>
        <pc:sldMkLst>
          <pc:docMk/>
          <pc:sldMk cId="1257067537" sldId="1353"/>
        </pc:sldMkLst>
      </pc:sldChg>
      <pc:sldChg chg="del">
        <pc:chgData name="Rui Han" userId="88b53886-0b74-47d2-9eea-0b3c7b44f04e" providerId="ADAL" clId="{A26907DC-9D33-8A49-9AFF-685CE854974F}" dt="2024-05-15T16:25:20.365" v="132" actId="2696"/>
        <pc:sldMkLst>
          <pc:docMk/>
          <pc:sldMk cId="3504662127" sldId="1354"/>
        </pc:sldMkLst>
      </pc:sldChg>
      <pc:sldChg chg="del">
        <pc:chgData name="Rui Han" userId="88b53886-0b74-47d2-9eea-0b3c7b44f04e" providerId="ADAL" clId="{A26907DC-9D33-8A49-9AFF-685CE854974F}" dt="2024-05-15T16:25:22.934" v="142" actId="2696"/>
        <pc:sldMkLst>
          <pc:docMk/>
          <pc:sldMk cId="397001685" sldId="1355"/>
        </pc:sldMkLst>
      </pc:sldChg>
      <pc:sldChg chg="del">
        <pc:chgData name="Rui Han" userId="88b53886-0b74-47d2-9eea-0b3c7b44f04e" providerId="ADAL" clId="{A26907DC-9D33-8A49-9AFF-685CE854974F}" dt="2024-05-15T16:25:23.338" v="143" actId="2696"/>
        <pc:sldMkLst>
          <pc:docMk/>
          <pc:sldMk cId="593845408" sldId="1356"/>
        </pc:sldMkLst>
      </pc:sldChg>
      <pc:sldChg chg="del">
        <pc:chgData name="Rui Han" userId="88b53886-0b74-47d2-9eea-0b3c7b44f04e" providerId="ADAL" clId="{A26907DC-9D33-8A49-9AFF-685CE854974F}" dt="2024-05-15T16:25:23.407" v="144" actId="2696"/>
        <pc:sldMkLst>
          <pc:docMk/>
          <pc:sldMk cId="90026316" sldId="1357"/>
        </pc:sldMkLst>
      </pc:sldChg>
      <pc:sldChg chg="del">
        <pc:chgData name="Rui Han" userId="88b53886-0b74-47d2-9eea-0b3c7b44f04e" providerId="ADAL" clId="{A26907DC-9D33-8A49-9AFF-685CE854974F}" dt="2024-05-15T16:25:23.739" v="145" actId="2696"/>
        <pc:sldMkLst>
          <pc:docMk/>
          <pc:sldMk cId="2054513400" sldId="1358"/>
        </pc:sldMkLst>
      </pc:sldChg>
      <pc:sldChg chg="del">
        <pc:chgData name="Rui Han" userId="88b53886-0b74-47d2-9eea-0b3c7b44f04e" providerId="ADAL" clId="{A26907DC-9D33-8A49-9AFF-685CE854974F}" dt="2024-05-15T16:25:19.967" v="130" actId="2696"/>
        <pc:sldMkLst>
          <pc:docMk/>
          <pc:sldMk cId="2103851892" sldId="1359"/>
        </pc:sldMkLst>
      </pc:sldChg>
      <pc:sldChg chg="del">
        <pc:chgData name="Rui Han" userId="88b53886-0b74-47d2-9eea-0b3c7b44f04e" providerId="ADAL" clId="{A26907DC-9D33-8A49-9AFF-685CE854974F}" dt="2024-05-15T16:25:24.017" v="146" actId="2696"/>
        <pc:sldMkLst>
          <pc:docMk/>
          <pc:sldMk cId="2043149510" sldId="1360"/>
        </pc:sldMkLst>
      </pc:sldChg>
      <pc:sldChg chg="del">
        <pc:chgData name="Rui Han" userId="88b53886-0b74-47d2-9eea-0b3c7b44f04e" providerId="ADAL" clId="{A26907DC-9D33-8A49-9AFF-685CE854974F}" dt="2024-05-15T16:25:22.501" v="140" actId="2696"/>
        <pc:sldMkLst>
          <pc:docMk/>
          <pc:sldMk cId="3422486548" sldId="1361"/>
        </pc:sldMkLst>
      </pc:sldChg>
      <pc:sldChg chg="del">
        <pc:chgData name="Rui Han" userId="88b53886-0b74-47d2-9eea-0b3c7b44f04e" providerId="ADAL" clId="{A26907DC-9D33-8A49-9AFF-685CE854974F}" dt="2024-05-15T16:23:32.281" v="62" actId="2696"/>
        <pc:sldMkLst>
          <pc:docMk/>
          <pc:sldMk cId="1954523053" sldId="1362"/>
        </pc:sldMkLst>
      </pc:sldChg>
      <pc:sldChg chg="del">
        <pc:chgData name="Rui Han" userId="88b53886-0b74-47d2-9eea-0b3c7b44f04e" providerId="ADAL" clId="{A26907DC-9D33-8A49-9AFF-685CE854974F}" dt="2024-05-15T16:25:01.062" v="88" actId="2696"/>
        <pc:sldMkLst>
          <pc:docMk/>
          <pc:sldMk cId="3738818028" sldId="1363"/>
        </pc:sldMkLst>
      </pc:sldChg>
      <pc:sldChg chg="addSp delSp modSp add mod">
        <pc:chgData name="Rui Han" userId="88b53886-0b74-47d2-9eea-0b3c7b44f04e" providerId="ADAL" clId="{A26907DC-9D33-8A49-9AFF-685CE854974F}" dt="2024-05-15T16:22:26.033" v="40"/>
        <pc:sldMkLst>
          <pc:docMk/>
          <pc:sldMk cId="0" sldId="1364"/>
        </pc:sldMkLst>
      </pc:sldChg>
      <pc:sldChg chg="new del">
        <pc:chgData name="Rui Han" userId="88b53886-0b74-47d2-9eea-0b3c7b44f04e" providerId="ADAL" clId="{A26907DC-9D33-8A49-9AFF-685CE854974F}" dt="2024-05-15T16:21:44.175" v="30" actId="2696"/>
        <pc:sldMkLst>
          <pc:docMk/>
          <pc:sldMk cId="1519350439" sldId="1364"/>
        </pc:sldMkLst>
      </pc:sldChg>
      <pc:sldChg chg="modSp add mod">
        <pc:chgData name="Rui Han" userId="88b53886-0b74-47d2-9eea-0b3c7b44f04e" providerId="ADAL" clId="{A26907DC-9D33-8A49-9AFF-685CE854974F}" dt="2024-05-15T16:23:05.149" v="45" actId="20577"/>
        <pc:sldMkLst>
          <pc:docMk/>
          <pc:sldMk cId="103334247" sldId="1365"/>
        </pc:sldMkLst>
      </pc:sldChg>
      <pc:sldChg chg="modSp add mod">
        <pc:chgData name="Rui Han" userId="88b53886-0b74-47d2-9eea-0b3c7b44f04e" providerId="ADAL" clId="{A26907DC-9D33-8A49-9AFF-685CE854974F}" dt="2024-05-15T16:23:22.872" v="60" actId="20577"/>
        <pc:sldMkLst>
          <pc:docMk/>
          <pc:sldMk cId="3797692610" sldId="1366"/>
        </pc:sldMkLst>
      </pc:sldChg>
      <pc:sldChg chg="addSp delSp modSp new mod">
        <pc:chgData name="Rui Han" userId="88b53886-0b74-47d2-9eea-0b3c7b44f04e" providerId="ADAL" clId="{A26907DC-9D33-8A49-9AFF-685CE854974F}" dt="2024-05-15T16:24:50.211" v="83" actId="478"/>
        <pc:sldMkLst>
          <pc:docMk/>
          <pc:sldMk cId="2315457697" sldId="1367"/>
        </pc:sldMkLst>
      </pc:sldChg>
      <pc:sldMasterChg chg="delSldLayout">
        <pc:chgData name="Rui Han" userId="88b53886-0b74-47d2-9eea-0b3c7b44f04e" providerId="ADAL" clId="{A26907DC-9D33-8A49-9AFF-685CE854974F}" dt="2024-05-15T16:25:05.469" v="99" actId="2696"/>
        <pc:sldMasterMkLst>
          <pc:docMk/>
          <pc:sldMasterMk cId="897456575" sldId="2147483660"/>
        </pc:sldMasterMkLst>
        <pc:sldLayoutChg chg="del">
          <pc:chgData name="Rui Han" userId="88b53886-0b74-47d2-9eea-0b3c7b44f04e" providerId="ADAL" clId="{A26907DC-9D33-8A49-9AFF-685CE854974F}" dt="2024-05-15T16:25:05.469" v="99" actId="2696"/>
          <pc:sldLayoutMkLst>
            <pc:docMk/>
            <pc:sldMasterMk cId="897456575" sldId="2147483660"/>
            <pc:sldLayoutMk cId="1473064606" sldId="2147483672"/>
          </pc:sldLayoutMkLst>
        </pc:sldLayoutChg>
      </pc:sldMasterChg>
    </pc:docChg>
  </pc:docChgLst>
  <pc:docChgLst>
    <pc:chgData name="Gordon Gao" userId="f35b5dbc-a565-444c-a393-77373414943f" providerId="ADAL" clId="{B91C29FC-4F8C-A344-A4C2-5F7C2D13DAFA}"/>
    <pc:docChg chg="addSld modSld modShowInfo">
      <pc:chgData name="Gordon Gao" userId="f35b5dbc-a565-444c-a393-77373414943f" providerId="ADAL" clId="{B91C29FC-4F8C-A344-A4C2-5F7C2D13DAFA}" dt="2024-06-06T11:11:03.692" v="33" actId="20577"/>
      <pc:docMkLst>
        <pc:docMk/>
      </pc:docMkLst>
      <pc:sldChg chg="modSp mod">
        <pc:chgData name="Gordon Gao" userId="f35b5dbc-a565-444c-a393-77373414943f" providerId="ADAL" clId="{B91C29FC-4F8C-A344-A4C2-5F7C2D13DAFA}" dt="2024-06-06T11:11:03.692" v="33" actId="20577"/>
        <pc:sldMkLst>
          <pc:docMk/>
          <pc:sldMk cId="4136761130" sldId="1374"/>
        </pc:sldMkLst>
      </pc:sldChg>
      <pc:sldChg chg="modSp new mod">
        <pc:chgData name="Gordon Gao" userId="f35b5dbc-a565-444c-a393-77373414943f" providerId="ADAL" clId="{B91C29FC-4F8C-A344-A4C2-5F7C2D13DAFA}" dt="2024-06-05T12:59:17.577" v="15" actId="20577"/>
        <pc:sldMkLst>
          <pc:docMk/>
          <pc:sldMk cId="1741496240" sldId="1382"/>
        </pc:sldMkLst>
      </pc:sldChg>
    </pc:docChg>
  </pc:docChgLst>
  <pc:docChgLst>
    <pc:chgData name="Ritu Agarwal" userId="S::ragarw20@jh.edu::27126333-ed84-4805-aad8-6a112c14a6c5" providerId="AD" clId="Web-{C999733D-41A2-1DD7-CB7F-F409BDD17073}"/>
    <pc:docChg chg="addSld modSld">
      <pc:chgData name="Ritu Agarwal" userId="S::ragarw20@jh.edu::27126333-ed84-4805-aad8-6a112c14a6c5" providerId="AD" clId="Web-{C999733D-41A2-1DD7-CB7F-F409BDD17073}" dt="2024-04-17T01:11:23.688" v="231"/>
      <pc:docMkLst>
        <pc:docMk/>
      </pc:docMkLst>
      <pc:sldChg chg="modSp">
        <pc:chgData name="Ritu Agarwal" userId="S::ragarw20@jh.edu::27126333-ed84-4805-aad8-6a112c14a6c5" providerId="AD" clId="Web-{C999733D-41A2-1DD7-CB7F-F409BDD17073}" dt="2024-04-16T21:56:26.794" v="71" actId="1076"/>
        <pc:sldMkLst>
          <pc:docMk/>
          <pc:sldMk cId="1134843780" sldId="999"/>
        </pc:sldMkLst>
      </pc:sldChg>
      <pc:sldChg chg="addSp modSp mod modClrScheme chgLayout">
        <pc:chgData name="Ritu Agarwal" userId="S::ragarw20@jh.edu::27126333-ed84-4805-aad8-6a112c14a6c5" providerId="AD" clId="Web-{C999733D-41A2-1DD7-CB7F-F409BDD17073}" dt="2024-04-16T21:56:12.622" v="70" actId="20577"/>
        <pc:sldMkLst>
          <pc:docMk/>
          <pc:sldMk cId="2775257351" sldId="1298"/>
        </pc:sldMkLst>
      </pc:sldChg>
      <pc:sldChg chg="modSp">
        <pc:chgData name="Ritu Agarwal" userId="S::ragarw20@jh.edu::27126333-ed84-4805-aad8-6a112c14a6c5" providerId="AD" clId="Web-{C999733D-41A2-1DD7-CB7F-F409BDD17073}" dt="2024-04-17T01:04:55.409" v="227" actId="1076"/>
        <pc:sldMkLst>
          <pc:docMk/>
          <pc:sldMk cId="2402323571" sldId="1325"/>
        </pc:sldMkLst>
      </pc:sldChg>
      <pc:sldChg chg="addSp delSp modSp new mod modTransition modClrScheme chgLayout">
        <pc:chgData name="Ritu Agarwal" userId="S::ragarw20@jh.edu::27126333-ed84-4805-aad8-6a112c14a6c5" providerId="AD" clId="Web-{C999733D-41A2-1DD7-CB7F-F409BDD17073}" dt="2024-04-16T21:39:13.984" v="5"/>
        <pc:sldMkLst>
          <pc:docMk/>
          <pc:sldMk cId="167006151" sldId="1326"/>
        </pc:sldMkLst>
      </pc:sldChg>
      <pc:sldChg chg="addSp modSp new mod modClrScheme chgLayout">
        <pc:chgData name="Ritu Agarwal" userId="S::ragarw20@jh.edu::27126333-ed84-4805-aad8-6a112c14a6c5" providerId="AD" clId="Web-{C999733D-41A2-1DD7-CB7F-F409BDD17073}" dt="2024-04-16T22:01:58.273" v="104" actId="14100"/>
        <pc:sldMkLst>
          <pc:docMk/>
          <pc:sldMk cId="3560568693" sldId="1327"/>
        </pc:sldMkLst>
      </pc:sldChg>
      <pc:sldChg chg="addSp delSp modSp new mod modClrScheme chgLayout modNotes">
        <pc:chgData name="Ritu Agarwal" userId="S::ragarw20@jh.edu::27126333-ed84-4805-aad8-6a112c14a6c5" providerId="AD" clId="Web-{C999733D-41A2-1DD7-CB7F-F409BDD17073}" dt="2024-04-17T01:11:23.688" v="231"/>
        <pc:sldMkLst>
          <pc:docMk/>
          <pc:sldMk cId="1021328598" sldId="1328"/>
        </pc:sldMkLst>
      </pc:sldChg>
    </pc:docChg>
  </pc:docChgLst>
  <pc:docChgLst>
    <pc:chgData name="Guodong Gao" userId="f35b5dbc-a565-444c-a393-77373414943f" providerId="ADAL" clId="{B91C29FC-4F8C-A344-A4C2-5F7C2D13DAFA}"/>
    <pc:docChg chg="undo custSel addSld delSld modSld">
      <pc:chgData name="Guodong Gao" userId="f35b5dbc-a565-444c-a393-77373414943f" providerId="ADAL" clId="{B91C29FC-4F8C-A344-A4C2-5F7C2D13DAFA}" dt="2024-06-05T16:41:45.661" v="194" actId="2696"/>
      <pc:docMkLst>
        <pc:docMk/>
      </pc:docMkLst>
      <pc:sldChg chg="modSp mod">
        <pc:chgData name="Guodong Gao" userId="f35b5dbc-a565-444c-a393-77373414943f" providerId="ADAL" clId="{B91C29FC-4F8C-A344-A4C2-5F7C2D13DAFA}" dt="2024-06-05T16:18:46.768" v="193" actId="20577"/>
        <pc:sldMkLst>
          <pc:docMk/>
          <pc:sldMk cId="4011340621" sldId="1101"/>
        </pc:sldMkLst>
      </pc:sldChg>
      <pc:sldChg chg="del">
        <pc:chgData name="Guodong Gao" userId="f35b5dbc-a565-444c-a393-77373414943f" providerId="ADAL" clId="{B91C29FC-4F8C-A344-A4C2-5F7C2D13DAFA}" dt="2024-06-05T16:41:45.661" v="194" actId="2696"/>
        <pc:sldMkLst>
          <pc:docMk/>
          <pc:sldMk cId="2562230106" sldId="1104"/>
        </pc:sldMkLst>
      </pc:sldChg>
      <pc:sldChg chg="modSp mod">
        <pc:chgData name="Guodong Gao" userId="f35b5dbc-a565-444c-a393-77373414943f" providerId="ADAL" clId="{B91C29FC-4F8C-A344-A4C2-5F7C2D13DAFA}" dt="2024-06-04T00:13:19.465" v="66" actId="6549"/>
        <pc:sldMkLst>
          <pc:docMk/>
          <pc:sldMk cId="2941046834" sldId="1315"/>
        </pc:sldMkLst>
      </pc:sldChg>
      <pc:sldChg chg="del">
        <pc:chgData name="Guodong Gao" userId="f35b5dbc-a565-444c-a393-77373414943f" providerId="ADAL" clId="{B91C29FC-4F8C-A344-A4C2-5F7C2D13DAFA}" dt="2024-06-04T00:13:36.505" v="67" actId="2696"/>
        <pc:sldMkLst>
          <pc:docMk/>
          <pc:sldMk cId="380044960" sldId="1376"/>
        </pc:sldMkLst>
      </pc:sldChg>
      <pc:sldChg chg="new del">
        <pc:chgData name="Guodong Gao" userId="f35b5dbc-a565-444c-a393-77373414943f" providerId="ADAL" clId="{B91C29FC-4F8C-A344-A4C2-5F7C2D13DAFA}" dt="2024-06-02T21:59:29.703" v="1" actId="680"/>
        <pc:sldMkLst>
          <pc:docMk/>
          <pc:sldMk cId="371452981" sldId="1377"/>
        </pc:sldMkLst>
      </pc:sldChg>
      <pc:sldChg chg="addSp delSp modSp new del mod">
        <pc:chgData name="Guodong Gao" userId="f35b5dbc-a565-444c-a393-77373414943f" providerId="ADAL" clId="{B91C29FC-4F8C-A344-A4C2-5F7C2D13DAFA}" dt="2024-06-02T22:00:42.584" v="44" actId="2696"/>
        <pc:sldMkLst>
          <pc:docMk/>
          <pc:sldMk cId="373750869" sldId="1377"/>
        </pc:sldMkLst>
      </pc:sldChg>
      <pc:sldChg chg="new del">
        <pc:chgData name="Guodong Gao" userId="f35b5dbc-a565-444c-a393-77373414943f" providerId="ADAL" clId="{B91C29FC-4F8C-A344-A4C2-5F7C2D13DAFA}" dt="2024-06-02T21:59:35.111" v="3" actId="680"/>
        <pc:sldMkLst>
          <pc:docMk/>
          <pc:sldMk cId="3979989725" sldId="1377"/>
        </pc:sldMkLst>
      </pc:sldChg>
      <pc:sldChg chg="addSp modSp new mod">
        <pc:chgData name="Guodong Gao" userId="f35b5dbc-a565-444c-a393-77373414943f" providerId="ADAL" clId="{B91C29FC-4F8C-A344-A4C2-5F7C2D13DAFA}" dt="2024-06-02T22:01:04.347" v="65" actId="20577"/>
        <pc:sldMkLst>
          <pc:docMk/>
          <pc:sldMk cId="2129248297" sldId="1378"/>
        </pc:sldMkLst>
      </pc:sldChg>
      <pc:sldChg chg="modSp mod">
        <pc:chgData name="Guodong Gao" userId="f35b5dbc-a565-444c-a393-77373414943f" providerId="ADAL" clId="{B91C29FC-4F8C-A344-A4C2-5F7C2D13DAFA}" dt="2024-06-05T16:17:24.147" v="150" actId="20577"/>
        <pc:sldMkLst>
          <pc:docMk/>
          <pc:sldMk cId="1741496240" sldId="1382"/>
        </pc:sldMkLst>
      </pc:sldChg>
      <pc:sldMasterChg chg="delSldLayout">
        <pc:chgData name="Guodong Gao" userId="f35b5dbc-a565-444c-a393-77373414943f" providerId="ADAL" clId="{B91C29FC-4F8C-A344-A4C2-5F7C2D13DAFA}" dt="2024-06-02T22:00:42.587" v="45" actId="2696"/>
        <pc:sldMasterMkLst>
          <pc:docMk/>
          <pc:sldMasterMk cId="3408386376" sldId="2147483685"/>
        </pc:sldMasterMkLst>
        <pc:sldLayoutChg chg="del">
          <pc:chgData name="Guodong Gao" userId="f35b5dbc-a565-444c-a393-77373414943f" providerId="ADAL" clId="{B91C29FC-4F8C-A344-A4C2-5F7C2D13DAFA}" dt="2024-06-02T22:00:42.587" v="45" actId="2696"/>
          <pc:sldLayoutMkLst>
            <pc:docMk/>
            <pc:sldMasterMk cId="3408386376" sldId="2147483685"/>
            <pc:sldLayoutMk cId="675750617" sldId="2147483699"/>
          </pc:sldLayoutMkLst>
        </pc:sldLayoutChg>
      </pc:sldMasterChg>
    </pc:docChg>
  </pc:docChgLst>
  <pc:docChgLst>
    <pc:chgData name="Ritu Agarwal" userId="27126333-ed84-4805-aad8-6a112c14a6c5" providerId="ADAL" clId="{042F42B3-5DA8-42E3-9C6B-14A6802F2C25}"/>
    <pc:docChg chg="undo addSld modSld">
      <pc:chgData name="Ritu Agarwal" userId="27126333-ed84-4805-aad8-6a112c14a6c5" providerId="ADAL" clId="{042F42B3-5DA8-42E3-9C6B-14A6802F2C25}" dt="2024-05-12T20:22:00.909" v="119" actId="1076"/>
      <pc:docMkLst>
        <pc:docMk/>
      </pc:docMkLst>
      <pc:sldChg chg="modNotesTx">
        <pc:chgData name="Ritu Agarwal" userId="27126333-ed84-4805-aad8-6a112c14a6c5" providerId="ADAL" clId="{042F42B3-5DA8-42E3-9C6B-14A6802F2C25}" dt="2024-05-12T16:45:13.414" v="8" actId="20577"/>
        <pc:sldMkLst>
          <pc:docMk/>
          <pc:sldMk cId="2114061300" sldId="294"/>
        </pc:sldMkLst>
      </pc:sldChg>
      <pc:sldChg chg="modSp">
        <pc:chgData name="Ritu Agarwal" userId="27126333-ed84-4805-aad8-6a112c14a6c5" providerId="ADAL" clId="{042F42B3-5DA8-42E3-9C6B-14A6802F2C25}" dt="2024-05-12T15:51:39.587" v="6" actId="1076"/>
        <pc:sldMkLst>
          <pc:docMk/>
          <pc:sldMk cId="4013066427" sldId="1293"/>
        </pc:sldMkLst>
      </pc:sldChg>
      <pc:sldChg chg="modSp">
        <pc:chgData name="Ritu Agarwal" userId="27126333-ed84-4805-aad8-6a112c14a6c5" providerId="ADAL" clId="{042F42B3-5DA8-42E3-9C6B-14A6802F2C25}" dt="2024-05-12T15:31:59.513" v="1" actId="14100"/>
        <pc:sldMkLst>
          <pc:docMk/>
          <pc:sldMk cId="2775257351" sldId="1298"/>
        </pc:sldMkLst>
      </pc:sldChg>
      <pc:sldChg chg="addSp modSp">
        <pc:chgData name="Ritu Agarwal" userId="27126333-ed84-4805-aad8-6a112c14a6c5" providerId="ADAL" clId="{042F42B3-5DA8-42E3-9C6B-14A6802F2C25}" dt="2024-05-12T20:12:53.105" v="91" actId="1076"/>
        <pc:sldMkLst>
          <pc:docMk/>
          <pc:sldMk cId="1828995389" sldId="1307"/>
        </pc:sldMkLst>
      </pc:sldChg>
      <pc:sldChg chg="modSp">
        <pc:chgData name="Ritu Agarwal" userId="27126333-ed84-4805-aad8-6a112c14a6c5" providerId="ADAL" clId="{042F42B3-5DA8-42E3-9C6B-14A6802F2C25}" dt="2024-05-12T15:49:11.129" v="4" actId="1076"/>
        <pc:sldMkLst>
          <pc:docMk/>
          <pc:sldMk cId="1021328598" sldId="1328"/>
        </pc:sldMkLst>
      </pc:sldChg>
      <pc:sldChg chg="addSp modSp">
        <pc:chgData name="Ritu Agarwal" userId="27126333-ed84-4805-aad8-6a112c14a6c5" providerId="ADAL" clId="{042F42B3-5DA8-42E3-9C6B-14A6802F2C25}" dt="2024-05-12T20:05:30.700" v="59" actId="1076"/>
        <pc:sldMkLst>
          <pc:docMk/>
          <pc:sldMk cId="1501372682" sldId="1338"/>
        </pc:sldMkLst>
      </pc:sldChg>
      <pc:sldChg chg="modSp">
        <pc:chgData name="Ritu Agarwal" userId="27126333-ed84-4805-aad8-6a112c14a6c5" providerId="ADAL" clId="{042F42B3-5DA8-42E3-9C6B-14A6802F2C25}" dt="2024-05-12T20:19:22.772" v="113" actId="1076"/>
        <pc:sldMkLst>
          <pc:docMk/>
          <pc:sldMk cId="2286586592" sldId="1342"/>
        </pc:sldMkLst>
      </pc:sldChg>
      <pc:sldChg chg="modSp">
        <pc:chgData name="Ritu Agarwal" userId="27126333-ed84-4805-aad8-6a112c14a6c5" providerId="ADAL" clId="{042F42B3-5DA8-42E3-9C6B-14A6802F2C25}" dt="2024-05-12T19:38:02.881" v="15" actId="20577"/>
        <pc:sldMkLst>
          <pc:docMk/>
          <pc:sldMk cId="243360685" sldId="1348"/>
        </pc:sldMkLst>
      </pc:sldChg>
      <pc:sldChg chg="modSp">
        <pc:chgData name="Ritu Agarwal" userId="27126333-ed84-4805-aad8-6a112c14a6c5" providerId="ADAL" clId="{042F42B3-5DA8-42E3-9C6B-14A6802F2C25}" dt="2024-05-12T20:16:49.371" v="111" actId="1076"/>
        <pc:sldMkLst>
          <pc:docMk/>
          <pc:sldMk cId="2178686084" sldId="1349"/>
        </pc:sldMkLst>
      </pc:sldChg>
      <pc:sldChg chg="modSp">
        <pc:chgData name="Ritu Agarwal" userId="27126333-ed84-4805-aad8-6a112c14a6c5" providerId="ADAL" clId="{042F42B3-5DA8-42E3-9C6B-14A6802F2C25}" dt="2024-05-12T20:07:30.151" v="60" actId="1076"/>
        <pc:sldMkLst>
          <pc:docMk/>
          <pc:sldMk cId="4138433206" sldId="1350"/>
        </pc:sldMkLst>
      </pc:sldChg>
      <pc:sldChg chg="modSp">
        <pc:chgData name="Ritu Agarwal" userId="27126333-ed84-4805-aad8-6a112c14a6c5" providerId="ADAL" clId="{042F42B3-5DA8-42E3-9C6B-14A6802F2C25}" dt="2024-05-12T20:22:00.909" v="119" actId="1076"/>
        <pc:sldMkLst>
          <pc:docMk/>
          <pc:sldMk cId="3391940197" sldId="1351"/>
        </pc:sldMkLst>
      </pc:sldChg>
      <pc:sldChg chg="modSp">
        <pc:chgData name="Ritu Agarwal" userId="27126333-ed84-4805-aad8-6a112c14a6c5" providerId="ADAL" clId="{042F42B3-5DA8-42E3-9C6B-14A6802F2C25}" dt="2024-05-12T20:13:41.937" v="106" actId="20577"/>
        <pc:sldMkLst>
          <pc:docMk/>
          <pc:sldMk cId="2103851892" sldId="1359"/>
        </pc:sldMkLst>
      </pc:sldChg>
      <pc:sldChg chg="addSp add">
        <pc:chgData name="Ritu Agarwal" userId="27126333-ed84-4805-aad8-6a112c14a6c5" providerId="ADAL" clId="{042F42B3-5DA8-42E3-9C6B-14A6802F2C25}" dt="2024-05-12T15:41:24.746" v="3"/>
        <pc:sldMkLst>
          <pc:docMk/>
          <pc:sldMk cId="3422486548" sldId="1361"/>
        </pc:sldMkLst>
      </pc:sldChg>
    </pc:docChg>
  </pc:docChgLst>
  <pc:docChgLst>
    <pc:chgData name="Gordon Gao" userId="f35b5dbc-a565-444c-a393-77373414943f" providerId="ADAL" clId="{C06FB16C-838A-0448-B328-4185E96F0BFE}"/>
    <pc:docChg chg="custSel addSld delSld modSld">
      <pc:chgData name="Gordon Gao" userId="f35b5dbc-a565-444c-a393-77373414943f" providerId="ADAL" clId="{C06FB16C-838A-0448-B328-4185E96F0BFE}" dt="2025-03-06T04:48:44.543" v="26"/>
      <pc:docMkLst>
        <pc:docMk/>
      </pc:docMkLst>
      <pc:sldChg chg="del">
        <pc:chgData name="Gordon Gao" userId="f35b5dbc-a565-444c-a393-77373414943f" providerId="ADAL" clId="{C06FB16C-838A-0448-B328-4185E96F0BFE}" dt="2025-03-06T04:47:11.030" v="14" actId="2696"/>
        <pc:sldMkLst>
          <pc:docMk/>
          <pc:sldMk cId="1977329792" sldId="293"/>
        </pc:sldMkLst>
      </pc:sldChg>
      <pc:sldChg chg="del">
        <pc:chgData name="Gordon Gao" userId="f35b5dbc-a565-444c-a393-77373414943f" providerId="ADAL" clId="{C06FB16C-838A-0448-B328-4185E96F0BFE}" dt="2025-03-06T04:47:11.030" v="14" actId="2696"/>
        <pc:sldMkLst>
          <pc:docMk/>
          <pc:sldMk cId="2846475070" sldId="294"/>
        </pc:sldMkLst>
      </pc:sldChg>
      <pc:sldChg chg="del">
        <pc:chgData name="Gordon Gao" userId="f35b5dbc-a565-444c-a393-77373414943f" providerId="ADAL" clId="{C06FB16C-838A-0448-B328-4185E96F0BFE}" dt="2025-03-06T04:47:11.030" v="14" actId="2696"/>
        <pc:sldMkLst>
          <pc:docMk/>
          <pc:sldMk cId="3405569318" sldId="295"/>
        </pc:sldMkLst>
      </pc:sldChg>
      <pc:sldChg chg="del">
        <pc:chgData name="Gordon Gao" userId="f35b5dbc-a565-444c-a393-77373414943f" providerId="ADAL" clId="{C06FB16C-838A-0448-B328-4185E96F0BFE}" dt="2025-03-06T04:47:11.030" v="14" actId="2696"/>
        <pc:sldMkLst>
          <pc:docMk/>
          <pc:sldMk cId="3885692569" sldId="296"/>
        </pc:sldMkLst>
      </pc:sldChg>
      <pc:sldChg chg="del">
        <pc:chgData name="Gordon Gao" userId="f35b5dbc-a565-444c-a393-77373414943f" providerId="ADAL" clId="{C06FB16C-838A-0448-B328-4185E96F0BFE}" dt="2025-03-06T04:46:54.187" v="13" actId="2696"/>
        <pc:sldMkLst>
          <pc:docMk/>
          <pc:sldMk cId="2155974168" sldId="1105"/>
        </pc:sldMkLst>
      </pc:sldChg>
      <pc:sldChg chg="del">
        <pc:chgData name="Gordon Gao" userId="f35b5dbc-a565-444c-a393-77373414943f" providerId="ADAL" clId="{C06FB16C-838A-0448-B328-4185E96F0BFE}" dt="2025-03-06T04:47:32.502" v="16" actId="2696"/>
        <pc:sldMkLst>
          <pc:docMk/>
          <pc:sldMk cId="3266022050" sldId="1358"/>
        </pc:sldMkLst>
      </pc:sldChg>
      <pc:sldChg chg="del">
        <pc:chgData name="Gordon Gao" userId="f35b5dbc-a565-444c-a393-77373414943f" providerId="ADAL" clId="{C06FB16C-838A-0448-B328-4185E96F0BFE}" dt="2025-03-06T04:46:54.187" v="13" actId="2696"/>
        <pc:sldMkLst>
          <pc:docMk/>
          <pc:sldMk cId="654185667" sldId="1369"/>
        </pc:sldMkLst>
      </pc:sldChg>
      <pc:sldChg chg="del">
        <pc:chgData name="Gordon Gao" userId="f35b5dbc-a565-444c-a393-77373414943f" providerId="ADAL" clId="{C06FB16C-838A-0448-B328-4185E96F0BFE}" dt="2025-03-06T04:47:11.030" v="14" actId="2696"/>
        <pc:sldMkLst>
          <pc:docMk/>
          <pc:sldMk cId="1104438685" sldId="1371"/>
        </pc:sldMkLst>
      </pc:sldChg>
      <pc:sldChg chg="del">
        <pc:chgData name="Gordon Gao" userId="f35b5dbc-a565-444c-a393-77373414943f" providerId="ADAL" clId="{C06FB16C-838A-0448-B328-4185E96F0BFE}" dt="2025-03-06T04:47:11.030" v="14" actId="2696"/>
        <pc:sldMkLst>
          <pc:docMk/>
          <pc:sldMk cId="3308371582" sldId="1372"/>
        </pc:sldMkLst>
      </pc:sldChg>
      <pc:sldChg chg="del">
        <pc:chgData name="Gordon Gao" userId="f35b5dbc-a565-444c-a393-77373414943f" providerId="ADAL" clId="{C06FB16C-838A-0448-B328-4185E96F0BFE}" dt="2025-03-06T04:46:54.187" v="13" actId="2696"/>
        <pc:sldMkLst>
          <pc:docMk/>
          <pc:sldMk cId="3523823313" sldId="1373"/>
        </pc:sldMkLst>
      </pc:sldChg>
      <pc:sldChg chg="del">
        <pc:chgData name="Gordon Gao" userId="f35b5dbc-a565-444c-a393-77373414943f" providerId="ADAL" clId="{C06FB16C-838A-0448-B328-4185E96F0BFE}" dt="2025-03-06T04:46:54.187" v="13" actId="2696"/>
        <pc:sldMkLst>
          <pc:docMk/>
          <pc:sldMk cId="4136761130" sldId="1374"/>
        </pc:sldMkLst>
      </pc:sldChg>
      <pc:sldChg chg="del">
        <pc:chgData name="Gordon Gao" userId="f35b5dbc-a565-444c-a393-77373414943f" providerId="ADAL" clId="{C06FB16C-838A-0448-B328-4185E96F0BFE}" dt="2025-03-06T04:47:11.030" v="14" actId="2696"/>
        <pc:sldMkLst>
          <pc:docMk/>
          <pc:sldMk cId="3954974375" sldId="1375"/>
        </pc:sldMkLst>
      </pc:sldChg>
      <pc:sldChg chg="del">
        <pc:chgData name="Gordon Gao" userId="f35b5dbc-a565-444c-a393-77373414943f" providerId="ADAL" clId="{C06FB16C-838A-0448-B328-4185E96F0BFE}" dt="2025-03-06T04:46:54.187" v="13" actId="2696"/>
        <pc:sldMkLst>
          <pc:docMk/>
          <pc:sldMk cId="360996669" sldId="1379"/>
        </pc:sldMkLst>
      </pc:sldChg>
      <pc:sldChg chg="del">
        <pc:chgData name="Gordon Gao" userId="f35b5dbc-a565-444c-a393-77373414943f" providerId="ADAL" clId="{C06FB16C-838A-0448-B328-4185E96F0BFE}" dt="2025-03-06T04:46:54.187" v="13" actId="2696"/>
        <pc:sldMkLst>
          <pc:docMk/>
          <pc:sldMk cId="4234217468" sldId="1380"/>
        </pc:sldMkLst>
      </pc:sldChg>
      <pc:sldChg chg="del">
        <pc:chgData name="Gordon Gao" userId="f35b5dbc-a565-444c-a393-77373414943f" providerId="ADAL" clId="{C06FB16C-838A-0448-B328-4185E96F0BFE}" dt="2025-03-06T04:46:54.187" v="13" actId="2696"/>
        <pc:sldMkLst>
          <pc:docMk/>
          <pc:sldMk cId="1223042896" sldId="1381"/>
        </pc:sldMkLst>
      </pc:sldChg>
      <pc:sldChg chg="mod modShow">
        <pc:chgData name="Gordon Gao" userId="f35b5dbc-a565-444c-a393-77373414943f" providerId="ADAL" clId="{C06FB16C-838A-0448-B328-4185E96F0BFE}" dt="2025-03-06T04:46:12.272" v="11" actId="729"/>
        <pc:sldMkLst>
          <pc:docMk/>
          <pc:sldMk cId="1086647257" sldId="1392"/>
        </pc:sldMkLst>
      </pc:sldChg>
      <pc:sldChg chg="mod modShow">
        <pc:chgData name="Gordon Gao" userId="f35b5dbc-a565-444c-a393-77373414943f" providerId="ADAL" clId="{C06FB16C-838A-0448-B328-4185E96F0BFE}" dt="2025-03-06T04:45:58.790" v="9" actId="729"/>
        <pc:sldMkLst>
          <pc:docMk/>
          <pc:sldMk cId="4125661861" sldId="1395"/>
        </pc:sldMkLst>
      </pc:sldChg>
      <pc:sldChg chg="del">
        <pc:chgData name="Gordon Gao" userId="f35b5dbc-a565-444c-a393-77373414943f" providerId="ADAL" clId="{C06FB16C-838A-0448-B328-4185E96F0BFE}" dt="2025-03-06T04:46:02.789" v="10" actId="2696"/>
        <pc:sldMkLst>
          <pc:docMk/>
          <pc:sldMk cId="2865940039" sldId="1397"/>
        </pc:sldMkLst>
      </pc:sldChg>
      <pc:sldChg chg="del">
        <pc:chgData name="Gordon Gao" userId="f35b5dbc-a565-444c-a393-77373414943f" providerId="ADAL" clId="{C06FB16C-838A-0448-B328-4185E96F0BFE}" dt="2025-03-06T04:46:44.148" v="12" actId="2696"/>
        <pc:sldMkLst>
          <pc:docMk/>
          <pc:sldMk cId="2852713774" sldId="1399"/>
        </pc:sldMkLst>
      </pc:sldChg>
      <pc:sldChg chg="del">
        <pc:chgData name="Gordon Gao" userId="f35b5dbc-a565-444c-a393-77373414943f" providerId="ADAL" clId="{C06FB16C-838A-0448-B328-4185E96F0BFE}" dt="2025-03-06T04:46:44.148" v="12" actId="2696"/>
        <pc:sldMkLst>
          <pc:docMk/>
          <pc:sldMk cId="122984760" sldId="1400"/>
        </pc:sldMkLst>
      </pc:sldChg>
      <pc:sldChg chg="del">
        <pc:chgData name="Gordon Gao" userId="f35b5dbc-a565-444c-a393-77373414943f" providerId="ADAL" clId="{C06FB16C-838A-0448-B328-4185E96F0BFE}" dt="2025-03-06T04:42:47.618" v="3" actId="2696"/>
        <pc:sldMkLst>
          <pc:docMk/>
          <pc:sldMk cId="2843646858" sldId="1401"/>
        </pc:sldMkLst>
      </pc:sldChg>
      <pc:sldChg chg="del">
        <pc:chgData name="Gordon Gao" userId="f35b5dbc-a565-444c-a393-77373414943f" providerId="ADAL" clId="{C06FB16C-838A-0448-B328-4185E96F0BFE}" dt="2025-03-06T04:42:48.610" v="4" actId="2696"/>
        <pc:sldMkLst>
          <pc:docMk/>
          <pc:sldMk cId="2778543136" sldId="1402"/>
        </pc:sldMkLst>
      </pc:sldChg>
      <pc:sldChg chg="del">
        <pc:chgData name="Gordon Gao" userId="f35b5dbc-a565-444c-a393-77373414943f" providerId="ADAL" clId="{C06FB16C-838A-0448-B328-4185E96F0BFE}" dt="2025-03-06T04:42:46.636" v="2" actId="2696"/>
        <pc:sldMkLst>
          <pc:docMk/>
          <pc:sldMk cId="3538908077" sldId="1409"/>
        </pc:sldMkLst>
      </pc:sldChg>
      <pc:sldChg chg="del">
        <pc:chgData name="Gordon Gao" userId="f35b5dbc-a565-444c-a393-77373414943f" providerId="ADAL" clId="{C06FB16C-838A-0448-B328-4185E96F0BFE}" dt="2025-03-06T04:42:49.485" v="5" actId="2696"/>
        <pc:sldMkLst>
          <pc:docMk/>
          <pc:sldMk cId="432788187" sldId="1410"/>
        </pc:sldMkLst>
      </pc:sldChg>
      <pc:sldChg chg="del">
        <pc:chgData name="Gordon Gao" userId="f35b5dbc-a565-444c-a393-77373414943f" providerId="ADAL" clId="{C06FB16C-838A-0448-B328-4185E96F0BFE}" dt="2025-03-06T04:42:45.595" v="1" actId="2696"/>
        <pc:sldMkLst>
          <pc:docMk/>
          <pc:sldMk cId="2197727711" sldId="1411"/>
        </pc:sldMkLst>
      </pc:sldChg>
      <pc:sldChg chg="del">
        <pc:chgData name="Gordon Gao" userId="f35b5dbc-a565-444c-a393-77373414943f" providerId="ADAL" clId="{C06FB16C-838A-0448-B328-4185E96F0BFE}" dt="2025-03-06T04:42:54.004" v="8" actId="2696"/>
        <pc:sldMkLst>
          <pc:docMk/>
          <pc:sldMk cId="3681528725" sldId="1419"/>
        </pc:sldMkLst>
      </pc:sldChg>
      <pc:sldChg chg="del">
        <pc:chgData name="Gordon Gao" userId="f35b5dbc-a565-444c-a393-77373414943f" providerId="ADAL" clId="{C06FB16C-838A-0448-B328-4185E96F0BFE}" dt="2025-03-06T04:42:43.551" v="0" actId="2696"/>
        <pc:sldMkLst>
          <pc:docMk/>
          <pc:sldMk cId="3350006868" sldId="2514"/>
        </pc:sldMkLst>
      </pc:sldChg>
      <pc:sldChg chg="del">
        <pc:chgData name="Gordon Gao" userId="f35b5dbc-a565-444c-a393-77373414943f" providerId="ADAL" clId="{C06FB16C-838A-0448-B328-4185E96F0BFE}" dt="2025-03-06T04:42:50.361" v="6" actId="2696"/>
        <pc:sldMkLst>
          <pc:docMk/>
          <pc:sldMk cId="909377215" sldId="2515"/>
        </pc:sldMkLst>
      </pc:sldChg>
      <pc:sldChg chg="del">
        <pc:chgData name="Gordon Gao" userId="f35b5dbc-a565-444c-a393-77373414943f" providerId="ADAL" clId="{C06FB16C-838A-0448-B328-4185E96F0BFE}" dt="2025-03-06T04:42:51.231" v="7" actId="2696"/>
        <pc:sldMkLst>
          <pc:docMk/>
          <pc:sldMk cId="983490243" sldId="2516"/>
        </pc:sldMkLst>
      </pc:sldChg>
      <pc:sldChg chg="del mod modShow">
        <pc:chgData name="Gordon Gao" userId="f35b5dbc-a565-444c-a393-77373414943f" providerId="ADAL" clId="{C06FB16C-838A-0448-B328-4185E96F0BFE}" dt="2025-03-06T04:47:58.257" v="17" actId="2696"/>
        <pc:sldMkLst>
          <pc:docMk/>
          <pc:sldMk cId="2168821182" sldId="2520"/>
        </pc:sldMkLst>
      </pc:sldChg>
      <pc:sldChg chg="modSp new mod">
        <pc:chgData name="Gordon Gao" userId="f35b5dbc-a565-444c-a393-77373414943f" providerId="ADAL" clId="{C06FB16C-838A-0448-B328-4185E96F0BFE}" dt="2025-03-06T04:48:44.543" v="26"/>
        <pc:sldMkLst>
          <pc:docMk/>
          <pc:sldMk cId="2686273820" sldId="2522"/>
        </pc:sldMkLst>
        <pc:spChg chg="mod">
          <ac:chgData name="Gordon Gao" userId="f35b5dbc-a565-444c-a393-77373414943f" providerId="ADAL" clId="{C06FB16C-838A-0448-B328-4185E96F0BFE}" dt="2025-03-06T04:48:08.136" v="25" actId="20577"/>
          <ac:spMkLst>
            <pc:docMk/>
            <pc:sldMk cId="2686273820" sldId="2522"/>
            <ac:spMk id="2" creationId="{5FD27D3D-739E-B2E0-E97E-827E8AD4FA1B}"/>
          </ac:spMkLst>
        </pc:spChg>
        <pc:spChg chg="mod">
          <ac:chgData name="Gordon Gao" userId="f35b5dbc-a565-444c-a393-77373414943f" providerId="ADAL" clId="{C06FB16C-838A-0448-B328-4185E96F0BFE}" dt="2025-03-06T04:48:44.543" v="26"/>
          <ac:spMkLst>
            <pc:docMk/>
            <pc:sldMk cId="2686273820" sldId="2522"/>
            <ac:spMk id="3" creationId="{786B7B86-C1C6-390E-37ED-105C56BDA34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99E22E-8046-4F56-9A14-A47560B0B200}" type="datetimeFigureOut">
              <a:rPr lang="en-US" smtClean="0"/>
              <a:t>3/5/25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DBE519-F82B-4FCF-949D-9DB2D38E913C}" type="slidenum">
              <a:rPr lang="en-US" smtClean="0"/>
              <a:t>‹#›</a:t>
            </a:fld>
            <a:endParaRPr lang="en-US"/>
          </a:p>
        </p:txBody>
      </p:sp>
    </p:spTree>
    <p:extLst>
      <p:ext uri="{BB962C8B-B14F-4D97-AF65-F5344CB8AC3E}">
        <p14:creationId xmlns:p14="http://schemas.microsoft.com/office/powerpoint/2010/main" val="2658828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biorxiv.org/content/10.1101/2024.11.14.623630v1"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rxiv.org/html/2401.03428v1/#bib.bib22"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arxiv.org/html/2401.03428v1/#bib.bib25" TargetMode="External"/><Relationship Id="rId5" Type="http://schemas.openxmlformats.org/officeDocument/2006/relationships/hyperlink" Target="https://arxiv.org/html/2401.03428v1/#bib.bib24" TargetMode="External"/><Relationship Id="rId4" Type="http://schemas.openxmlformats.org/officeDocument/2006/relationships/hyperlink" Target="https://arxiv.org/html/2401.03428v1/#bib.bib23"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D60B94-C0A4-9648-939A-2B14A95F6908}" type="slidenum">
              <a:rPr lang="en-US" smtClean="0"/>
              <a:t>4</a:t>
            </a:fld>
            <a:endParaRPr lang="en-US"/>
          </a:p>
        </p:txBody>
      </p:sp>
    </p:spTree>
    <p:extLst>
      <p:ext uri="{BB962C8B-B14F-4D97-AF65-F5344CB8AC3E}">
        <p14:creationId xmlns:p14="http://schemas.microsoft.com/office/powerpoint/2010/main" val="2151457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cf793467a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cf793467a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err="1"/>
              <a:t>Credit:</a:t>
            </a:r>
            <a:r>
              <a:rPr lang="en-US" err="1">
                <a:effectLst/>
                <a:latin typeface="Helvetica" pitchFamily="2" charset="0"/>
              </a:rPr>
              <a:t>https</a:t>
            </a:r>
            <a:r>
              <a:rPr lang="en-US">
                <a:effectLst/>
                <a:latin typeface="Helvetica" pitchFamily="2" charset="0"/>
              </a:rPr>
              <a:t>://</a:t>
            </a:r>
            <a:r>
              <a:rPr lang="en-US" err="1">
                <a:effectLst/>
                <a:latin typeface="Helvetica" pitchFamily="2" charset="0"/>
              </a:rPr>
              <a:t>medium.com</a:t>
            </a:r>
            <a:r>
              <a:rPr lang="en-US">
                <a:effectLst/>
                <a:latin typeface="Helvetica" pitchFamily="2" charset="0"/>
              </a:rPr>
              <a:t>/@ram.m.kripa_31353/ai-buzzwords-32ad7ad98af</a:t>
            </a:r>
          </a:p>
          <a:p>
            <a:r>
              <a:rPr lang="en-US"/>
              <a:t> </a:t>
            </a:r>
          </a:p>
        </p:txBody>
      </p:sp>
      <p:sp>
        <p:nvSpPr>
          <p:cNvPr id="4" name="Slide Number Placeholder 3"/>
          <p:cNvSpPr>
            <a:spLocks noGrp="1"/>
          </p:cNvSpPr>
          <p:nvPr>
            <p:ph type="sldNum" sz="quarter" idx="5"/>
          </p:nvPr>
        </p:nvSpPr>
        <p:spPr/>
        <p:txBody>
          <a:bodyPr/>
          <a:lstStyle/>
          <a:p>
            <a:fld id="{79DBE519-F82B-4FCF-949D-9DB2D38E913C}" type="slidenum">
              <a:rPr lang="en-US" smtClean="0"/>
              <a:t>6</a:t>
            </a:fld>
            <a:endParaRPr lang="en-US"/>
          </a:p>
        </p:txBody>
      </p:sp>
    </p:spTree>
    <p:extLst>
      <p:ext uri="{BB962C8B-B14F-4D97-AF65-F5344CB8AC3E}">
        <p14:creationId xmlns:p14="http://schemas.microsoft.com/office/powerpoint/2010/main" val="1116749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qatalog.com</a:t>
            </a:r>
            <a:r>
              <a:rPr lang="en-US"/>
              <a:t>/blog/post/rag-use-cases/#what-problem-does-rag-solve</a:t>
            </a:r>
          </a:p>
        </p:txBody>
      </p:sp>
      <p:sp>
        <p:nvSpPr>
          <p:cNvPr id="4" name="Slide Number Placeholder 3"/>
          <p:cNvSpPr>
            <a:spLocks noGrp="1"/>
          </p:cNvSpPr>
          <p:nvPr>
            <p:ph type="sldNum" sz="quarter" idx="5"/>
          </p:nvPr>
        </p:nvSpPr>
        <p:spPr/>
        <p:txBody>
          <a:bodyPr/>
          <a:lstStyle/>
          <a:p>
            <a:fld id="{79DBE519-F82B-4FCF-949D-9DB2D38E913C}" type="slidenum">
              <a:rPr lang="en-US" smtClean="0"/>
              <a:t>7</a:t>
            </a:fld>
            <a:endParaRPr lang="en-US"/>
          </a:p>
        </p:txBody>
      </p:sp>
    </p:spTree>
    <p:extLst>
      <p:ext uri="{BB962C8B-B14F-4D97-AF65-F5344CB8AC3E}">
        <p14:creationId xmlns:p14="http://schemas.microsoft.com/office/powerpoint/2010/main" val="270139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drive.google.com</a:t>
            </a:r>
            <a:r>
              <a:rPr lang="en-US"/>
              <a:t>/drive/folders/1BT7iNrmPWYiQIgEJfdtqmwxCOnNnkCvW</a:t>
            </a:r>
          </a:p>
        </p:txBody>
      </p:sp>
      <p:sp>
        <p:nvSpPr>
          <p:cNvPr id="4" name="Slide Number Placeholder 3"/>
          <p:cNvSpPr>
            <a:spLocks noGrp="1"/>
          </p:cNvSpPr>
          <p:nvPr>
            <p:ph type="sldNum" sz="quarter" idx="5"/>
          </p:nvPr>
        </p:nvSpPr>
        <p:spPr/>
        <p:txBody>
          <a:bodyPr/>
          <a:lstStyle/>
          <a:p>
            <a:fld id="{79DBE519-F82B-4FCF-949D-9DB2D38E913C}" type="slidenum">
              <a:rPr lang="en-US" smtClean="0"/>
              <a:t>8</a:t>
            </a:fld>
            <a:endParaRPr lang="en-US"/>
          </a:p>
        </p:txBody>
      </p:sp>
    </p:spTree>
    <p:extLst>
      <p:ext uri="{BB962C8B-B14F-4D97-AF65-F5344CB8AC3E}">
        <p14:creationId xmlns:p14="http://schemas.microsoft.com/office/powerpoint/2010/main" val="2798254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4D1F52"/>
                </a:solidFill>
                <a:effectLst/>
                <a:highlight>
                  <a:srgbClr val="FFFFFF"/>
                </a:highlight>
                <a:latin typeface="Source Sans Pro" panose="020B0503030403020204" pitchFamily="34" charset="0"/>
              </a:rPr>
              <a:t>Sandford-- </a:t>
            </a:r>
            <a:r>
              <a:rPr lang="en-US" sz="1200"/>
              <a:t>https://</a:t>
            </a:r>
            <a:r>
              <a:rPr lang="en-US" sz="1200" err="1"/>
              <a:t>hai.stanford.edu</a:t>
            </a:r>
            <a:r>
              <a:rPr lang="en-US" sz="1200"/>
              <a:t>/news/predictions-ai-2025-collaborative-agents-ai-skepticism-and-new-risks</a:t>
            </a:r>
          </a:p>
          <a:p>
            <a:pPr algn="l" rtl="0"/>
            <a:endParaRPr lang="en-US" b="0" i="0">
              <a:solidFill>
                <a:srgbClr val="4D1F52"/>
              </a:solidFill>
              <a:effectLst/>
              <a:highlight>
                <a:srgbClr val="FFFFFF"/>
              </a:highlight>
              <a:latin typeface="Source Sans Pro" panose="020B0503030403020204" pitchFamily="34" charset="0"/>
            </a:endParaRPr>
          </a:p>
          <a:p>
            <a:pPr algn="l" rtl="0"/>
            <a:r>
              <a:rPr lang="en-US" b="0" i="0">
                <a:solidFill>
                  <a:srgbClr val="4D1F52"/>
                </a:solidFill>
                <a:effectLst/>
                <a:highlight>
                  <a:srgbClr val="FFFFFF"/>
                </a:highlight>
                <a:latin typeface="Source Sans Pro" panose="020B0503030403020204" pitchFamily="34" charset="0"/>
              </a:rPr>
              <a:t>Leading Stanford faculty offer their expectations for artificial intelligence in the new year.</a:t>
            </a:r>
          </a:p>
          <a:p>
            <a:pPr algn="l"/>
            <a:r>
              <a:rPr lang="en-US" b="0" i="0">
                <a:solidFill>
                  <a:srgbClr val="2E2D29"/>
                </a:solidFill>
                <a:effectLst/>
                <a:highlight>
                  <a:srgbClr val="FFFFFF"/>
                </a:highlight>
                <a:latin typeface="Source Sans Pro" panose="020B0503030403020204" pitchFamily="34" charset="0"/>
              </a:rPr>
              <a:t>We’re really going to see agents of AI – we saw it a bit in research, but now we’re seeing it a lot in research and industry. Essentially, how do you put these agents together to actually do things for you? And we’re now seeing interfaces. For example, there’s some API with </a:t>
            </a:r>
            <a:r>
              <a:rPr lang="en-US" b="0" i="0" err="1">
                <a:solidFill>
                  <a:srgbClr val="2E2D29"/>
                </a:solidFill>
                <a:effectLst/>
                <a:highlight>
                  <a:srgbClr val="FFFFFF"/>
                </a:highlight>
                <a:latin typeface="Source Sans Pro" panose="020B0503030403020204" pitchFamily="34" charset="0"/>
              </a:rPr>
              <a:t>Anthropic’s</a:t>
            </a:r>
            <a:r>
              <a:rPr lang="en-US" b="0" i="0">
                <a:solidFill>
                  <a:srgbClr val="2E2D29"/>
                </a:solidFill>
                <a:effectLst/>
                <a:highlight>
                  <a:srgbClr val="FFFFFF"/>
                </a:highlight>
                <a:latin typeface="Source Sans Pro" panose="020B0503030403020204" pitchFamily="34" charset="0"/>
              </a:rPr>
              <a:t> Claude where it can actually operate your computer to do things like put a meeting on your calendar or help you buy a plane ticket. Obviously, it has some risks – if they’re actually able to use your computer, they can do damage, they can make mistakes. So there are concerns with how this is done. But while the first versions of these kinds of tools weren’t successful, we’re now seeing more potential.</a:t>
            </a:r>
            <a:br>
              <a:rPr lang="en-US" b="0" i="0">
                <a:solidFill>
                  <a:srgbClr val="2E2D29"/>
                </a:solidFill>
                <a:effectLst/>
                <a:highlight>
                  <a:srgbClr val="FFFFFF"/>
                </a:highlight>
                <a:latin typeface="Circular Std"/>
              </a:rPr>
            </a:br>
            <a:endParaRPr lang="en-US" b="0" i="0">
              <a:solidFill>
                <a:srgbClr val="2E2D29"/>
              </a:solidFill>
              <a:effectLst/>
              <a:highlight>
                <a:srgbClr val="FFFFFF"/>
              </a:highlight>
              <a:latin typeface="Circular Std"/>
            </a:endParaRPr>
          </a:p>
          <a:p>
            <a:pPr algn="l"/>
            <a:r>
              <a:rPr lang="en-US" b="0" i="0">
                <a:solidFill>
                  <a:srgbClr val="2E2D29"/>
                </a:solidFill>
                <a:effectLst/>
                <a:highlight>
                  <a:srgbClr val="FFFFFF"/>
                </a:highlight>
                <a:latin typeface="Source Sans Pro" panose="020B0503030403020204" pitchFamily="34" charset="0"/>
              </a:rPr>
              <a:t>AI Agents Work Together</a:t>
            </a:r>
          </a:p>
          <a:p>
            <a:pPr algn="l" rtl="0"/>
            <a:r>
              <a:rPr lang="en-US" b="0" i="0">
                <a:solidFill>
                  <a:srgbClr val="2E2D29"/>
                </a:solidFill>
                <a:effectLst/>
                <a:highlight>
                  <a:srgbClr val="FFFFFF"/>
                </a:highlight>
                <a:latin typeface="Source Sans Pro" panose="020B0503030403020204" pitchFamily="34" charset="0"/>
              </a:rPr>
              <a:t>In 2025, we will see a significant shift from relying on individual AI models to using systems where multiple AI agents of diverse expertise work together. As an example, we recently introduced the </a:t>
            </a:r>
            <a:r>
              <a:rPr lang="en-US" b="1" i="0" u="none" strike="noStrike">
                <a:solidFill>
                  <a:srgbClr val="196DA8"/>
                </a:solidFill>
                <a:effectLst/>
                <a:highlight>
                  <a:srgbClr val="FFFFFF"/>
                </a:highlight>
                <a:latin typeface="Source Sans Pro" panose="020B0503030403020204" pitchFamily="34" charset="0"/>
                <a:hlinkClick r:id="rId3"/>
              </a:rPr>
              <a:t>Virtual Lab</a:t>
            </a:r>
            <a:r>
              <a:rPr lang="en-US" b="0" i="0">
                <a:solidFill>
                  <a:srgbClr val="2E2D29"/>
                </a:solidFill>
                <a:effectLst/>
                <a:highlight>
                  <a:srgbClr val="FFFFFF"/>
                </a:highlight>
                <a:latin typeface="Source Sans Pro" panose="020B0503030403020204" pitchFamily="34" charset="0"/>
              </a:rPr>
              <a:t>, where a professor AI agent leads a team of AI scientist agents (e.g., AI chemist, AI biologist) to tackle challenging, open-ended research, with a human researcher providing high-level feedback. By leveraging the multidisciplinary expertise of different agents, the Virtual Lab successfully designed new nanobodies that we validated as effective binders to recent SARS-CoV-2 variants. Looking ahead, I predict that many high-impact applications will use such teams of AI agents, which are more reliable and effective than a single model. I’m particularly excited about the potential of hybrid collaborative teams where a human leads a group of diverse AI agents.</a:t>
            </a:r>
          </a:p>
          <a:p>
            <a:endParaRPr lang="en-US" b="0" i="0">
              <a:solidFill>
                <a:srgbClr val="2E2D29"/>
              </a:solidFill>
              <a:effectLst/>
              <a:highlight>
                <a:srgbClr val="FFFFFF"/>
              </a:highlight>
              <a:latin typeface="Source Sans Pro" panose="020B0503030403020204" pitchFamily="34" charset="0"/>
            </a:endParaRPr>
          </a:p>
          <a:p>
            <a:endParaRPr lang="en-US" b="0" i="0">
              <a:solidFill>
                <a:srgbClr val="2E2D29"/>
              </a:solidFill>
              <a:effectLst/>
              <a:highlight>
                <a:srgbClr val="FFFFFF"/>
              </a:highlight>
              <a:latin typeface="Source Sans Pro" panose="020B0503030403020204" pitchFamily="34" charset="0"/>
            </a:endParaRPr>
          </a:p>
          <a:p>
            <a:r>
              <a:rPr lang="en-US" b="0" i="0">
                <a:solidFill>
                  <a:srgbClr val="2E2D29"/>
                </a:solidFill>
                <a:effectLst/>
                <a:highlight>
                  <a:srgbClr val="FFFFFF"/>
                </a:highlight>
                <a:latin typeface="Source Sans Pro" panose="020B0503030403020204" pitchFamily="34" charset="0"/>
              </a:rPr>
              <a:t>Yahoo-- https://</a:t>
            </a:r>
            <a:r>
              <a:rPr lang="en-US" b="0" i="0" err="1">
                <a:solidFill>
                  <a:srgbClr val="2E2D29"/>
                </a:solidFill>
                <a:effectLst/>
                <a:highlight>
                  <a:srgbClr val="FFFFFF"/>
                </a:highlight>
                <a:latin typeface="Source Sans Pro" panose="020B0503030403020204" pitchFamily="34" charset="0"/>
              </a:rPr>
              <a:t>finance.yahoo.com</a:t>
            </a:r>
            <a:r>
              <a:rPr lang="en-US" b="0" i="0">
                <a:solidFill>
                  <a:srgbClr val="2E2D29"/>
                </a:solidFill>
                <a:effectLst/>
                <a:highlight>
                  <a:srgbClr val="FFFFFF"/>
                </a:highlight>
                <a:latin typeface="Source Sans Pro" panose="020B0503030403020204" pitchFamily="34" charset="0"/>
              </a:rPr>
              <a:t>/news/from-microsoft-to-nvidia-the-ai-agents-are-coming-in-2025-141314094.html</a:t>
            </a:r>
          </a:p>
          <a:p>
            <a:r>
              <a:rPr lang="en-US" b="0" i="0">
                <a:solidFill>
                  <a:srgbClr val="2E2D29"/>
                </a:solidFill>
                <a:effectLst/>
                <a:highlight>
                  <a:srgbClr val="FFFFFF"/>
                </a:highlight>
                <a:latin typeface="Source Sans Pro" panose="020B0503030403020204" pitchFamily="34" charset="0"/>
              </a:rPr>
              <a:t>Notes: </a:t>
            </a:r>
            <a:r>
              <a:rPr lang="en-US" b="0" i="0">
                <a:solidFill>
                  <a:srgbClr val="232A31"/>
                </a:solidFill>
                <a:effectLst/>
                <a:highlight>
                  <a:srgbClr val="FFFFFF"/>
                </a:highlight>
                <a:latin typeface="GT America"/>
              </a:rPr>
              <a:t>If 2024 was the year of artificial intelligence chatbots becoming more useful, 2025 will be the year AI agents begin to take over. You can think of agents as super-powered AI bots that can take actions on your behalf, such as pulling data from incoming emails and importing it into different apps.</a:t>
            </a:r>
            <a:endParaRPr lang="en-US" b="0" i="0">
              <a:solidFill>
                <a:srgbClr val="2E2D29"/>
              </a:solidFill>
              <a:effectLst/>
              <a:highlight>
                <a:srgbClr val="FFFFFF"/>
              </a:highlight>
              <a:latin typeface="Source Sans Pro" panose="020B0503030403020204" pitchFamily="34" charset="0"/>
            </a:endParaRPr>
          </a:p>
          <a:p>
            <a:endParaRPr lang="en-US" b="0" i="0">
              <a:solidFill>
                <a:srgbClr val="2E2D29"/>
              </a:solidFill>
              <a:effectLst/>
              <a:highlight>
                <a:srgbClr val="FFFFFF"/>
              </a:highlight>
              <a:latin typeface="Source Sans Pro" panose="020B0503030403020204" pitchFamily="34" charset="0"/>
            </a:endParaRPr>
          </a:p>
          <a:p>
            <a:endParaRPr lang="en-US" b="0" i="0">
              <a:solidFill>
                <a:srgbClr val="2E2D29"/>
              </a:solidFill>
              <a:effectLst/>
              <a:highlight>
                <a:srgbClr val="FFFFFF"/>
              </a:highlight>
              <a:latin typeface="Source Sans Pro" panose="020B0503030403020204" pitchFamily="34" charset="0"/>
            </a:endParaRPr>
          </a:p>
          <a:p>
            <a:r>
              <a:rPr lang="en-US" b="0" i="0">
                <a:solidFill>
                  <a:srgbClr val="2E2D29"/>
                </a:solidFill>
                <a:effectLst/>
                <a:highlight>
                  <a:srgbClr val="FFFFFF"/>
                </a:highlight>
                <a:latin typeface="Source Sans Pro" panose="020B0503030403020204" pitchFamily="34" charset="0"/>
              </a:rPr>
              <a:t>We’re really going to see agents of AI – we saw it a bit in research, but now we’re seeing it a lot in research and industry. </a:t>
            </a:r>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10</a:t>
            </a:fld>
            <a:endParaRPr lang="en-US"/>
          </a:p>
        </p:txBody>
      </p:sp>
    </p:spTree>
    <p:extLst>
      <p:ext uri="{BB962C8B-B14F-4D97-AF65-F5344CB8AC3E}">
        <p14:creationId xmlns:p14="http://schemas.microsoft.com/office/powerpoint/2010/main" val="1663404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32A31"/>
                </a:solidFill>
                <a:effectLst/>
                <a:highlight>
                  <a:srgbClr val="FFFFFF"/>
                </a:highlight>
                <a:latin typeface="GT America"/>
              </a:rPr>
              <a:t>https://</a:t>
            </a:r>
            <a:r>
              <a:rPr lang="en-US" b="1" i="0" err="1">
                <a:solidFill>
                  <a:srgbClr val="232A31"/>
                </a:solidFill>
                <a:effectLst/>
                <a:highlight>
                  <a:srgbClr val="FFFFFF"/>
                </a:highlight>
                <a:latin typeface="GT America"/>
              </a:rPr>
              <a:t>finance.yahoo.com</a:t>
            </a:r>
            <a:r>
              <a:rPr lang="en-US" b="1" i="0">
                <a:solidFill>
                  <a:srgbClr val="232A31"/>
                </a:solidFill>
                <a:effectLst/>
                <a:highlight>
                  <a:srgbClr val="FFFFFF"/>
                </a:highlight>
                <a:latin typeface="GT America"/>
              </a:rPr>
              <a:t>/news/from-microsoft-to-nvidia-the-ai-agents-are-coming-in-2025-141314094.html</a:t>
            </a:r>
          </a:p>
          <a:p>
            <a:pPr algn="l"/>
            <a:endParaRPr lang="en-US" b="1" i="0">
              <a:solidFill>
                <a:srgbClr val="232A31"/>
              </a:solidFill>
              <a:effectLst/>
              <a:highlight>
                <a:srgbClr val="FFFFFF"/>
              </a:highlight>
              <a:latin typeface="GT America"/>
            </a:endParaRPr>
          </a:p>
          <a:p>
            <a:pPr algn="l"/>
            <a:r>
              <a:rPr lang="en-US" b="1" i="0">
                <a:solidFill>
                  <a:srgbClr val="232A31"/>
                </a:solidFill>
                <a:effectLst/>
                <a:highlight>
                  <a:srgbClr val="FFFFFF"/>
                </a:highlight>
                <a:latin typeface="GT America"/>
              </a:rPr>
              <a:t>You’ll find AI agents at the office and on your phone</a:t>
            </a:r>
          </a:p>
          <a:p>
            <a:pPr algn="l"/>
            <a:r>
              <a:rPr lang="en-US" b="0" i="0">
                <a:solidFill>
                  <a:srgbClr val="232A31"/>
                </a:solidFill>
                <a:effectLst/>
                <a:highlight>
                  <a:srgbClr val="FFFFFF"/>
                </a:highlight>
                <a:latin typeface="GT America"/>
              </a:rPr>
              <a:t>The AI chatbot/AI copilot/AI agent discussion can be a bit confusing. After all, generative AI chatbots still feel like a new technology, and now we’re already being shuffled on to the next big thing. But those three capabilities are all part of the same overall system.</a:t>
            </a:r>
          </a:p>
          <a:p>
            <a:pPr algn="l"/>
            <a:r>
              <a:rPr lang="en-US" b="0" i="0">
                <a:solidFill>
                  <a:srgbClr val="232A31"/>
                </a:solidFill>
                <a:effectLst/>
                <a:highlight>
                  <a:srgbClr val="FFFFFF"/>
                </a:highlight>
                <a:latin typeface="GT America"/>
              </a:rPr>
              <a:t>Ray Smith, Microsoft’s vice president of AI agents, says you can think of an AI copilot as your main interface for interacting with your chatbot or assistant. Kind of like a home screen for your different AI needs.</a:t>
            </a:r>
          </a:p>
          <a:p>
            <a:pPr algn="l"/>
            <a:r>
              <a:rPr lang="en-US" b="0" i="0">
                <a:solidFill>
                  <a:srgbClr val="232A31"/>
                </a:solidFill>
                <a:effectLst/>
                <a:highlight>
                  <a:srgbClr val="FFFFFF"/>
                </a:highlight>
                <a:latin typeface="GT America"/>
              </a:rPr>
              <a:t>When you ask your chatbot or assistant to complete various tasks for you, it will reach out to the AI agents with the appropriate capabilities.</a:t>
            </a:r>
          </a:p>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11</a:t>
            </a:fld>
            <a:endParaRPr lang="en-US"/>
          </a:p>
        </p:txBody>
      </p:sp>
    </p:spTree>
    <p:extLst>
      <p:ext uri="{BB962C8B-B14F-4D97-AF65-F5344CB8AC3E}">
        <p14:creationId xmlns:p14="http://schemas.microsoft.com/office/powerpoint/2010/main" val="2350483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AZ Innovation Day</a:t>
            </a:r>
          </a:p>
        </p:txBody>
      </p:sp>
      <p:sp>
        <p:nvSpPr>
          <p:cNvPr id="5" name="Footer Placeholder 4"/>
          <p:cNvSpPr>
            <a:spLocks noGrp="1"/>
          </p:cNvSpPr>
          <p:nvPr>
            <p:ph type="ftr" sz="quarter" idx="4"/>
          </p:nvPr>
        </p:nvSpPr>
        <p:spPr/>
        <p:txBody>
          <a:bodyPr/>
          <a:lstStyle/>
          <a:p>
            <a:r>
              <a:rPr lang="en-US"/>
              <a:t>R. Agarwal</a:t>
            </a:r>
          </a:p>
        </p:txBody>
      </p:sp>
      <p:sp>
        <p:nvSpPr>
          <p:cNvPr id="6" name="Slide Number Placeholder 5"/>
          <p:cNvSpPr>
            <a:spLocks noGrp="1"/>
          </p:cNvSpPr>
          <p:nvPr>
            <p:ph type="sldNum" sz="quarter" idx="5"/>
          </p:nvPr>
        </p:nvSpPr>
        <p:spPr/>
        <p:txBody>
          <a:bodyPr/>
          <a:lstStyle/>
          <a:p>
            <a:fld id="{6ADE70EF-5B81-404B-AA36-C121462600C0}" type="slidenum">
              <a:rPr lang="en-US" smtClean="0"/>
              <a:t>12</a:t>
            </a:fld>
            <a:endParaRPr lang="en-US"/>
          </a:p>
        </p:txBody>
      </p:sp>
    </p:spTree>
    <p:extLst>
      <p:ext uri="{BB962C8B-B14F-4D97-AF65-F5344CB8AC3E}">
        <p14:creationId xmlns:p14="http://schemas.microsoft.com/office/powerpoint/2010/main" val="786961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13</a:t>
            </a:fld>
            <a:endParaRPr lang="en-US"/>
          </a:p>
        </p:txBody>
      </p:sp>
    </p:spTree>
    <p:extLst>
      <p:ext uri="{BB962C8B-B14F-4D97-AF65-F5344CB8AC3E}">
        <p14:creationId xmlns:p14="http://schemas.microsoft.com/office/powerpoint/2010/main" val="2003370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www.japantimes.co.jp</a:t>
            </a:r>
            <a:r>
              <a:rPr lang="en-US"/>
              <a:t>/business/2024/10/03/companies/</a:t>
            </a:r>
            <a:r>
              <a:rPr lang="en-US" err="1"/>
              <a:t>softbank</a:t>
            </a:r>
            <a:r>
              <a:rPr lang="en-US"/>
              <a:t>-son-ai-push/</a:t>
            </a:r>
          </a:p>
        </p:txBody>
      </p:sp>
      <p:sp>
        <p:nvSpPr>
          <p:cNvPr id="4" name="Slide Number Placeholder 3"/>
          <p:cNvSpPr>
            <a:spLocks noGrp="1"/>
          </p:cNvSpPr>
          <p:nvPr>
            <p:ph type="sldNum" sz="quarter" idx="5"/>
          </p:nvPr>
        </p:nvSpPr>
        <p:spPr/>
        <p:txBody>
          <a:bodyPr/>
          <a:lstStyle/>
          <a:p>
            <a:fld id="{79DBE519-F82B-4FCF-949D-9DB2D38E913C}" type="slidenum">
              <a:rPr lang="en-US" smtClean="0"/>
              <a:t>14</a:t>
            </a:fld>
            <a:endParaRPr lang="en-US"/>
          </a:p>
        </p:txBody>
      </p:sp>
    </p:spTree>
    <p:extLst>
      <p:ext uri="{BB962C8B-B14F-4D97-AF65-F5344CB8AC3E}">
        <p14:creationId xmlns:p14="http://schemas.microsoft.com/office/powerpoint/2010/main" val="1315366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www.geeky-gadgets.com</a:t>
            </a:r>
            <a:r>
              <a:rPr lang="en-US"/>
              <a:t>/</a:t>
            </a:r>
            <a:r>
              <a:rPr lang="en-US" err="1"/>
              <a:t>nvidia</a:t>
            </a:r>
            <a:r>
              <a:rPr lang="en-US"/>
              <a:t>-</a:t>
            </a:r>
            <a:r>
              <a:rPr lang="en-US" err="1"/>
              <a:t>ceo</a:t>
            </a:r>
            <a:r>
              <a:rPr lang="en-US"/>
              <a:t>-on-agents-being-the-future-of-ai/</a:t>
            </a:r>
          </a:p>
        </p:txBody>
      </p:sp>
      <p:sp>
        <p:nvSpPr>
          <p:cNvPr id="4" name="Slide Number Placeholder 3"/>
          <p:cNvSpPr>
            <a:spLocks noGrp="1"/>
          </p:cNvSpPr>
          <p:nvPr>
            <p:ph type="sldNum" sz="quarter" idx="5"/>
          </p:nvPr>
        </p:nvSpPr>
        <p:spPr/>
        <p:txBody>
          <a:bodyPr/>
          <a:lstStyle/>
          <a:p>
            <a:fld id="{79DBE519-F82B-4FCF-949D-9DB2D38E913C}" type="slidenum">
              <a:rPr lang="en-US" smtClean="0"/>
              <a:t>15</a:t>
            </a:fld>
            <a:endParaRPr lang="en-US"/>
          </a:p>
        </p:txBody>
      </p:sp>
    </p:spTree>
    <p:extLst>
      <p:ext uri="{BB962C8B-B14F-4D97-AF65-F5344CB8AC3E}">
        <p14:creationId xmlns:p14="http://schemas.microsoft.com/office/powerpoint/2010/main" val="1726754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16</a:t>
            </a:fld>
            <a:endParaRPr lang="en-US"/>
          </a:p>
        </p:txBody>
      </p:sp>
    </p:spTree>
    <p:extLst>
      <p:ext uri="{BB962C8B-B14F-4D97-AF65-F5344CB8AC3E}">
        <p14:creationId xmlns:p14="http://schemas.microsoft.com/office/powerpoint/2010/main" val="804667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a:t>
            </a:r>
            <a:br>
              <a:rPr lang="en-US"/>
            </a:br>
            <a:r>
              <a:rPr lang="en-US"/>
              <a:t>https://</a:t>
            </a:r>
            <a:r>
              <a:rPr lang="en-US" err="1"/>
              <a:t>www.scnsoft.com</a:t>
            </a:r>
            <a:r>
              <a:rPr lang="en-US"/>
              <a:t>/blog/customer-service-chatbot</a:t>
            </a:r>
            <a:br>
              <a:rPr lang="en-US"/>
            </a:br>
            <a:r>
              <a:rPr lang="en-US"/>
              <a:t>https://</a:t>
            </a:r>
            <a:r>
              <a:rPr lang="en-US" err="1"/>
              <a:t>www.leewayhertz.com</a:t>
            </a:r>
            <a:r>
              <a:rPr lang="en-US"/>
              <a:t>/ai-use-cases-in-manufacturing/</a:t>
            </a:r>
          </a:p>
        </p:txBody>
      </p:sp>
      <p:sp>
        <p:nvSpPr>
          <p:cNvPr id="4" name="Slide Number Placeholder 3"/>
          <p:cNvSpPr>
            <a:spLocks noGrp="1"/>
          </p:cNvSpPr>
          <p:nvPr>
            <p:ph type="sldNum" sz="quarter" idx="5"/>
          </p:nvPr>
        </p:nvSpPr>
        <p:spPr/>
        <p:txBody>
          <a:bodyPr/>
          <a:lstStyle/>
          <a:p>
            <a:fld id="{79DBE519-F82B-4FCF-949D-9DB2D38E913C}" type="slidenum">
              <a:rPr lang="en-US" smtClean="0"/>
              <a:t>19</a:t>
            </a:fld>
            <a:endParaRPr lang="en-US"/>
          </a:p>
        </p:txBody>
      </p:sp>
    </p:spTree>
    <p:extLst>
      <p:ext uri="{BB962C8B-B14F-4D97-AF65-F5344CB8AC3E}">
        <p14:creationId xmlns:p14="http://schemas.microsoft.com/office/powerpoint/2010/main" val="40507292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developer.nvidia.com</a:t>
            </a:r>
            <a:r>
              <a:rPr lang="en-US"/>
              <a:t>/blog/introduction-to-</a:t>
            </a:r>
            <a:r>
              <a:rPr lang="en-US" err="1"/>
              <a:t>llm</a:t>
            </a:r>
            <a:r>
              <a:rPr lang="en-US"/>
              <a:t>-agents/</a:t>
            </a:r>
            <a:br>
              <a:rPr lang="en-US"/>
            </a:br>
            <a:br>
              <a:rPr lang="en-US"/>
            </a:br>
            <a:r>
              <a:rPr lang="en-US"/>
              <a:t>While there isn’t a widely accepted definition for LLM-powered agents, they can be described as a system that can use an </a:t>
            </a:r>
            <a:r>
              <a:rPr lang="en-US" b="1"/>
              <a:t>LLM to reason through a problem, create a plan to solve the problem, and execute the plan with the help of a set of tools. </a:t>
            </a:r>
          </a:p>
          <a:p>
            <a:endParaRPr lang="en-US" b="1"/>
          </a:p>
          <a:p>
            <a:r>
              <a:rPr lang="en-US" b="0" i="0">
                <a:solidFill>
                  <a:srgbClr val="1A1A1A"/>
                </a:solidFill>
                <a:effectLst/>
                <a:highlight>
                  <a:srgbClr val="FFFFFF"/>
                </a:highlight>
                <a:latin typeface="NVIDIA Sans"/>
              </a:rPr>
              <a:t>In short, agents are a system with complex reasoning capabilities, memory, and the means to execute tasks.</a:t>
            </a:r>
            <a:endParaRPr lang="en-US" b="1"/>
          </a:p>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20</a:t>
            </a:fld>
            <a:endParaRPr lang="en-US"/>
          </a:p>
        </p:txBody>
      </p:sp>
    </p:spTree>
    <p:extLst>
      <p:ext uri="{BB962C8B-B14F-4D97-AF65-F5344CB8AC3E}">
        <p14:creationId xmlns:p14="http://schemas.microsoft.com/office/powerpoint/2010/main" val="2778866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a:solidFill>
                  <a:srgbClr val="000000"/>
                </a:solidFill>
                <a:effectLst/>
                <a:highlight>
                  <a:srgbClr val="FFFFFF"/>
                </a:highlight>
                <a:latin typeface="var(--text-font-family)"/>
              </a:rPr>
              <a:t>Benefiting from recent progress in large language models (LLMs), LLM-based agents that use universal natural language as an interface exhibit robust generalization capabilities across various applications – from serving as autonomous general-purpose task assistants to applications in coding, social, and economic domains, LLM-based agents offer extensive exploration opportunities.</a:t>
            </a:r>
          </a:p>
          <a:p>
            <a:pPr algn="just"/>
            <a:r>
              <a:rPr lang="en-US" b="0" i="0">
                <a:solidFill>
                  <a:srgbClr val="000000"/>
                </a:solidFill>
                <a:effectLst/>
                <a:highlight>
                  <a:srgbClr val="FFFFFF"/>
                </a:highlight>
                <a:latin typeface="var(--text-font-family)"/>
              </a:rPr>
              <a:t>This paper surveys current research to provide an in-depth overview of LLM-based intelligent agents within single-agent and multi-agent systems. It covers their definitions, research frameworks, and foundational components such as their composition, cognitive and planning methods, tool utilization, and responses to environmental feedback. We also delve into the mechanisms of deploying LLM-based agents in multi-agent systems, including multi-role collaboration, message passing, and strategies to alleviate communication issues between agents. The discussions also shed light on popular datasets and application scenarios. We conclude by envisioning prospects for LLM-based agents, considering the evolving landscape of AI and natural language processing.</a:t>
            </a:r>
          </a:p>
          <a:p>
            <a:endParaRPr lang="en-US"/>
          </a:p>
          <a:p>
            <a:endParaRPr lang="en-US"/>
          </a:p>
          <a:p>
            <a:pPr algn="just"/>
            <a:r>
              <a:rPr lang="en-US" b="0" i="0">
                <a:solidFill>
                  <a:srgbClr val="000000"/>
                </a:solidFill>
                <a:effectLst/>
                <a:highlight>
                  <a:srgbClr val="FFFFFF"/>
                </a:highlight>
                <a:latin typeface="var(--text-font-family)"/>
              </a:rPr>
              <a:t>Unlike a single-agent system, a multi-agent system (MAS) is a computerized system composed of multiple interacting intelligent agents [</a:t>
            </a:r>
            <a:r>
              <a:rPr lang="en-US" b="0" i="0" u="sng">
                <a:solidFill>
                  <a:srgbClr val="000000"/>
                </a:solidFill>
                <a:effectLst/>
                <a:highlight>
                  <a:srgbClr val="FFFFFF"/>
                </a:highlight>
                <a:latin typeface="var(--text-font-family)"/>
                <a:hlinkClick r:id="rId3"/>
              </a:rPr>
              <a:t>22</a:t>
            </a:r>
            <a:r>
              <a:rPr lang="en-US" b="0" i="0">
                <a:solidFill>
                  <a:srgbClr val="000000"/>
                </a:solidFill>
                <a:effectLst/>
                <a:highlight>
                  <a:srgbClr val="FFFFFF"/>
                </a:highlight>
                <a:latin typeface="var(--text-font-family)"/>
              </a:rPr>
              <a:t>]. Inspired by Minsky’s Society of Mind (SOM) [</a:t>
            </a:r>
            <a:r>
              <a:rPr lang="en-US" b="0" i="0" u="sng">
                <a:solidFill>
                  <a:srgbClr val="000000"/>
                </a:solidFill>
                <a:effectLst/>
                <a:highlight>
                  <a:srgbClr val="FFFFFF"/>
                </a:highlight>
                <a:latin typeface="var(--text-font-family)"/>
                <a:hlinkClick r:id="rId4"/>
              </a:rPr>
              <a:t>23</a:t>
            </a:r>
            <a:r>
              <a:rPr lang="en-US" b="0" i="0">
                <a:solidFill>
                  <a:srgbClr val="000000"/>
                </a:solidFill>
                <a:effectLst/>
                <a:highlight>
                  <a:srgbClr val="FFFFFF"/>
                </a:highlight>
                <a:latin typeface="var(--text-font-family)"/>
              </a:rPr>
              <a:t>] and natural language-based SOM (NLSOM) [</a:t>
            </a:r>
            <a:r>
              <a:rPr lang="en-US" b="0" i="0" u="sng">
                <a:solidFill>
                  <a:srgbClr val="000000"/>
                </a:solidFill>
                <a:effectLst/>
                <a:highlight>
                  <a:srgbClr val="FFFFFF"/>
                </a:highlight>
                <a:latin typeface="var(--text-font-family)"/>
                <a:hlinkClick r:id="rId5"/>
              </a:rPr>
              <a:t>24</a:t>
            </a:r>
            <a:r>
              <a:rPr lang="en-US" b="0" i="0">
                <a:solidFill>
                  <a:srgbClr val="000000"/>
                </a:solidFill>
                <a:effectLst/>
                <a:highlight>
                  <a:srgbClr val="FFFFFF"/>
                </a:highlight>
                <a:latin typeface="var(--text-font-family)"/>
              </a:rPr>
              <a:t>], Multi-Agent Systems (MAS) design demands a heightened level of intricate coordination among various agents, particularly in their interactions and information sharing. Each agent typically possesses specific domain expertise, making Multi-Agent systems particularly advantageous for tasks spanning multiple domains.</a:t>
            </a:r>
          </a:p>
          <a:p>
            <a:pPr algn="just"/>
            <a:r>
              <a:rPr lang="en-US" b="0" i="0">
                <a:solidFill>
                  <a:srgbClr val="000000"/>
                </a:solidFill>
                <a:effectLst/>
                <a:highlight>
                  <a:srgbClr val="FFFFFF"/>
                </a:highlight>
                <a:latin typeface="var(--text-font-family)"/>
              </a:rPr>
              <a:t>Decker [</a:t>
            </a:r>
            <a:r>
              <a:rPr lang="en-US" b="0" i="0" u="sng">
                <a:solidFill>
                  <a:srgbClr val="000000"/>
                </a:solidFill>
                <a:effectLst/>
                <a:highlight>
                  <a:srgbClr val="FFFFFF"/>
                </a:highlight>
                <a:latin typeface="var(--text-font-family)"/>
                <a:hlinkClick r:id="rId6"/>
              </a:rPr>
              <a:t>25</a:t>
            </a:r>
            <a:r>
              <a:rPr lang="en-US" b="0" i="0">
                <a:solidFill>
                  <a:srgbClr val="000000"/>
                </a:solidFill>
                <a:effectLst/>
                <a:highlight>
                  <a:srgbClr val="FFFFFF"/>
                </a:highlight>
                <a:latin typeface="var(--text-font-family)"/>
              </a:rPr>
              <a:t>] outlines a four-dimensional framework for an MAS. The dimensions encompass: 1) Granularity of Agents, ranging from coarse to acceptable configurations; 2) Heterogeneity in Agent Knowledge, comparing agents with redundant knowledge to those with specialized expertise; 3) Mechanisms for the Distribution of Control, which can be categorized as benevolent or competitive, team-oriented or hierarchical, and may involve static or shifting role assignments; 4) Varieties of Communication Protocols, differentiating between the blackboard and message-based systems and specifying the gradation from low-level to high-level contents.</a:t>
            </a:r>
          </a:p>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23</a:t>
            </a:fld>
            <a:endParaRPr lang="en-US"/>
          </a:p>
        </p:txBody>
      </p:sp>
    </p:spTree>
    <p:extLst>
      <p:ext uri="{BB962C8B-B14F-4D97-AF65-F5344CB8AC3E}">
        <p14:creationId xmlns:p14="http://schemas.microsoft.com/office/powerpoint/2010/main" val="675313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28</a:t>
            </a:fld>
            <a:endParaRPr lang="en-US"/>
          </a:p>
        </p:txBody>
      </p:sp>
    </p:spTree>
    <p:extLst>
      <p:ext uri="{BB962C8B-B14F-4D97-AF65-F5344CB8AC3E}">
        <p14:creationId xmlns:p14="http://schemas.microsoft.com/office/powerpoint/2010/main" val="2198220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a:t>Traditional Search Engine Process</a:t>
            </a:r>
          </a:p>
          <a:p>
            <a:pPr>
              <a:buFont typeface="Arial" panose="020B0604020202020204" pitchFamily="34" charset="0"/>
              <a:buChar char="•"/>
            </a:pPr>
            <a:r>
              <a:rPr lang="en-US"/>
              <a:t>Input query -&gt; Match keywords -&gt; Rank results -&gt; Display links</a:t>
            </a:r>
          </a:p>
          <a:p>
            <a:pPr>
              <a:buFont typeface="Arial" panose="020B0604020202020204" pitchFamily="34" charset="0"/>
              <a:buChar char="•"/>
            </a:pPr>
            <a:r>
              <a:rPr lang="en-US"/>
              <a:t>This process is inherently linear and predictable</a:t>
            </a:r>
          </a:p>
          <a:p>
            <a:pPr>
              <a:buFont typeface="Arial" panose="020B0604020202020204" pitchFamily="34" charset="0"/>
              <a:buChar char="•"/>
            </a:pPr>
            <a:r>
              <a:rPr lang="en-US"/>
              <a:t>The steps don't change regardless of the query type</a:t>
            </a:r>
          </a:p>
          <a:p>
            <a:endParaRPr lang="en-US"/>
          </a:p>
        </p:txBody>
      </p:sp>
      <p:sp>
        <p:nvSpPr>
          <p:cNvPr id="4" name="Slide Number Placeholder 3"/>
          <p:cNvSpPr>
            <a:spLocks noGrp="1"/>
          </p:cNvSpPr>
          <p:nvPr>
            <p:ph type="sldNum" sz="quarter" idx="5"/>
          </p:nvPr>
        </p:nvSpPr>
        <p:spPr/>
        <p:txBody>
          <a:bodyPr/>
          <a:lstStyle/>
          <a:p>
            <a:fld id="{79DBE519-F82B-4FCF-949D-9DB2D38E913C}" type="slidenum">
              <a:rPr lang="en-US" smtClean="0"/>
              <a:t>30</a:t>
            </a:fld>
            <a:endParaRPr lang="en-US"/>
          </a:p>
        </p:txBody>
      </p:sp>
    </p:spTree>
    <p:extLst>
      <p:ext uri="{BB962C8B-B14F-4D97-AF65-F5344CB8AC3E}">
        <p14:creationId xmlns:p14="http://schemas.microsoft.com/office/powerpoint/2010/main" val="2334275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hbr.org</a:t>
            </a:r>
            <a:r>
              <a:rPr lang="en-US"/>
              <a:t>/2024/11/train-your-brain-to-work-creatively-with-gen-ai</a:t>
            </a:r>
          </a:p>
        </p:txBody>
      </p:sp>
      <p:sp>
        <p:nvSpPr>
          <p:cNvPr id="4" name="Slide Number Placeholder 3"/>
          <p:cNvSpPr>
            <a:spLocks noGrp="1"/>
          </p:cNvSpPr>
          <p:nvPr>
            <p:ph type="sldNum" sz="quarter" idx="5"/>
          </p:nvPr>
        </p:nvSpPr>
        <p:spPr/>
        <p:txBody>
          <a:bodyPr/>
          <a:lstStyle/>
          <a:p>
            <a:fld id="{79DBE519-F82B-4FCF-949D-9DB2D38E913C}" type="slidenum">
              <a:rPr lang="en-US" smtClean="0"/>
              <a:t>31</a:t>
            </a:fld>
            <a:endParaRPr lang="en-US"/>
          </a:p>
        </p:txBody>
      </p:sp>
    </p:spTree>
    <p:extLst>
      <p:ext uri="{BB962C8B-B14F-4D97-AF65-F5344CB8AC3E}">
        <p14:creationId xmlns:p14="http://schemas.microsoft.com/office/powerpoint/2010/main" val="2620477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19CE7-F6A7-70D4-5E1D-CE50841D85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C16BDA-54C3-A3BC-26FF-86173B7FBA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1190EE9-9157-1245-27C8-6343E4513A35}"/>
              </a:ext>
            </a:extLst>
          </p:cNvPr>
          <p:cNvSpPr>
            <a:spLocks noGrp="1"/>
          </p:cNvSpPr>
          <p:nvPr>
            <p:ph type="sldNum" sz="quarter" idx="12"/>
          </p:nvPr>
        </p:nvSpPr>
        <p:spPr>
          <a:xfrm>
            <a:off x="9180256" y="6406941"/>
            <a:ext cx="2905844" cy="365125"/>
          </a:xfrm>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83335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4B0B-1F2E-EE33-8BD9-054C89C78A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477C9A-08F8-C12F-192A-5A7C771E39B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C9C9EF0-B645-19D2-A4D7-CAC657AF9B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47608-4C0E-90BE-9457-3FAC4EA05433}"/>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86892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1610-7530-F89B-9569-1A4C9EBEC8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24E37A-324D-B341-EFE7-76A775B115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8CC206F4-5DE6-93B1-7F8F-F44C77A5B8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C55CE-F465-3E8D-FBA4-F93F8CC41D7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734431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98D1-D729-EA04-6E01-6026F79463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3F4059-70F6-0099-4600-F5E35DE833D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7418D-A894-2D90-A9EA-BAC245C807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92678C9-0AB9-DDC7-A480-E795CFE998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8690E0-BA94-878B-EF26-631962BAEC89}"/>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4133769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8DE42-D75B-535A-795C-CD34045137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C6A5E-6129-B6BA-5862-6BF0BA092D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952370-A796-C8D4-4D28-BA932CB623F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D2D8B5-A196-FE1E-971C-301504CEB5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180AFD3-EDF9-C0BD-25C2-016E9B9414D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84BB3B8F-4CE9-E0AD-167C-FF38F31F7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780C56-1A70-4005-26E5-4836AA871D8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3688502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16729-D945-004D-C7FE-6E1B7B54339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10D88DD1-19DB-9570-0553-5BAB48B36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0E4D89-D2CE-6E0F-C860-9D31EFCA0402}"/>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55968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934659F-FD8C-8E47-1E59-FD7A6D7288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15619F-DFFE-0635-7528-3ED944E26FF5}"/>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707368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C7E23-165C-F9C1-5017-0E0BE89AE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F0C7C6-E677-6882-1B4B-BE7EA91E21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110DF-B15F-7718-5F1C-D6650F50C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a:extLst>
              <a:ext uri="{FF2B5EF4-FFF2-40B4-BE49-F238E27FC236}">
                <a16:creationId xmlns:a16="http://schemas.microsoft.com/office/drawing/2014/main" id="{FAC0A144-1D59-0476-CAC1-37169EFAA9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8E2176-11A6-31ED-8AAE-FC8BF657B279}"/>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592557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8771-A977-E64B-7CBA-A29EE1E2F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E80D18-89F1-BDA8-24A1-D75595363B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E4DAE14-6734-D502-7508-6AD6DE4646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6" name="Footer Placeholder 5">
            <a:extLst>
              <a:ext uri="{FF2B5EF4-FFF2-40B4-BE49-F238E27FC236}">
                <a16:creationId xmlns:a16="http://schemas.microsoft.com/office/drawing/2014/main" id="{F7A05FEF-BD4B-3731-D9A4-D4B11B6106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21BF-A78E-4581-25BA-D2837068A93C}"/>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3460114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ACEF2-E51B-7501-8FB4-4B18F24AAC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4FCA19-242B-8543-BFE2-76A83B41E82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8F9D109-5827-C6DF-EE55-C3F8D49AF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DB1721-DB25-4651-3353-62D931288363}"/>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1414652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613102-CF82-6C4D-E614-C0F146F88B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555572-BA59-111F-2F5A-7FABDEDB05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73728B1-0299-F6EF-C571-0EEC6F39E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3240C-C9CB-64CC-FB61-C2A71B5F9C8E}"/>
              </a:ext>
            </a:extLst>
          </p:cNvPr>
          <p:cNvSpPr>
            <a:spLocks noGrp="1"/>
          </p:cNvSpPr>
          <p:nvPr>
            <p:ph type="sldNum" sz="quarter" idx="12"/>
          </p:nvPr>
        </p:nvSpPr>
        <p:spPr/>
        <p:txBody>
          <a:bodyPr/>
          <a:lstStyle/>
          <a:p>
            <a:fld id="{18772ED8-610E-4373-80B3-D4E94A1FEDFC}" type="slidenum">
              <a:rPr lang="en-US" smtClean="0"/>
              <a:t>‹#›</a:t>
            </a:fld>
            <a:endParaRPr lang="en-US"/>
          </a:p>
        </p:txBody>
      </p:sp>
    </p:spTree>
    <p:extLst>
      <p:ext uri="{BB962C8B-B14F-4D97-AF65-F5344CB8AC3E}">
        <p14:creationId xmlns:p14="http://schemas.microsoft.com/office/powerpoint/2010/main" val="2327611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6166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C9406-6241-E347-92A4-3671034B9113}"/>
              </a:ext>
            </a:extLst>
          </p:cNvPr>
          <p:cNvPicPr>
            <a:picLocks noChangeAspect="1"/>
          </p:cNvPicPr>
          <p:nvPr/>
        </p:nvPicPr>
        <p:blipFill>
          <a:blip r:embed="rId2"/>
          <a:stretch>
            <a:fillRect/>
          </a:stretch>
        </p:blipFill>
        <p:spPr>
          <a:xfrm>
            <a:off x="0" y="0"/>
            <a:ext cx="12227442" cy="6858000"/>
          </a:xfrm>
          <a:prstGeom prst="rect">
            <a:avLst/>
          </a:prstGeom>
        </p:spPr>
      </p:pic>
      <p:pic>
        <p:nvPicPr>
          <p:cNvPr id="6" name="Picture 5">
            <a:extLst>
              <a:ext uri="{FF2B5EF4-FFF2-40B4-BE49-F238E27FC236}">
                <a16:creationId xmlns:a16="http://schemas.microsoft.com/office/drawing/2014/main" id="{161CA9BC-9563-844E-B786-04D58F7BF61B}"/>
              </a:ext>
            </a:extLst>
          </p:cNvPr>
          <p:cNvPicPr>
            <a:picLocks noChangeAspect="1"/>
          </p:cNvPicPr>
          <p:nvPr/>
        </p:nvPicPr>
        <p:blipFill>
          <a:blip r:embed="rId3"/>
          <a:stretch>
            <a:fillRect/>
          </a:stretch>
        </p:blipFill>
        <p:spPr>
          <a:xfrm>
            <a:off x="139454" y="878741"/>
            <a:ext cx="4899976" cy="2019479"/>
          </a:xfrm>
          <a:prstGeom prst="rect">
            <a:avLst/>
          </a:prstGeom>
        </p:spPr>
      </p:pic>
      <p:sp>
        <p:nvSpPr>
          <p:cNvPr id="7" name="Rectangle 6">
            <a:extLst>
              <a:ext uri="{FF2B5EF4-FFF2-40B4-BE49-F238E27FC236}">
                <a16:creationId xmlns:a16="http://schemas.microsoft.com/office/drawing/2014/main" id="{0DA85D32-B018-6A46-851B-7305F0540A88}"/>
              </a:ext>
            </a:extLst>
          </p:cNvPr>
          <p:cNvSpPr/>
          <p:nvPr/>
        </p:nvSpPr>
        <p:spPr>
          <a:xfrm>
            <a:off x="1" y="2831605"/>
            <a:ext cx="12192000" cy="1139477"/>
          </a:xfrm>
          <a:prstGeom prst="rect">
            <a:avLst/>
          </a:prstGeom>
          <a:solidFill>
            <a:srgbClr val="6DADE4">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E1B"/>
              </a:solidFill>
            </a:endParaRPr>
          </a:p>
        </p:txBody>
      </p:sp>
      <p:sp>
        <p:nvSpPr>
          <p:cNvPr id="12" name="Title 4">
            <a:extLst>
              <a:ext uri="{FF2B5EF4-FFF2-40B4-BE49-F238E27FC236}">
                <a16:creationId xmlns:a16="http://schemas.microsoft.com/office/drawing/2014/main" id="{BE5927E4-3324-6048-88B6-62B4BCEDE7FE}"/>
              </a:ext>
            </a:extLst>
          </p:cNvPr>
          <p:cNvSpPr>
            <a:spLocks noGrp="1"/>
          </p:cNvSpPr>
          <p:nvPr>
            <p:ph type="title"/>
          </p:nvPr>
        </p:nvSpPr>
        <p:spPr>
          <a:xfrm>
            <a:off x="858981" y="3135601"/>
            <a:ext cx="8229600" cy="563562"/>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58010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81335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2A2ECB-5E85-D849-806B-05B98FAE7040}"/>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FC16FD-2C33-F943-BA94-AF25FDB6716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4">
            <a:extLst>
              <a:ext uri="{FF2B5EF4-FFF2-40B4-BE49-F238E27FC236}">
                <a16:creationId xmlns:a16="http://schemas.microsoft.com/office/drawing/2014/main" id="{3BFDE49D-A7FB-0B46-9B41-29A5F7C9A08D}"/>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3140523D-A309-7B40-9B6E-9F3822EFA507}"/>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8" name="Content Placeholder 4">
            <a:extLst>
              <a:ext uri="{FF2B5EF4-FFF2-40B4-BE49-F238E27FC236}">
                <a16:creationId xmlns:a16="http://schemas.microsoft.com/office/drawing/2014/main" id="{8DE310D5-1ACE-F144-A0F4-41871248ACB4}"/>
              </a:ext>
            </a:extLst>
          </p:cNvPr>
          <p:cNvSpPr>
            <a:spLocks noGrp="1"/>
          </p:cNvSpPr>
          <p:nvPr>
            <p:ph idx="1" hasCustomPrompt="1"/>
          </p:nvPr>
        </p:nvSpPr>
        <p:spPr>
          <a:xfrm>
            <a:off x="838200" y="1825625"/>
            <a:ext cx="10515600" cy="4351338"/>
          </a:xfrm>
          <a:prstGeom prst="rect">
            <a:avLst/>
          </a:prstGeom>
        </p:spPr>
        <p:txBody>
          <a:bodyPr/>
          <a:lstStyle>
            <a:lvl1pPr marL="228600" indent="-228600">
              <a:buFontTx/>
              <a:buBlip>
                <a:blip r:embed="rId3"/>
              </a:buBlip>
              <a:defRPr/>
            </a:lvl1pPr>
          </a:lstStyle>
          <a:p>
            <a:r>
              <a:rPr lang="en-US"/>
              <a:t> </a:t>
            </a:r>
          </a:p>
        </p:txBody>
      </p:sp>
      <p:sp>
        <p:nvSpPr>
          <p:cNvPr id="13" name="Date Placeholder 1">
            <a:extLst>
              <a:ext uri="{FF2B5EF4-FFF2-40B4-BE49-F238E27FC236}">
                <a16:creationId xmlns:a16="http://schemas.microsoft.com/office/drawing/2014/main" id="{379F74CE-20E2-8141-8855-A0DC0B04BC5B}"/>
              </a:ext>
            </a:extLst>
          </p:cNvPr>
          <p:cNvSpPr>
            <a:spLocks noGrp="1"/>
          </p:cNvSpPr>
          <p:nvPr>
            <p:ph type="dt" sz="half" idx="10"/>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3/5/25</a:t>
            </a:fld>
            <a:endParaRPr lang="en-US"/>
          </a:p>
        </p:txBody>
      </p:sp>
      <p:sp>
        <p:nvSpPr>
          <p:cNvPr id="14" name="Footer Placeholder 2">
            <a:extLst>
              <a:ext uri="{FF2B5EF4-FFF2-40B4-BE49-F238E27FC236}">
                <a16:creationId xmlns:a16="http://schemas.microsoft.com/office/drawing/2014/main" id="{858B0486-AEB5-E24A-BC09-5ADB7976B325}"/>
              </a:ext>
            </a:extLst>
          </p:cNvPr>
          <p:cNvSpPr>
            <a:spLocks noGrp="1"/>
          </p:cNvSpPr>
          <p:nvPr>
            <p:ph type="ftr" sz="quarter" idx="11"/>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5" name="Slide Number Placeholder 3">
            <a:extLst>
              <a:ext uri="{FF2B5EF4-FFF2-40B4-BE49-F238E27FC236}">
                <a16:creationId xmlns:a16="http://schemas.microsoft.com/office/drawing/2014/main" id="{B51F9DB7-C5BB-1D43-B35D-967E1DCE44E5}"/>
              </a:ext>
            </a:extLst>
          </p:cNvPr>
          <p:cNvSpPr>
            <a:spLocks noGrp="1"/>
          </p:cNvSpPr>
          <p:nvPr>
            <p:ph type="sldNum" sz="quarter" idx="12"/>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2893667348"/>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C9406-6241-E347-92A4-3671034B9113}"/>
              </a:ext>
            </a:extLst>
          </p:cNvPr>
          <p:cNvPicPr>
            <a:picLocks noChangeAspect="1"/>
          </p:cNvPicPr>
          <p:nvPr/>
        </p:nvPicPr>
        <p:blipFill>
          <a:blip r:embed="rId2"/>
          <a:stretch>
            <a:fillRect/>
          </a:stretch>
        </p:blipFill>
        <p:spPr>
          <a:xfrm>
            <a:off x="0" y="0"/>
            <a:ext cx="12227442" cy="6858000"/>
          </a:xfrm>
          <a:prstGeom prst="rect">
            <a:avLst/>
          </a:prstGeom>
        </p:spPr>
      </p:pic>
      <p:pic>
        <p:nvPicPr>
          <p:cNvPr id="6" name="Picture 5">
            <a:extLst>
              <a:ext uri="{FF2B5EF4-FFF2-40B4-BE49-F238E27FC236}">
                <a16:creationId xmlns:a16="http://schemas.microsoft.com/office/drawing/2014/main" id="{161CA9BC-9563-844E-B786-04D58F7BF61B}"/>
              </a:ext>
            </a:extLst>
          </p:cNvPr>
          <p:cNvPicPr>
            <a:picLocks noChangeAspect="1"/>
          </p:cNvPicPr>
          <p:nvPr/>
        </p:nvPicPr>
        <p:blipFill>
          <a:blip r:embed="rId3"/>
          <a:stretch>
            <a:fillRect/>
          </a:stretch>
        </p:blipFill>
        <p:spPr>
          <a:xfrm>
            <a:off x="139454" y="878741"/>
            <a:ext cx="4899976" cy="2019479"/>
          </a:xfrm>
          <a:prstGeom prst="rect">
            <a:avLst/>
          </a:prstGeom>
        </p:spPr>
      </p:pic>
      <p:sp>
        <p:nvSpPr>
          <p:cNvPr id="7" name="Rectangle 6">
            <a:extLst>
              <a:ext uri="{FF2B5EF4-FFF2-40B4-BE49-F238E27FC236}">
                <a16:creationId xmlns:a16="http://schemas.microsoft.com/office/drawing/2014/main" id="{0DA85D32-B018-6A46-851B-7305F0540A88}"/>
              </a:ext>
            </a:extLst>
          </p:cNvPr>
          <p:cNvSpPr/>
          <p:nvPr/>
        </p:nvSpPr>
        <p:spPr>
          <a:xfrm>
            <a:off x="1" y="2831605"/>
            <a:ext cx="12192000" cy="1139477"/>
          </a:xfrm>
          <a:prstGeom prst="rect">
            <a:avLst/>
          </a:prstGeom>
          <a:solidFill>
            <a:srgbClr val="6DADE4">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E1B"/>
              </a:solidFill>
            </a:endParaRPr>
          </a:p>
        </p:txBody>
      </p:sp>
      <p:sp>
        <p:nvSpPr>
          <p:cNvPr id="12" name="Title 4">
            <a:extLst>
              <a:ext uri="{FF2B5EF4-FFF2-40B4-BE49-F238E27FC236}">
                <a16:creationId xmlns:a16="http://schemas.microsoft.com/office/drawing/2014/main" id="{BE5927E4-3324-6048-88B6-62B4BCEDE7FE}"/>
              </a:ext>
            </a:extLst>
          </p:cNvPr>
          <p:cNvSpPr>
            <a:spLocks noGrp="1"/>
          </p:cNvSpPr>
          <p:nvPr>
            <p:ph type="title"/>
          </p:nvPr>
        </p:nvSpPr>
        <p:spPr>
          <a:xfrm>
            <a:off x="858981" y="3135601"/>
            <a:ext cx="8229600" cy="563562"/>
          </a:xfrm>
          <a:prstGeom prst="rect">
            <a:avLst/>
          </a:prstGeo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29182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436"/>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4799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FF9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916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1" cy="6857999"/>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86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38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1"/>
            <a:ext cx="12177345" cy="6857999"/>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6632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5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1"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CED1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15309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861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69834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23459" y="0"/>
            <a:ext cx="1221546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FF9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249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8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84363"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1925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0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96E6ECF-A249-0D40-9B75-0B32CB9D082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0"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40871"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440872"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470178" y="6248773"/>
            <a:ext cx="2743200" cy="365125"/>
          </a:xfrm>
          <a:prstGeom prst="rect">
            <a:avLst/>
          </a:prstGeom>
        </p:spPr>
        <p:txBody>
          <a:bodyPr/>
          <a:lstStyle>
            <a:lvl1pPr algn="l">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461381"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1608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63"/>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95C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96278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CED1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05954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0F583A-EF24-8C40-880E-6C801127401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074198F2-EEA6-C345-B4E5-70967EA6D75F}"/>
              </a:ext>
            </a:extLst>
          </p:cNvPr>
          <p:cNvSpPr/>
          <p:nvPr/>
        </p:nvSpPr>
        <p:spPr>
          <a:xfrm>
            <a:off x="7407729" y="0"/>
            <a:ext cx="4784271" cy="6858000"/>
          </a:xfrm>
          <a:prstGeom prst="rect">
            <a:avLst/>
          </a:prstGeom>
          <a:solidFill>
            <a:srgbClr val="002D7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7848600" y="2353591"/>
            <a:ext cx="3853543" cy="2432277"/>
          </a:xfrm>
          <a:prstGeom prst="rect">
            <a:avLst/>
          </a:prstGeom>
        </p:spPr>
        <p:txBody>
          <a:bodyPr anchor="t"/>
          <a:lstStyle>
            <a:lvl1pPr algn="l">
              <a:defRPr sz="6000">
                <a:solidFill>
                  <a:schemeClr val="bg1"/>
                </a:solidFill>
              </a:defRPr>
            </a:lvl1pPr>
          </a:lstStyle>
          <a:p>
            <a:r>
              <a:rPr lang="en-US"/>
              <a:t>Section title</a:t>
            </a:r>
          </a:p>
        </p:txBody>
      </p:sp>
      <p:sp>
        <p:nvSpPr>
          <p:cNvPr id="3" name="Subtitle 2"/>
          <p:cNvSpPr>
            <a:spLocks noGrp="1"/>
          </p:cNvSpPr>
          <p:nvPr>
            <p:ph type="subTitle" idx="1" hasCustomPrompt="1"/>
          </p:nvPr>
        </p:nvSpPr>
        <p:spPr>
          <a:xfrm>
            <a:off x="7848601" y="3325589"/>
            <a:ext cx="3877234" cy="1461564"/>
          </a:xfrm>
          <a:prstGeom prst="rect">
            <a:avLst/>
          </a:prstGeo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Section title subtext</a:t>
            </a:r>
          </a:p>
        </p:txBody>
      </p:sp>
      <p:sp>
        <p:nvSpPr>
          <p:cNvPr id="6" name="Slide Number Placeholder 5"/>
          <p:cNvSpPr>
            <a:spLocks noGrp="1"/>
          </p:cNvSpPr>
          <p:nvPr>
            <p:ph type="sldNum" sz="quarter" idx="12"/>
          </p:nvPr>
        </p:nvSpPr>
        <p:spPr>
          <a:xfrm>
            <a:off x="8915400" y="6248773"/>
            <a:ext cx="2743200" cy="365125"/>
          </a:xfrm>
          <a:prstGeom prst="rect">
            <a:avLst/>
          </a:prstGeom>
        </p:spPr>
        <p:txBody>
          <a:bodyPr/>
          <a:lstStyle>
            <a:lvl1pPr algn="r">
              <a:defRPr>
                <a:solidFill>
                  <a:schemeClr val="bg1"/>
                </a:solidFill>
              </a:defRPr>
            </a:lvl1pPr>
          </a:lstStyle>
          <a:p>
            <a:fld id="{7585F1DB-7299-46F0-A294-AA8393461B28}" type="slidenum">
              <a:rPr lang="en-US" smtClean="0"/>
              <a:t>‹#›</a:t>
            </a:fld>
            <a:endParaRPr lang="en-US"/>
          </a:p>
        </p:txBody>
      </p:sp>
      <p:sp>
        <p:nvSpPr>
          <p:cNvPr id="14" name="Rectangle 13">
            <a:extLst>
              <a:ext uri="{FF2B5EF4-FFF2-40B4-BE49-F238E27FC236}">
                <a16:creationId xmlns:a16="http://schemas.microsoft.com/office/drawing/2014/main" id="{57B1D904-1C3D-5845-A707-9938053942EA}"/>
              </a:ext>
            </a:extLst>
          </p:cNvPr>
          <p:cNvSpPr/>
          <p:nvPr/>
        </p:nvSpPr>
        <p:spPr>
          <a:xfrm>
            <a:off x="7869110" y="2307263"/>
            <a:ext cx="3844805" cy="63794"/>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4510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2A2ECB-5E85-D849-806B-05B98FAE7040}"/>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5FC16FD-2C33-F943-BA94-AF25FDB6716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4">
            <a:extLst>
              <a:ext uri="{FF2B5EF4-FFF2-40B4-BE49-F238E27FC236}">
                <a16:creationId xmlns:a16="http://schemas.microsoft.com/office/drawing/2014/main" id="{3BFDE49D-A7FB-0B46-9B41-29A5F7C9A08D}"/>
              </a:ext>
            </a:extLst>
          </p:cNvPr>
          <p:cNvSpPr>
            <a:spLocks noGrp="1"/>
          </p:cNvSpPr>
          <p:nvPr>
            <p:ph type="title"/>
          </p:nvPr>
        </p:nvSpPr>
        <p:spPr>
          <a:xfrm>
            <a:off x="609600" y="350838"/>
            <a:ext cx="8229600" cy="563562"/>
          </a:xfrm>
          <a:prstGeom prst="rect">
            <a:avLst/>
          </a:prstGeom>
        </p:spPr>
        <p:txBody>
          <a:bodyPr/>
          <a:lstStyle>
            <a:lvl1pPr>
              <a:defRPr>
                <a:solidFill>
                  <a:schemeClr val="bg1"/>
                </a:solidFill>
              </a:defRPr>
            </a:lvl1pPr>
          </a:lstStyle>
          <a:p>
            <a:r>
              <a:rPr lang="en-US"/>
              <a:t>Click to edit Master title style</a:t>
            </a:r>
          </a:p>
        </p:txBody>
      </p:sp>
      <p:sp>
        <p:nvSpPr>
          <p:cNvPr id="4" name="Text Placeholder 5">
            <a:extLst>
              <a:ext uri="{FF2B5EF4-FFF2-40B4-BE49-F238E27FC236}">
                <a16:creationId xmlns:a16="http://schemas.microsoft.com/office/drawing/2014/main" id="{004DA1CD-FD3B-874C-8785-2581B739616B}"/>
              </a:ext>
            </a:extLst>
          </p:cNvPr>
          <p:cNvSpPr>
            <a:spLocks noGrp="1"/>
          </p:cNvSpPr>
          <p:nvPr>
            <p:ph type="body" sz="quarter" idx="10"/>
          </p:nvPr>
        </p:nvSpPr>
        <p:spPr>
          <a:xfrm>
            <a:off x="609600" y="838200"/>
            <a:ext cx="3657600" cy="381000"/>
          </a:xfrm>
          <a:prstGeom prst="rect">
            <a:avLst/>
          </a:prstGeom>
        </p:spPr>
        <p:txBody>
          <a:bodyPr/>
          <a:lstStyle>
            <a:lvl1pPr marL="0" indent="0">
              <a:buNone/>
              <a:defRPr>
                <a:solidFill>
                  <a:schemeClr val="bg1"/>
                </a:solidFill>
              </a:defRPr>
            </a:lvl1pPr>
          </a:lstStyle>
          <a:p>
            <a:pPr lvl="0"/>
            <a:r>
              <a:rPr lang="en-US"/>
              <a:t>Edit Master text styles</a:t>
            </a:r>
          </a:p>
        </p:txBody>
      </p:sp>
      <p:pic>
        <p:nvPicPr>
          <p:cNvPr id="7" name="Picture 6">
            <a:extLst>
              <a:ext uri="{FF2B5EF4-FFF2-40B4-BE49-F238E27FC236}">
                <a16:creationId xmlns:a16="http://schemas.microsoft.com/office/drawing/2014/main" id="{3140523D-A309-7B40-9B6E-9F3822EFA507}"/>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8" name="Content Placeholder 4">
            <a:extLst>
              <a:ext uri="{FF2B5EF4-FFF2-40B4-BE49-F238E27FC236}">
                <a16:creationId xmlns:a16="http://schemas.microsoft.com/office/drawing/2014/main" id="{8DE310D5-1ACE-F144-A0F4-41871248ACB4}"/>
              </a:ext>
            </a:extLst>
          </p:cNvPr>
          <p:cNvSpPr>
            <a:spLocks noGrp="1"/>
          </p:cNvSpPr>
          <p:nvPr>
            <p:ph idx="1"/>
          </p:nvPr>
        </p:nvSpPr>
        <p:spPr>
          <a:xfrm>
            <a:off x="838200" y="1825625"/>
            <a:ext cx="10515600" cy="4351338"/>
          </a:xfrm>
          <a:prstGeom prst="rect">
            <a:avLst/>
          </a:prstGeom>
        </p:spPr>
        <p:txBody>
          <a:bodyPr/>
          <a:lstStyle>
            <a:lvl1pPr marL="228600" indent="-228600">
              <a:buFontTx/>
              <a:buBlip>
                <a:blip r:embed="rId3"/>
              </a:buBlip>
              <a:defRPr/>
            </a:lvl1pPr>
          </a:lstStyle>
          <a:p>
            <a:pPr lvl="0"/>
            <a:r>
              <a:rPr lang="en-US"/>
              <a:t>Edit Master text styles</a:t>
            </a:r>
          </a:p>
        </p:txBody>
      </p:sp>
      <p:sp>
        <p:nvSpPr>
          <p:cNvPr id="9" name="Date Placeholder 1">
            <a:extLst>
              <a:ext uri="{FF2B5EF4-FFF2-40B4-BE49-F238E27FC236}">
                <a16:creationId xmlns:a16="http://schemas.microsoft.com/office/drawing/2014/main" id="{76CABD29-091A-3841-BE41-A21E7996BC04}"/>
              </a:ext>
            </a:extLst>
          </p:cNvPr>
          <p:cNvSpPr>
            <a:spLocks noGrp="1"/>
          </p:cNvSpPr>
          <p:nvPr>
            <p:ph type="dt" sz="half" idx="11"/>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3/5/25</a:t>
            </a:fld>
            <a:endParaRPr lang="en-US"/>
          </a:p>
        </p:txBody>
      </p:sp>
      <p:sp>
        <p:nvSpPr>
          <p:cNvPr id="10" name="Footer Placeholder 2">
            <a:extLst>
              <a:ext uri="{FF2B5EF4-FFF2-40B4-BE49-F238E27FC236}">
                <a16:creationId xmlns:a16="http://schemas.microsoft.com/office/drawing/2014/main" id="{F3AB6005-8FDD-BA49-BCAB-7957EEE318C7}"/>
              </a:ext>
            </a:extLst>
          </p:cNvPr>
          <p:cNvSpPr>
            <a:spLocks noGrp="1"/>
          </p:cNvSpPr>
          <p:nvPr>
            <p:ph type="ftr" sz="quarter" idx="12"/>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1" name="Slide Number Placeholder 3">
            <a:extLst>
              <a:ext uri="{FF2B5EF4-FFF2-40B4-BE49-F238E27FC236}">
                <a16:creationId xmlns:a16="http://schemas.microsoft.com/office/drawing/2014/main" id="{E09952BB-C30E-1D45-8334-594D82CC67C1}"/>
              </a:ext>
            </a:extLst>
          </p:cNvPr>
          <p:cNvSpPr>
            <a:spLocks noGrp="1"/>
          </p:cNvSpPr>
          <p:nvPr>
            <p:ph type="sldNum" sz="quarter" idx="13"/>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986901462"/>
      </p:ext>
    </p:extLst>
  </p:cSld>
  <p:clrMapOvr>
    <a:masterClrMapping/>
  </p:clrMapOvr>
  <p:transition spd="slow">
    <p:push di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838200" y="1825625"/>
            <a:ext cx="10515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F2C54BD-7A80-4CE4-8EAD-52D1F216143F}" type="datetimeFigureOut">
              <a:rPr lang="en-US" smtClean="0"/>
              <a:t>3/5/25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585F1DB-7299-46F0-A294-AA8393461B28}" type="slidenum">
              <a:rPr lang="en-US" smtClean="0"/>
              <a:t>‹#›</a:t>
            </a:fld>
            <a:endParaRPr lang="en-US"/>
          </a:p>
        </p:txBody>
      </p:sp>
      <p:sp>
        <p:nvSpPr>
          <p:cNvPr id="10" name="Rectangle 9">
            <a:extLst>
              <a:ext uri="{FF2B5EF4-FFF2-40B4-BE49-F238E27FC236}">
                <a16:creationId xmlns:a16="http://schemas.microsoft.com/office/drawing/2014/main" id="{4D60AC51-22E9-8041-9396-E51DDE7B9E2D}"/>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1015F31-99D4-1B49-B623-F7064760E84B}"/>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4">
            <a:extLst>
              <a:ext uri="{FF2B5EF4-FFF2-40B4-BE49-F238E27FC236}">
                <a16:creationId xmlns:a16="http://schemas.microsoft.com/office/drawing/2014/main" id="{BD374B7A-0912-4E4A-B878-C6E7C7B65163}"/>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13" name="Picture 12">
            <a:extLst>
              <a:ext uri="{FF2B5EF4-FFF2-40B4-BE49-F238E27FC236}">
                <a16:creationId xmlns:a16="http://schemas.microsoft.com/office/drawing/2014/main" id="{0B036BF9-5099-0A46-A0C1-2FA35BEC9F4D}"/>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24322131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838200" y="1825625"/>
            <a:ext cx="5181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72200" y="1825625"/>
            <a:ext cx="5181600" cy="435133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CC63CFE-0075-5B4A-83D7-277A2CDC172D}"/>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6A4B600-5049-4143-888F-6A9AF329FC6C}"/>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905957A3-0337-2A4C-8DD2-AD4E0FF6578E}"/>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11" name="Picture 10">
            <a:extLst>
              <a:ext uri="{FF2B5EF4-FFF2-40B4-BE49-F238E27FC236}">
                <a16:creationId xmlns:a16="http://schemas.microsoft.com/office/drawing/2014/main" id="{757F9356-CB62-2A45-A165-7666C6193AAC}"/>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14026376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hasCustomPrompt="1"/>
          </p:nvPr>
        </p:nvSpPr>
        <p:spPr>
          <a:xfrm>
            <a:off x="839788" y="2505075"/>
            <a:ext cx="5157787" cy="368458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hasCustomPrompt="1"/>
          </p:nvPr>
        </p:nvSpPr>
        <p:spPr>
          <a:xfrm>
            <a:off x="6172200" y="2505075"/>
            <a:ext cx="5183188" cy="3684588"/>
          </a:xfrm>
          <a:prstGeom prst="rect">
            <a:avLst/>
          </a:prstGeom>
        </p:spPr>
        <p:txBody>
          <a:bodyPr/>
          <a:lstStyle>
            <a:lvl1pPr marL="228600" indent="-228600">
              <a:buFontTx/>
              <a:buBlip>
                <a:blip r:embed="rId2"/>
              </a:buBlip>
              <a:defRPr/>
            </a:lvl1pPr>
            <a:lvl3pPr marL="1143000" indent="-228600">
              <a:buFont typeface="Courier New" panose="02070309020205020404" pitchFamily="49" charset="0"/>
              <a:buChar char="o"/>
              <a:defRPr/>
            </a:lvl3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834FFE5F-714C-6642-972D-CD7997E42255}"/>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5182DC8-81E7-4B49-87CD-8E3B6DEDBA4F}"/>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4">
            <a:extLst>
              <a:ext uri="{FF2B5EF4-FFF2-40B4-BE49-F238E27FC236}">
                <a16:creationId xmlns:a16="http://schemas.microsoft.com/office/drawing/2014/main" id="{E37E057A-6E77-7247-9FBA-4507F909F062}"/>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13" name="Picture 12">
            <a:extLst>
              <a:ext uri="{FF2B5EF4-FFF2-40B4-BE49-F238E27FC236}">
                <a16:creationId xmlns:a16="http://schemas.microsoft.com/office/drawing/2014/main" id="{18D0252D-E313-6C4F-8A43-F8FDCB690FAB}"/>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3983644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76FE4EC-2507-AF43-8349-8CE505DB0255}"/>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41A9ED-08D1-1146-AC96-A2719925075D}"/>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4">
            <a:extLst>
              <a:ext uri="{FF2B5EF4-FFF2-40B4-BE49-F238E27FC236}">
                <a16:creationId xmlns:a16="http://schemas.microsoft.com/office/drawing/2014/main" id="{633B37FB-74FD-CA47-A9CB-995E4F8610D3}"/>
              </a:ext>
            </a:extLst>
          </p:cNvPr>
          <p:cNvSpPr>
            <a:spLocks noGrp="1"/>
          </p:cNvSpPr>
          <p:nvPr>
            <p:ph type="title" hasCustomPrompt="1"/>
          </p:nvPr>
        </p:nvSpPr>
        <p:spPr>
          <a:xfrm>
            <a:off x="609600" y="305530"/>
            <a:ext cx="8229600" cy="563562"/>
          </a:xfrm>
          <a:prstGeom prst="rect">
            <a:avLst/>
          </a:prstGeom>
        </p:spPr>
        <p:txBody>
          <a:bodyPr/>
          <a:lstStyle>
            <a:lvl1pPr>
              <a:defRPr>
                <a:solidFill>
                  <a:schemeClr val="bg1"/>
                </a:solidFill>
              </a:defRPr>
            </a:lvl1pPr>
          </a:lstStyle>
          <a:p>
            <a:r>
              <a:rPr lang="en-US"/>
              <a:t>Right Click to Change Photos</a:t>
            </a:r>
          </a:p>
        </p:txBody>
      </p:sp>
      <p:pic>
        <p:nvPicPr>
          <p:cNvPr id="9" name="Picture 8">
            <a:extLst>
              <a:ext uri="{FF2B5EF4-FFF2-40B4-BE49-F238E27FC236}">
                <a16:creationId xmlns:a16="http://schemas.microsoft.com/office/drawing/2014/main" id="{FE5FFD9B-A527-0A4A-AFB1-898C57E37DA0}"/>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pic>
        <p:nvPicPr>
          <p:cNvPr id="11" name="Picture 10">
            <a:extLst>
              <a:ext uri="{FF2B5EF4-FFF2-40B4-BE49-F238E27FC236}">
                <a16:creationId xmlns:a16="http://schemas.microsoft.com/office/drawing/2014/main" id="{BAC6C21C-3DDC-A940-845F-181075B0C14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64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2" name="Table 11">
            <a:extLst>
              <a:ext uri="{FF2B5EF4-FFF2-40B4-BE49-F238E27FC236}">
                <a16:creationId xmlns:a16="http://schemas.microsoft.com/office/drawing/2014/main" id="{FB22B7A3-8EBE-1F48-808B-38A1538113A0}"/>
              </a:ext>
            </a:extLst>
          </p:cNvPr>
          <p:cNvGraphicFramePr>
            <a:graphicFrameLocks noGrp="1"/>
          </p:cNvGraphicFramePr>
          <p:nvPr>
            <p:extLst>
              <p:ext uri="{D42A27DB-BD31-4B8C-83A1-F6EECF244321}">
                <p14:modId xmlns:p14="http://schemas.microsoft.com/office/powerpoint/2010/main" val="2415642616"/>
              </p:ext>
            </p:extLst>
          </p:nvPr>
        </p:nvGraphicFramePr>
        <p:xfrm>
          <a:off x="293352" y="4577471"/>
          <a:ext cx="11452180" cy="1311482"/>
        </p:xfrm>
        <a:graphic>
          <a:graphicData uri="http://schemas.openxmlformats.org/drawingml/2006/table">
            <a:tbl>
              <a:tblPr firstRow="1" bandRow="1">
                <a:tableStyleId>{5C22544A-7EE6-4342-B048-85BDC9FD1C3A}</a:tableStyleId>
              </a:tblPr>
              <a:tblGrid>
                <a:gridCol w="2863045">
                  <a:extLst>
                    <a:ext uri="{9D8B030D-6E8A-4147-A177-3AD203B41FA5}">
                      <a16:colId xmlns:a16="http://schemas.microsoft.com/office/drawing/2014/main" val="3056291280"/>
                    </a:ext>
                  </a:extLst>
                </a:gridCol>
                <a:gridCol w="2863045">
                  <a:extLst>
                    <a:ext uri="{9D8B030D-6E8A-4147-A177-3AD203B41FA5}">
                      <a16:colId xmlns:a16="http://schemas.microsoft.com/office/drawing/2014/main" val="2065936292"/>
                    </a:ext>
                  </a:extLst>
                </a:gridCol>
                <a:gridCol w="2863045">
                  <a:extLst>
                    <a:ext uri="{9D8B030D-6E8A-4147-A177-3AD203B41FA5}">
                      <a16:colId xmlns:a16="http://schemas.microsoft.com/office/drawing/2014/main" val="528451081"/>
                    </a:ext>
                  </a:extLst>
                </a:gridCol>
                <a:gridCol w="2863045">
                  <a:extLst>
                    <a:ext uri="{9D8B030D-6E8A-4147-A177-3AD203B41FA5}">
                      <a16:colId xmlns:a16="http://schemas.microsoft.com/office/drawing/2014/main" val="1056498245"/>
                    </a:ext>
                  </a:extLst>
                </a:gridCol>
              </a:tblGrid>
              <a:tr h="1311482">
                <a:tc>
                  <a:txBody>
                    <a:bodyPr/>
                    <a:lstStyle/>
                    <a:p>
                      <a:pPr algn="ctr"/>
                      <a:r>
                        <a:rPr lang="en-US" sz="2400" b="1">
                          <a:solidFill>
                            <a:srgbClr val="212E57"/>
                          </a:solidFill>
                          <a:latin typeface="Calibri" panose="020F0502020204030204" pitchFamily="34" charset="0"/>
                          <a:cs typeface="Calibri" panose="020F0502020204030204" pitchFamily="34" charset="0"/>
                        </a:rPr>
                        <a:t>Name </a:t>
                      </a:r>
                      <a:r>
                        <a:rPr lang="en-US" sz="2400" b="1" err="1">
                          <a:solidFill>
                            <a:srgbClr val="212E57"/>
                          </a:solidFill>
                          <a:latin typeface="Calibri" panose="020F0502020204030204" pitchFamily="34" charset="0"/>
                          <a:cs typeface="Calibri" panose="020F0502020204030204" pitchFamily="34" charset="0"/>
                        </a:rPr>
                        <a:t>LastName</a:t>
                      </a:r>
                      <a:endParaRPr lang="en-US" sz="2400" b="1">
                        <a:solidFill>
                          <a:srgbClr val="212E57"/>
                        </a:solidFill>
                        <a:latin typeface="Calibri" panose="020F0502020204030204" pitchFamily="34" charset="0"/>
                        <a:cs typeface="Calibri" panose="020F0502020204030204" pitchFamily="34" charset="0"/>
                      </a:endParaRPr>
                    </a:p>
                    <a:p>
                      <a:pPr algn="ctr"/>
                      <a:r>
                        <a:rPr lang="en-US">
                          <a:solidFill>
                            <a:srgbClr val="2095CB"/>
                          </a:solidFill>
                          <a:latin typeface="Calibri" panose="020F0502020204030204" pitchFamily="34" charset="0"/>
                          <a:cs typeface="Calibri" panose="020F0502020204030204" pitchFamily="34" charset="0"/>
                        </a:rPr>
                        <a:t>Title Goes Here</a:t>
                      </a:r>
                      <a:endParaRPr lang="en-US">
                        <a:solidFill>
                          <a:srgbClr val="2095CB"/>
                        </a:solidFill>
                        <a:latin typeface="Gentona Book" pitchFamily="2" charset="77"/>
                      </a:endParaRPr>
                    </a:p>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a:solidFill>
                            <a:srgbClr val="212E57"/>
                          </a:solidFill>
                          <a:latin typeface="Calibri" panose="020F0502020204030204" pitchFamily="34" charset="0"/>
                          <a:cs typeface="Calibri" panose="020F0502020204030204" pitchFamily="34" charset="0"/>
                        </a:rPr>
                        <a:t>Name </a:t>
                      </a:r>
                      <a:r>
                        <a:rPr lang="en-US" sz="2400" b="1" err="1">
                          <a:solidFill>
                            <a:srgbClr val="212E57"/>
                          </a:solidFill>
                          <a:latin typeface="Calibri" panose="020F0502020204030204" pitchFamily="34" charset="0"/>
                          <a:cs typeface="Calibri" panose="020F0502020204030204" pitchFamily="34" charset="0"/>
                        </a:rPr>
                        <a:t>LastName</a:t>
                      </a:r>
                      <a:endParaRPr lang="en-US" sz="2400" b="1">
                        <a:solidFill>
                          <a:srgbClr val="212E57"/>
                        </a:solidFill>
                        <a:latin typeface="Calibri" panose="020F0502020204030204" pitchFamily="34" charset="0"/>
                        <a:cs typeface="Calibri" panose="020F0502020204030204" pitchFamily="34" charset="0"/>
                      </a:endParaRPr>
                    </a:p>
                    <a:p>
                      <a:pPr algn="ctr"/>
                      <a:r>
                        <a:rPr lang="en-US">
                          <a:solidFill>
                            <a:srgbClr val="2095CB"/>
                          </a:solidFill>
                          <a:latin typeface="Calibri" panose="020F0502020204030204" pitchFamily="34" charset="0"/>
                          <a:cs typeface="Calibri" panose="020F0502020204030204" pitchFamily="34" charset="0"/>
                        </a:rPr>
                        <a:t>Title Goes Here</a:t>
                      </a:r>
                      <a:endParaRPr lang="en-US">
                        <a:solidFill>
                          <a:srgbClr val="2095CB"/>
                        </a:solidFill>
                        <a:latin typeface="Gentona Book" pitchFamily="2" charset="77"/>
                      </a:endParaRPr>
                    </a:p>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a:solidFill>
                            <a:srgbClr val="212E57"/>
                          </a:solidFill>
                          <a:latin typeface="Calibri" panose="020F0502020204030204" pitchFamily="34" charset="0"/>
                          <a:cs typeface="Calibri" panose="020F0502020204030204" pitchFamily="34" charset="0"/>
                        </a:rPr>
                        <a:t>Name </a:t>
                      </a:r>
                      <a:r>
                        <a:rPr lang="en-US" sz="2400" b="1" err="1">
                          <a:solidFill>
                            <a:srgbClr val="212E57"/>
                          </a:solidFill>
                          <a:latin typeface="Calibri" panose="020F0502020204030204" pitchFamily="34" charset="0"/>
                          <a:cs typeface="Calibri" panose="020F0502020204030204" pitchFamily="34" charset="0"/>
                        </a:rPr>
                        <a:t>LastName</a:t>
                      </a:r>
                      <a:endParaRPr lang="en-US" sz="2400" b="1">
                        <a:solidFill>
                          <a:srgbClr val="212E57"/>
                        </a:solidFill>
                        <a:latin typeface="Calibri" panose="020F0502020204030204" pitchFamily="34" charset="0"/>
                        <a:cs typeface="Calibri" panose="020F0502020204030204" pitchFamily="34" charset="0"/>
                      </a:endParaRPr>
                    </a:p>
                    <a:p>
                      <a:pPr algn="ctr"/>
                      <a:r>
                        <a:rPr lang="en-US">
                          <a:solidFill>
                            <a:srgbClr val="2095CB"/>
                          </a:solidFill>
                          <a:latin typeface="Calibri" panose="020F0502020204030204" pitchFamily="34" charset="0"/>
                          <a:cs typeface="Calibri" panose="020F0502020204030204" pitchFamily="34" charset="0"/>
                        </a:rPr>
                        <a:t>Title Goes Here</a:t>
                      </a:r>
                      <a:endParaRPr lang="en-US">
                        <a:solidFill>
                          <a:srgbClr val="2095CB"/>
                        </a:solidFill>
                        <a:latin typeface="Gentona Book" pitchFamily="2" charset="77"/>
                      </a:endParaRPr>
                    </a:p>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b="1">
                          <a:solidFill>
                            <a:srgbClr val="212E57"/>
                          </a:solidFill>
                          <a:latin typeface="Calibri" panose="020F0502020204030204" pitchFamily="34" charset="0"/>
                          <a:cs typeface="Calibri" panose="020F0502020204030204" pitchFamily="34" charset="0"/>
                        </a:rPr>
                        <a:t>Name </a:t>
                      </a:r>
                      <a:r>
                        <a:rPr lang="en-US" sz="2400" b="1" err="1">
                          <a:solidFill>
                            <a:srgbClr val="212E57"/>
                          </a:solidFill>
                          <a:latin typeface="Calibri" panose="020F0502020204030204" pitchFamily="34" charset="0"/>
                          <a:cs typeface="Calibri" panose="020F0502020204030204" pitchFamily="34" charset="0"/>
                        </a:rPr>
                        <a:t>LastName</a:t>
                      </a:r>
                      <a:endParaRPr lang="en-US" sz="2400" b="1">
                        <a:solidFill>
                          <a:srgbClr val="212E57"/>
                        </a:solidFill>
                        <a:latin typeface="Calibri" panose="020F0502020204030204" pitchFamily="34" charset="0"/>
                        <a:cs typeface="Calibri" panose="020F0502020204030204" pitchFamily="34" charset="0"/>
                      </a:endParaRPr>
                    </a:p>
                    <a:p>
                      <a:pPr algn="ctr"/>
                      <a:r>
                        <a:rPr lang="en-US">
                          <a:solidFill>
                            <a:srgbClr val="2095CB"/>
                          </a:solidFill>
                          <a:latin typeface="Calibri" panose="020F0502020204030204" pitchFamily="34" charset="0"/>
                          <a:cs typeface="Calibri" panose="020F0502020204030204" pitchFamily="34" charset="0"/>
                        </a:rPr>
                        <a:t>Title Goes Here</a:t>
                      </a:r>
                      <a:endParaRPr lang="en-US">
                        <a:solidFill>
                          <a:srgbClr val="2095CB"/>
                        </a:solidFill>
                        <a:latin typeface="Gentona Book" pitchFamily="2" charset="77"/>
                      </a:endParaRPr>
                    </a:p>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8445522"/>
                  </a:ext>
                </a:extLst>
              </a:tr>
            </a:tbl>
          </a:graphicData>
        </a:graphic>
      </p:graphicFrame>
      <p:pic>
        <p:nvPicPr>
          <p:cNvPr id="13" name="Picture 12">
            <a:extLst>
              <a:ext uri="{FF2B5EF4-FFF2-40B4-BE49-F238E27FC236}">
                <a16:creationId xmlns:a16="http://schemas.microsoft.com/office/drawing/2014/main" id="{09870840-8650-A747-BF8C-6090FF4C72D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66297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035174E9-9763-3148-A64F-FC181046553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014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3DA8C018-AB91-AE44-85A3-8FC9BA1E50D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397024" y="2443871"/>
            <a:ext cx="1828800" cy="1828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Text Placeholder 6">
            <a:extLst>
              <a:ext uri="{FF2B5EF4-FFF2-40B4-BE49-F238E27FC236}">
                <a16:creationId xmlns:a16="http://schemas.microsoft.com/office/drawing/2014/main" id="{FB13E810-7643-0D40-8876-74451CC6B61B}"/>
              </a:ext>
            </a:extLst>
          </p:cNvPr>
          <p:cNvSpPr>
            <a:spLocks noGrp="1"/>
          </p:cNvSpPr>
          <p:nvPr>
            <p:ph type="body" sz="quarter" idx="10"/>
          </p:nvPr>
        </p:nvSpPr>
        <p:spPr>
          <a:xfrm>
            <a:off x="609600" y="895350"/>
            <a:ext cx="9886950" cy="381000"/>
          </a:xfrm>
          <a:prstGeom prst="rect">
            <a:avLst/>
          </a:prstGeom>
        </p:spPr>
        <p:txBody>
          <a:bodyPr>
            <a:normAutofit fontScale="77500" lnSpcReduction="20000"/>
          </a:bodyPr>
          <a:lstStyle>
            <a:lvl1pPr>
              <a:defRPr>
                <a:solidFill>
                  <a:schemeClr val="bg1"/>
                </a:solidFill>
              </a:defRPr>
            </a:lvl1pPr>
          </a:lstStyle>
          <a:p>
            <a:pPr marL="0" lvl="0" indent="0">
              <a:buNone/>
            </a:pPr>
            <a:r>
              <a:rPr lang="en-US"/>
              <a:t>Edit Master text styles</a:t>
            </a:r>
          </a:p>
        </p:txBody>
      </p:sp>
    </p:spTree>
    <p:extLst>
      <p:ext uri="{BB962C8B-B14F-4D97-AF65-F5344CB8AC3E}">
        <p14:creationId xmlns:p14="http://schemas.microsoft.com/office/powerpoint/2010/main" val="30905279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183188" y="2041071"/>
            <a:ext cx="6172200" cy="3819979"/>
          </a:xfrm>
          <a:prstGeom prst="rect">
            <a:avLst/>
          </a:prstGeom>
        </p:spPr>
        <p:txBody>
          <a:bodyPr/>
          <a:lstStyle>
            <a:lvl1pPr marL="228600" indent="-228600">
              <a:buFontTx/>
              <a:buBlip>
                <a:blip r:embed="rId2"/>
              </a:buBlip>
              <a:defRPr sz="3200"/>
            </a:lvl1pPr>
            <a:lvl2pPr>
              <a:defRPr sz="2800"/>
            </a:lvl2pPr>
            <a:lvl3pPr marL="1143000" indent="-228600">
              <a:buFont typeface="Courier New" panose="02070309020205020404" pitchFamily="49" charset="0"/>
              <a:buChar char="o"/>
              <a:defRPr sz="2400"/>
            </a:lvl3pPr>
            <a:lvl4pPr>
              <a:defRPr sz="2000"/>
            </a:lvl4pPr>
            <a:lvl5pPr>
              <a:defRPr sz="2000"/>
            </a:lvl5pPr>
            <a:lvl6pPr>
              <a:defRPr sz="2000"/>
            </a:lvl6pPr>
            <a:lvl7pPr>
              <a:defRPr sz="2000"/>
            </a:lvl7pPr>
            <a:lvl8pPr>
              <a:defRPr sz="2000"/>
            </a:lvl8pPr>
            <a:lvl9pPr>
              <a:defRPr sz="2000"/>
            </a:lvl9pPr>
          </a:lstStyle>
          <a:p>
            <a:pPr lvl="0"/>
            <a:r>
              <a:rPr lang="en-US"/>
              <a:t> 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DA6240B6-32DA-D44E-B963-42A4679BB95F}"/>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C2A3FB2-E446-404D-89AB-9498965FD8F1}"/>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98A44E99-A682-1D40-B82F-5A93BD58E379}"/>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11" name="Picture 10">
            <a:extLst>
              <a:ext uri="{FF2B5EF4-FFF2-40B4-BE49-F238E27FC236}">
                <a16:creationId xmlns:a16="http://schemas.microsoft.com/office/drawing/2014/main" id="{CC6E1C09-01C2-3F4C-9A56-EB174C3396D6}"/>
              </a:ext>
            </a:extLst>
          </p:cNvPr>
          <p:cNvPicPr>
            <a:picLocks noChangeAspect="1"/>
          </p:cNvPicPr>
          <p:nvPr/>
        </p:nvPicPr>
        <p:blipFill rotWithShape="1">
          <a:blip r:embed="rId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16501836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41071"/>
            <a:ext cx="6172200" cy="381997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Rectangle 7">
            <a:extLst>
              <a:ext uri="{FF2B5EF4-FFF2-40B4-BE49-F238E27FC236}">
                <a16:creationId xmlns:a16="http://schemas.microsoft.com/office/drawing/2014/main" id="{0B6D762D-7DDA-2D46-95FD-819A8414671B}"/>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ACE98E7-1B28-7F4F-AF7A-E12A2C1BC02E}"/>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4">
            <a:extLst>
              <a:ext uri="{FF2B5EF4-FFF2-40B4-BE49-F238E27FC236}">
                <a16:creationId xmlns:a16="http://schemas.microsoft.com/office/drawing/2014/main" id="{F97D7C58-1DCB-DA43-AE0A-EBCC91CA0451}"/>
              </a:ext>
            </a:extLst>
          </p:cNvPr>
          <p:cNvSpPr>
            <a:spLocks noGrp="1"/>
          </p:cNvSpPr>
          <p:nvPr>
            <p:ph type="title"/>
          </p:nvPr>
        </p:nvSpPr>
        <p:spPr>
          <a:xfrm>
            <a:off x="609600" y="503238"/>
            <a:ext cx="8229600" cy="563562"/>
          </a:xfrm>
          <a:prstGeom prst="rect">
            <a:avLst/>
          </a:prstGeom>
        </p:spPr>
        <p:txBody>
          <a:bodyPr/>
          <a:lstStyle>
            <a:lvl1pPr>
              <a:defRPr>
                <a:solidFill>
                  <a:schemeClr val="bg1"/>
                </a:solidFill>
              </a:defRPr>
            </a:lvl1pPr>
          </a:lstStyle>
          <a:p>
            <a:r>
              <a:rPr lang="en-US"/>
              <a:t>Click to edit Master title style</a:t>
            </a:r>
          </a:p>
        </p:txBody>
      </p:sp>
      <p:pic>
        <p:nvPicPr>
          <p:cNvPr id="11" name="Picture 10">
            <a:extLst>
              <a:ext uri="{FF2B5EF4-FFF2-40B4-BE49-F238E27FC236}">
                <a16:creationId xmlns:a16="http://schemas.microsoft.com/office/drawing/2014/main" id="{8C0C4BBF-C0AF-4345-951B-44974768E0D5}"/>
              </a:ext>
            </a:extLst>
          </p:cNvPr>
          <p:cNvPicPr>
            <a:picLocks noChangeAspect="1"/>
          </p:cNvPicPr>
          <p:nvPr/>
        </p:nvPicPr>
        <p:blipFill rotWithShape="1">
          <a:blip r:embed="rId2"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12" name="Date Placeholder 1">
            <a:extLst>
              <a:ext uri="{FF2B5EF4-FFF2-40B4-BE49-F238E27FC236}">
                <a16:creationId xmlns:a16="http://schemas.microsoft.com/office/drawing/2014/main" id="{D8440193-AA9F-9B48-868A-7802A0F3DF73}"/>
              </a:ext>
            </a:extLst>
          </p:cNvPr>
          <p:cNvSpPr>
            <a:spLocks noGrp="1"/>
          </p:cNvSpPr>
          <p:nvPr>
            <p:ph type="dt" sz="half" idx="10"/>
          </p:nvPr>
        </p:nvSpPr>
        <p:spPr>
          <a:xfrm>
            <a:off x="461682" y="6356350"/>
            <a:ext cx="2743200" cy="365125"/>
          </a:xfrm>
          <a:prstGeom prst="rect">
            <a:avLst/>
          </a:prstGeom>
        </p:spPr>
        <p:txBody>
          <a:bodyPr/>
          <a:lstStyle>
            <a:lvl1pPr algn="l">
              <a:defRPr>
                <a:solidFill>
                  <a:schemeClr val="bg1">
                    <a:lumMod val="50000"/>
                  </a:schemeClr>
                </a:solidFill>
              </a:defRPr>
            </a:lvl1pPr>
          </a:lstStyle>
          <a:p>
            <a:fld id="{9F2C54BD-7A80-4CE4-8EAD-52D1F216143F}" type="datetimeFigureOut">
              <a:rPr lang="en-US" smtClean="0"/>
              <a:t>3/5/25</a:t>
            </a:fld>
            <a:endParaRPr lang="en-US"/>
          </a:p>
        </p:txBody>
      </p:sp>
      <p:sp>
        <p:nvSpPr>
          <p:cNvPr id="13" name="Footer Placeholder 2">
            <a:extLst>
              <a:ext uri="{FF2B5EF4-FFF2-40B4-BE49-F238E27FC236}">
                <a16:creationId xmlns:a16="http://schemas.microsoft.com/office/drawing/2014/main" id="{4483161F-B225-214F-9939-BEDEC0BB9A38}"/>
              </a:ext>
            </a:extLst>
          </p:cNvPr>
          <p:cNvSpPr>
            <a:spLocks noGrp="1"/>
          </p:cNvSpPr>
          <p:nvPr>
            <p:ph type="ftr" sz="quarter" idx="11"/>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4" name="Slide Number Placeholder 3">
            <a:extLst>
              <a:ext uri="{FF2B5EF4-FFF2-40B4-BE49-F238E27FC236}">
                <a16:creationId xmlns:a16="http://schemas.microsoft.com/office/drawing/2014/main" id="{D36DF6D4-C6A2-5A4B-8A23-1F6091126CCB}"/>
              </a:ext>
            </a:extLst>
          </p:cNvPr>
          <p:cNvSpPr>
            <a:spLocks noGrp="1"/>
          </p:cNvSpPr>
          <p:nvPr>
            <p:ph type="sldNum" sz="quarter" idx="12"/>
          </p:nvPr>
        </p:nvSpPr>
        <p:spPr>
          <a:xfrm>
            <a:off x="8915400" y="6356350"/>
            <a:ext cx="2743200" cy="365125"/>
          </a:xfrm>
          <a:prstGeom prst="rect">
            <a:avLst/>
          </a:prstGeom>
        </p:spPr>
        <p:txBody>
          <a:bodyPr/>
          <a:lstStyle>
            <a:lvl1pPr algn="r">
              <a:defRPr>
                <a:solidFill>
                  <a:schemeClr val="bg1">
                    <a:lumMod val="50000"/>
                  </a:schemeClr>
                </a:solidFill>
              </a:defRPr>
            </a:lvl1pPr>
          </a:lstStyle>
          <a:p>
            <a:fld id="{7585F1DB-7299-46F0-A294-AA8393461B28}" type="slidenum">
              <a:rPr lang="en-US" smtClean="0"/>
              <a:t>‹#›</a:t>
            </a:fld>
            <a:endParaRPr lang="en-US"/>
          </a:p>
        </p:txBody>
      </p:sp>
    </p:spTree>
    <p:extLst>
      <p:ext uri="{BB962C8B-B14F-4D97-AF65-F5344CB8AC3E}">
        <p14:creationId xmlns:p14="http://schemas.microsoft.com/office/powerpoint/2010/main" val="8424337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C9406-6241-E347-92A4-3671034B9113}"/>
              </a:ext>
            </a:extLst>
          </p:cNvPr>
          <p:cNvPicPr>
            <a:picLocks noChangeAspect="1"/>
          </p:cNvPicPr>
          <p:nvPr/>
        </p:nvPicPr>
        <p:blipFill>
          <a:blip r:embed="rId2"/>
          <a:stretch>
            <a:fillRect/>
          </a:stretch>
        </p:blipFill>
        <p:spPr>
          <a:xfrm>
            <a:off x="0" y="0"/>
            <a:ext cx="12227442" cy="6858000"/>
          </a:xfrm>
          <a:prstGeom prst="rect">
            <a:avLst/>
          </a:prstGeom>
        </p:spPr>
      </p:pic>
      <p:pic>
        <p:nvPicPr>
          <p:cNvPr id="6" name="Picture 5">
            <a:extLst>
              <a:ext uri="{FF2B5EF4-FFF2-40B4-BE49-F238E27FC236}">
                <a16:creationId xmlns:a16="http://schemas.microsoft.com/office/drawing/2014/main" id="{161CA9BC-9563-844E-B786-04D58F7BF61B}"/>
              </a:ext>
            </a:extLst>
          </p:cNvPr>
          <p:cNvPicPr>
            <a:picLocks noChangeAspect="1"/>
          </p:cNvPicPr>
          <p:nvPr/>
        </p:nvPicPr>
        <p:blipFill>
          <a:blip r:embed="rId3"/>
          <a:stretch>
            <a:fillRect/>
          </a:stretch>
        </p:blipFill>
        <p:spPr>
          <a:xfrm>
            <a:off x="139454" y="4536341"/>
            <a:ext cx="4899976" cy="2019479"/>
          </a:xfrm>
          <a:prstGeom prst="rect">
            <a:avLst/>
          </a:prstGeom>
        </p:spPr>
      </p:pic>
      <p:sp>
        <p:nvSpPr>
          <p:cNvPr id="7" name="Rectangle 6">
            <a:extLst>
              <a:ext uri="{FF2B5EF4-FFF2-40B4-BE49-F238E27FC236}">
                <a16:creationId xmlns:a16="http://schemas.microsoft.com/office/drawing/2014/main" id="{0DA85D32-B018-6A46-851B-7305F0540A88}"/>
              </a:ext>
            </a:extLst>
          </p:cNvPr>
          <p:cNvSpPr/>
          <p:nvPr/>
        </p:nvSpPr>
        <p:spPr>
          <a:xfrm>
            <a:off x="1" y="2831605"/>
            <a:ext cx="12192000" cy="1139477"/>
          </a:xfrm>
          <a:prstGeom prst="rect">
            <a:avLst/>
          </a:prstGeom>
          <a:solidFill>
            <a:srgbClr val="6DADE4">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9E1B"/>
              </a:solidFill>
            </a:endParaRPr>
          </a:p>
        </p:txBody>
      </p:sp>
      <p:sp>
        <p:nvSpPr>
          <p:cNvPr id="8" name="Rectangle 7">
            <a:extLst>
              <a:ext uri="{FF2B5EF4-FFF2-40B4-BE49-F238E27FC236}">
                <a16:creationId xmlns:a16="http://schemas.microsoft.com/office/drawing/2014/main" id="{A591D633-992C-8F4A-B5EE-5C8D486C68FE}"/>
              </a:ext>
            </a:extLst>
          </p:cNvPr>
          <p:cNvSpPr/>
          <p:nvPr/>
        </p:nvSpPr>
        <p:spPr>
          <a:xfrm>
            <a:off x="669697" y="2873631"/>
            <a:ext cx="7844107" cy="1015663"/>
          </a:xfrm>
          <a:prstGeom prst="rect">
            <a:avLst/>
          </a:prstGeom>
        </p:spPr>
        <p:txBody>
          <a:bodyPr wrap="square">
            <a:spAutoFit/>
          </a:bodyPr>
          <a:lstStyle/>
          <a:p>
            <a:r>
              <a:rPr lang="en-US" sz="6000" b="1">
                <a:solidFill>
                  <a:schemeClr val="bg1"/>
                </a:solidFill>
                <a:latin typeface="Calibri" panose="020F0502020204030204" pitchFamily="34" charset="0"/>
                <a:cs typeface="Calibri" panose="020F0502020204030204" pitchFamily="34" charset="0"/>
              </a:rPr>
              <a:t>Build for what’s next™</a:t>
            </a:r>
            <a:endParaRPr lang="en-US" sz="6000"/>
          </a:p>
        </p:txBody>
      </p:sp>
    </p:spTree>
    <p:extLst>
      <p:ext uri="{BB962C8B-B14F-4D97-AF65-F5344CB8AC3E}">
        <p14:creationId xmlns:p14="http://schemas.microsoft.com/office/powerpoint/2010/main" val="407441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image" Target="../media/image5.emf"/><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4FA37C-8C75-57A1-97B8-793FD8D24774}"/>
              </a:ext>
            </a:extLst>
          </p:cNvPr>
          <p:cNvSpPr/>
          <p:nvPr/>
        </p:nvSpPr>
        <p:spPr>
          <a:xfrm>
            <a:off x="2209799" y="6358270"/>
            <a:ext cx="9808651" cy="363205"/>
          </a:xfrm>
          <a:prstGeom prst="rect">
            <a:avLst/>
          </a:prstGeom>
          <a:solidFill>
            <a:srgbClr val="0000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b="1">
              <a:latin typeface="Calibri" charset="0"/>
              <a:ea typeface="Calibri" charset="0"/>
              <a:cs typeface="Calibri" charset="0"/>
            </a:endParaRPr>
          </a:p>
        </p:txBody>
      </p:sp>
      <p:sp>
        <p:nvSpPr>
          <p:cNvPr id="2" name="Title Placeholder 1">
            <a:extLst>
              <a:ext uri="{FF2B5EF4-FFF2-40B4-BE49-F238E27FC236}">
                <a16:creationId xmlns:a16="http://schemas.microsoft.com/office/drawing/2014/main" id="{23A51F63-2F2F-C620-ED8F-4C18F411B33A}"/>
              </a:ext>
            </a:extLst>
          </p:cNvPr>
          <p:cNvSpPr>
            <a:spLocks noGrp="1"/>
          </p:cNvSpPr>
          <p:nvPr>
            <p:ph type="title"/>
          </p:nvPr>
        </p:nvSpPr>
        <p:spPr>
          <a:xfrm>
            <a:off x="598515" y="793440"/>
            <a:ext cx="11130741" cy="85087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6CAF98-3BB6-2E90-A6CD-FE48B5CFF6FE}"/>
              </a:ext>
            </a:extLst>
          </p:cNvPr>
          <p:cNvSpPr>
            <a:spLocks noGrp="1"/>
          </p:cNvSpPr>
          <p:nvPr>
            <p:ph type="body" idx="1"/>
          </p:nvPr>
        </p:nvSpPr>
        <p:spPr>
          <a:xfrm>
            <a:off x="598516" y="1825625"/>
            <a:ext cx="11130742"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E6276311-1D7C-9A92-D91C-2DFDE135D6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D3BA47-113B-A4E9-4A82-526FF5195A7E}"/>
              </a:ext>
            </a:extLst>
          </p:cNvPr>
          <p:cNvSpPr>
            <a:spLocks noGrp="1"/>
          </p:cNvSpPr>
          <p:nvPr>
            <p:ph type="sldNum" sz="quarter" idx="4"/>
          </p:nvPr>
        </p:nvSpPr>
        <p:spPr>
          <a:xfrm>
            <a:off x="9275251"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772ED8-610E-4373-80B3-D4E94A1FEDFC}" type="slidenum">
              <a:rPr lang="en-US" smtClean="0"/>
              <a:t>‹#›</a:t>
            </a:fld>
            <a:endParaRPr lang="en-US"/>
          </a:p>
        </p:txBody>
      </p:sp>
      <p:pic>
        <p:nvPicPr>
          <p:cNvPr id="10" name="Picture 9">
            <a:extLst>
              <a:ext uri="{FF2B5EF4-FFF2-40B4-BE49-F238E27FC236}">
                <a16:creationId xmlns:a16="http://schemas.microsoft.com/office/drawing/2014/main" id="{CF8BE943-A813-C5B5-415A-C83B2ADC6F9F}"/>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906655" y="49184"/>
            <a:ext cx="5857796" cy="671689"/>
          </a:xfrm>
          <a:prstGeom prst="rect">
            <a:avLst/>
          </a:prstGeom>
        </p:spPr>
      </p:pic>
      <p:pic>
        <p:nvPicPr>
          <p:cNvPr id="12" name="Picture 11" descr="Logo, company name&#10;&#10;Description automatically generated">
            <a:extLst>
              <a:ext uri="{FF2B5EF4-FFF2-40B4-BE49-F238E27FC236}">
                <a16:creationId xmlns:a16="http://schemas.microsoft.com/office/drawing/2014/main" id="{46241DBA-1254-6E91-81F9-C6041D5BD890}"/>
              </a:ext>
            </a:extLst>
          </p:cNvPr>
          <p:cNvPicPr>
            <a:picLocks noChangeAspect="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9434" y="6150497"/>
            <a:ext cx="1870364" cy="776829"/>
          </a:xfrm>
          <a:prstGeom prst="rect">
            <a:avLst/>
          </a:prstGeom>
        </p:spPr>
      </p:pic>
    </p:spTree>
    <p:extLst>
      <p:ext uri="{BB962C8B-B14F-4D97-AF65-F5344CB8AC3E}">
        <p14:creationId xmlns:p14="http://schemas.microsoft.com/office/powerpoint/2010/main" val="8974565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08" r:id="rId12"/>
    <p:sldLayoutId id="2147483709" r:id="rId13"/>
    <p:sldLayoutId id="2147483710" r:id="rId14"/>
    <p:sldLayoutId id="2147483711" r:id="rId15"/>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4D1675-04C7-D54F-A463-A30BD9006FDF}"/>
              </a:ext>
            </a:extLst>
          </p:cNvPr>
          <p:cNvPicPr>
            <a:picLocks noChangeAspect="1"/>
          </p:cNvPicPr>
          <p:nvPr/>
        </p:nvPicPr>
        <p:blipFill rotWithShape="1">
          <a:blip r:embed="rId2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
        <p:nvSpPr>
          <p:cNvPr id="14" name="Date Placeholder 1">
            <a:extLst>
              <a:ext uri="{FF2B5EF4-FFF2-40B4-BE49-F238E27FC236}">
                <a16:creationId xmlns:a16="http://schemas.microsoft.com/office/drawing/2014/main" id="{C7454B22-3047-7C4A-B82D-B01E02E5F43C}"/>
              </a:ext>
            </a:extLst>
          </p:cNvPr>
          <p:cNvSpPr>
            <a:spLocks noGrp="1"/>
          </p:cNvSpPr>
          <p:nvPr>
            <p:ph type="dt" sz="half" idx="2"/>
          </p:nvPr>
        </p:nvSpPr>
        <p:spPr>
          <a:xfrm>
            <a:off x="461682" y="6356350"/>
            <a:ext cx="2743200" cy="365125"/>
          </a:xfrm>
          <a:prstGeom prst="rect">
            <a:avLst/>
          </a:prstGeom>
        </p:spPr>
        <p:txBody>
          <a:bodyPr/>
          <a:lstStyle>
            <a:lvl1pPr algn="l">
              <a:defRPr>
                <a:solidFill>
                  <a:schemeClr val="bg1">
                    <a:lumMod val="50000"/>
                  </a:schemeClr>
                </a:solidFill>
              </a:defRPr>
            </a:lvl1pPr>
          </a:lstStyle>
          <a:p>
            <a:endParaRPr lang="en-US"/>
          </a:p>
        </p:txBody>
      </p:sp>
      <p:sp>
        <p:nvSpPr>
          <p:cNvPr id="15" name="Footer Placeholder 2">
            <a:extLst>
              <a:ext uri="{FF2B5EF4-FFF2-40B4-BE49-F238E27FC236}">
                <a16:creationId xmlns:a16="http://schemas.microsoft.com/office/drawing/2014/main" id="{B0B01A15-968E-CF4B-A08C-923F271F1E51}"/>
              </a:ext>
            </a:extLst>
          </p:cNvPr>
          <p:cNvSpPr>
            <a:spLocks noGrp="1"/>
          </p:cNvSpPr>
          <p:nvPr>
            <p:ph type="ftr" sz="quarter" idx="3"/>
          </p:nvPr>
        </p:nvSpPr>
        <p:spPr>
          <a:xfrm>
            <a:off x="4038600" y="6356350"/>
            <a:ext cx="4114800" cy="365125"/>
          </a:xfrm>
          <a:prstGeom prst="rect">
            <a:avLst/>
          </a:prstGeom>
        </p:spPr>
        <p:txBody>
          <a:bodyPr/>
          <a:lstStyle>
            <a:lvl1pPr algn="ctr">
              <a:defRPr>
                <a:solidFill>
                  <a:schemeClr val="bg1">
                    <a:lumMod val="50000"/>
                  </a:schemeClr>
                </a:solidFill>
              </a:defRPr>
            </a:lvl1pPr>
          </a:lstStyle>
          <a:p>
            <a:endParaRPr lang="en-US"/>
          </a:p>
        </p:txBody>
      </p:sp>
      <p:sp>
        <p:nvSpPr>
          <p:cNvPr id="16" name="Slide Number Placeholder 3">
            <a:extLst>
              <a:ext uri="{FF2B5EF4-FFF2-40B4-BE49-F238E27FC236}">
                <a16:creationId xmlns:a16="http://schemas.microsoft.com/office/drawing/2014/main" id="{56D816E7-754C-3E4B-9223-61722AFE9E97}"/>
              </a:ext>
            </a:extLst>
          </p:cNvPr>
          <p:cNvSpPr>
            <a:spLocks noGrp="1"/>
          </p:cNvSpPr>
          <p:nvPr>
            <p:ph type="sldNum" sz="quarter" idx="4"/>
          </p:nvPr>
        </p:nvSpPr>
        <p:spPr>
          <a:xfrm>
            <a:off x="8915400" y="6356350"/>
            <a:ext cx="2743200" cy="365125"/>
          </a:xfrm>
          <a:prstGeom prst="rect">
            <a:avLst/>
          </a:prstGeom>
        </p:spPr>
        <p:txBody>
          <a:bodyPr/>
          <a:lstStyle>
            <a:lvl1pPr algn="r">
              <a:defRPr>
                <a:solidFill>
                  <a:schemeClr val="bg1">
                    <a:lumMod val="50000"/>
                  </a:schemeClr>
                </a:solidFill>
              </a:defRPr>
            </a:lvl1pPr>
          </a:lstStyle>
          <a:p>
            <a:fld id="{18772ED8-610E-4373-80B3-D4E94A1FEDFC}" type="slidenum">
              <a:rPr lang="en-US" smtClean="0"/>
              <a:t>‹#›</a:t>
            </a:fld>
            <a:endParaRPr lang="en-US"/>
          </a:p>
        </p:txBody>
      </p:sp>
      <p:sp>
        <p:nvSpPr>
          <p:cNvPr id="17" name="Rectangle 16">
            <a:extLst>
              <a:ext uri="{FF2B5EF4-FFF2-40B4-BE49-F238E27FC236}">
                <a16:creationId xmlns:a16="http://schemas.microsoft.com/office/drawing/2014/main" id="{82BB2AE8-D3CE-F340-B290-41BC26F7A3D8}"/>
              </a:ext>
            </a:extLst>
          </p:cNvPr>
          <p:cNvSpPr/>
          <p:nvPr/>
        </p:nvSpPr>
        <p:spPr>
          <a:xfrm>
            <a:off x="0" y="0"/>
            <a:ext cx="12192000" cy="1375130"/>
          </a:xfrm>
          <a:prstGeom prst="rect">
            <a:avLst/>
          </a:prstGeom>
          <a:solidFill>
            <a:srgbClr val="002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40771CD-8192-8140-AB82-85E1C3AFD538}"/>
              </a:ext>
            </a:extLst>
          </p:cNvPr>
          <p:cNvSpPr/>
          <p:nvPr/>
        </p:nvSpPr>
        <p:spPr>
          <a:xfrm>
            <a:off x="0" y="1375130"/>
            <a:ext cx="12192000" cy="53263"/>
          </a:xfrm>
          <a:prstGeom prst="rect">
            <a:avLst/>
          </a:prstGeom>
          <a:solidFill>
            <a:srgbClr val="6DAD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C05615BE-76DB-BD42-9D2C-1AA1AC956707}"/>
              </a:ext>
            </a:extLst>
          </p:cNvPr>
          <p:cNvPicPr>
            <a:picLocks noChangeAspect="1"/>
          </p:cNvPicPr>
          <p:nvPr/>
        </p:nvPicPr>
        <p:blipFill rotWithShape="1">
          <a:blip r:embed="rId23" cstate="email">
            <a:alphaModFix amt="35000"/>
            <a:extLst>
              <a:ext uri="{28A0092B-C50C-407E-A947-70E740481C1C}">
                <a14:useLocalDpi xmlns:a14="http://schemas.microsoft.com/office/drawing/2010/main"/>
              </a:ext>
            </a:extLst>
          </a:blip>
          <a:srcRect l="-1038" r="25763"/>
          <a:stretch/>
        </p:blipFill>
        <p:spPr>
          <a:xfrm>
            <a:off x="11237120" y="14361"/>
            <a:ext cx="954879" cy="1360770"/>
          </a:xfrm>
          <a:prstGeom prst="rect">
            <a:avLst/>
          </a:prstGeom>
        </p:spPr>
      </p:pic>
    </p:spTree>
    <p:extLst>
      <p:ext uri="{BB962C8B-B14F-4D97-AF65-F5344CB8AC3E}">
        <p14:creationId xmlns:p14="http://schemas.microsoft.com/office/powerpoint/2010/main" val="34083863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open?id=1_7V8kpbu83VDbi84MN7_35w1SIaRGWSp&amp;usp=drive_copy"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hippocraticai.com/video"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video" Target="https://www.youtube.com/embed/sal78ACtGTc?feature=oembed" TargetMode="External"/><Relationship Id="rId4" Type="http://schemas.openxmlformats.org/officeDocument/2006/relationships/image" Target="../media/image38.jpe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sv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hyperlink" Target="https://drive.google.com/open?id=1MFFeA8LfMDp3myFmH65TOdGTRN7MTSGU&amp;usp=drive_copy"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1B9F0-B06D-4764-93A4-1C1ED4B6CE0E}"/>
              </a:ext>
            </a:extLst>
          </p:cNvPr>
          <p:cNvSpPr>
            <a:spLocks noGrp="1"/>
          </p:cNvSpPr>
          <p:nvPr>
            <p:ph type="ctrTitle"/>
          </p:nvPr>
        </p:nvSpPr>
        <p:spPr>
          <a:xfrm>
            <a:off x="7791956" y="153748"/>
            <a:ext cx="3853543" cy="2432277"/>
          </a:xfrm>
        </p:spPr>
        <p:txBody>
          <a:bodyPr/>
          <a:lstStyle/>
          <a:p>
            <a:r>
              <a:rPr lang="en-US" sz="4800"/>
              <a:t>RAG and Agentic AI</a:t>
            </a:r>
          </a:p>
        </p:txBody>
      </p:sp>
      <p:sp>
        <p:nvSpPr>
          <p:cNvPr id="5" name="Subtitle 4">
            <a:extLst>
              <a:ext uri="{FF2B5EF4-FFF2-40B4-BE49-F238E27FC236}">
                <a16:creationId xmlns:a16="http://schemas.microsoft.com/office/drawing/2014/main" id="{0B990336-F17A-20CB-CD40-C1D8CADAB535}"/>
              </a:ext>
            </a:extLst>
          </p:cNvPr>
          <p:cNvSpPr>
            <a:spLocks noGrp="1"/>
          </p:cNvSpPr>
          <p:nvPr>
            <p:ph type="subTitle" idx="1"/>
          </p:nvPr>
        </p:nvSpPr>
        <p:spPr/>
        <p:txBody>
          <a:bodyPr/>
          <a:lstStyle/>
          <a:p>
            <a:endParaRPr lang="en-US"/>
          </a:p>
          <a:p>
            <a:r>
              <a:rPr lang="en-US"/>
              <a:t>Gordon Gao</a:t>
            </a:r>
          </a:p>
          <a:p>
            <a:r>
              <a:rPr lang="en-US"/>
              <a:t>Carey Business School Professor </a:t>
            </a:r>
          </a:p>
          <a:p>
            <a:endParaRPr lang="en-US"/>
          </a:p>
        </p:txBody>
      </p:sp>
    </p:spTree>
    <p:extLst>
      <p:ext uri="{BB962C8B-B14F-4D97-AF65-F5344CB8AC3E}">
        <p14:creationId xmlns:p14="http://schemas.microsoft.com/office/powerpoint/2010/main" val="2941046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66864-E1B3-98CA-CBF9-256AFBA0EF99}"/>
              </a:ext>
            </a:extLst>
          </p:cNvPr>
          <p:cNvSpPr>
            <a:spLocks noGrp="1"/>
          </p:cNvSpPr>
          <p:nvPr>
            <p:ph type="title"/>
          </p:nvPr>
        </p:nvSpPr>
        <p:spPr/>
        <p:txBody>
          <a:bodyPr/>
          <a:lstStyle/>
          <a:p>
            <a:r>
              <a:rPr lang="en"/>
              <a:t>Retrieval-Augmented Generation</a:t>
            </a:r>
            <a:endParaRPr lang="en-US"/>
          </a:p>
        </p:txBody>
      </p:sp>
    </p:spTree>
    <p:extLst>
      <p:ext uri="{BB962C8B-B14F-4D97-AF65-F5344CB8AC3E}">
        <p14:creationId xmlns:p14="http://schemas.microsoft.com/office/powerpoint/2010/main" val="10333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1704-9E5D-FC35-6D31-E0DCBE023B76}"/>
              </a:ext>
            </a:extLst>
          </p:cNvPr>
          <p:cNvSpPr>
            <a:spLocks noGrp="1"/>
          </p:cNvSpPr>
          <p:nvPr>
            <p:ph type="title"/>
          </p:nvPr>
        </p:nvSpPr>
        <p:spPr/>
        <p:txBody>
          <a:bodyPr/>
          <a:lstStyle/>
          <a:p>
            <a:r>
              <a:rPr lang="en-US"/>
              <a:t>RAG improves GPT</a:t>
            </a:r>
          </a:p>
        </p:txBody>
      </p:sp>
      <p:sp>
        <p:nvSpPr>
          <p:cNvPr id="3" name="Content Placeholder 2">
            <a:extLst>
              <a:ext uri="{FF2B5EF4-FFF2-40B4-BE49-F238E27FC236}">
                <a16:creationId xmlns:a16="http://schemas.microsoft.com/office/drawing/2014/main" id="{C58EE1BC-D1DF-EB83-7061-38869D45866B}"/>
              </a:ext>
            </a:extLst>
          </p:cNvPr>
          <p:cNvSpPr>
            <a:spLocks noGrp="1"/>
          </p:cNvSpPr>
          <p:nvPr>
            <p:ph idx="1"/>
          </p:nvPr>
        </p:nvSpPr>
        <p:spPr/>
        <p:txBody>
          <a:bodyPr/>
          <a:lstStyle/>
          <a:p>
            <a:endParaRPr lang="en-US"/>
          </a:p>
        </p:txBody>
      </p:sp>
      <p:pic>
        <p:nvPicPr>
          <p:cNvPr id="4" name="Content Placeholder 3">
            <a:extLst>
              <a:ext uri="{FF2B5EF4-FFF2-40B4-BE49-F238E27FC236}">
                <a16:creationId xmlns:a16="http://schemas.microsoft.com/office/drawing/2014/main" id="{6121D8EA-B654-3B53-E81A-21A3F683A897}"/>
              </a:ext>
            </a:extLst>
          </p:cNvPr>
          <p:cNvPicPr>
            <a:picLocks noChangeAspect="1"/>
          </p:cNvPicPr>
          <p:nvPr/>
        </p:nvPicPr>
        <p:blipFill>
          <a:blip r:embed="rId2"/>
          <a:stretch>
            <a:fillRect/>
          </a:stretch>
        </p:blipFill>
        <p:spPr>
          <a:xfrm>
            <a:off x="5745773" y="1800912"/>
            <a:ext cx="4576238" cy="4351338"/>
          </a:xfrm>
          <a:prstGeom prst="rect">
            <a:avLst/>
          </a:prstGeom>
        </p:spPr>
      </p:pic>
      <p:pic>
        <p:nvPicPr>
          <p:cNvPr id="5" name="Picture 4">
            <a:extLst>
              <a:ext uri="{FF2B5EF4-FFF2-40B4-BE49-F238E27FC236}">
                <a16:creationId xmlns:a16="http://schemas.microsoft.com/office/drawing/2014/main" id="{0F43C3CE-4A9C-000A-5C39-94440B5335C8}"/>
              </a:ext>
            </a:extLst>
          </p:cNvPr>
          <p:cNvPicPr>
            <a:picLocks noChangeAspect="1"/>
          </p:cNvPicPr>
          <p:nvPr/>
        </p:nvPicPr>
        <p:blipFill>
          <a:blip r:embed="rId3"/>
          <a:stretch>
            <a:fillRect/>
          </a:stretch>
        </p:blipFill>
        <p:spPr>
          <a:xfrm>
            <a:off x="687859" y="2281269"/>
            <a:ext cx="4581980" cy="1907672"/>
          </a:xfrm>
          <a:prstGeom prst="rect">
            <a:avLst/>
          </a:prstGeom>
        </p:spPr>
      </p:pic>
    </p:spTree>
    <p:extLst>
      <p:ext uri="{BB962C8B-B14F-4D97-AF65-F5344CB8AC3E}">
        <p14:creationId xmlns:p14="http://schemas.microsoft.com/office/powerpoint/2010/main" val="2129248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8072B23F-EF40-51F0-6E02-467C9EF2B6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869"/>
          <a:stretch/>
        </p:blipFill>
        <p:spPr bwMode="auto">
          <a:xfrm>
            <a:off x="7321117" y="1258443"/>
            <a:ext cx="4370873" cy="28020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3966E53-3D91-D5BF-C52B-8BB77BA98A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55" r="73710"/>
          <a:stretch/>
        </p:blipFill>
        <p:spPr bwMode="auto">
          <a:xfrm>
            <a:off x="1374920" y="1543450"/>
            <a:ext cx="2180941" cy="265340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ADF2C28E-9C34-4C2B-F40B-0793066CAD05}"/>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6483" t="8145" r="47416" b="5274"/>
          <a:stretch/>
        </p:blipFill>
        <p:spPr bwMode="auto">
          <a:xfrm>
            <a:off x="4199451" y="1511158"/>
            <a:ext cx="2795860" cy="280207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4BD7BC0-0776-69AE-A57F-B4AE3642830C}"/>
              </a:ext>
            </a:extLst>
          </p:cNvPr>
          <p:cNvSpPr>
            <a:spLocks noGrp="1"/>
          </p:cNvSpPr>
          <p:nvPr>
            <p:ph type="sldNum" sz="quarter" idx="12"/>
          </p:nvPr>
        </p:nvSpPr>
        <p:spPr/>
        <p:txBody>
          <a:bodyPr/>
          <a:lstStyle/>
          <a:p>
            <a:fld id="{605CF97B-1311-3D42-8EC8-BFD91CFA157B}" type="slidenum">
              <a:rPr lang="en-US" smtClean="0"/>
              <a:t>4</a:t>
            </a:fld>
            <a:endParaRPr lang="en-US"/>
          </a:p>
        </p:txBody>
      </p:sp>
      <p:cxnSp>
        <p:nvCxnSpPr>
          <p:cNvPr id="13" name="Straight Connector 12">
            <a:extLst>
              <a:ext uri="{FF2B5EF4-FFF2-40B4-BE49-F238E27FC236}">
                <a16:creationId xmlns:a16="http://schemas.microsoft.com/office/drawing/2014/main" id="{FD5966D4-B38D-5197-9309-E52ED979B3E5}"/>
              </a:ext>
            </a:extLst>
          </p:cNvPr>
          <p:cNvCxnSpPr>
            <a:cxnSpLocks/>
          </p:cNvCxnSpPr>
          <p:nvPr/>
        </p:nvCxnSpPr>
        <p:spPr>
          <a:xfrm>
            <a:off x="401979" y="344553"/>
            <a:ext cx="0" cy="6431791"/>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7AB87B3-6817-D34D-1442-A10BC408A55B}"/>
              </a:ext>
            </a:extLst>
          </p:cNvPr>
          <p:cNvPicPr>
            <a:picLocks noChangeAspect="1"/>
          </p:cNvPicPr>
          <p:nvPr/>
        </p:nvPicPr>
        <p:blipFill>
          <a:blip r:embed="rId4"/>
          <a:stretch>
            <a:fillRect/>
          </a:stretch>
        </p:blipFill>
        <p:spPr>
          <a:xfrm rot="5400000">
            <a:off x="1108543" y="794545"/>
            <a:ext cx="412407" cy="1550619"/>
          </a:xfrm>
          <a:prstGeom prst="rect">
            <a:avLst/>
          </a:prstGeom>
        </p:spPr>
      </p:pic>
      <p:sp>
        <p:nvSpPr>
          <p:cNvPr id="7" name="TextBox 6">
            <a:extLst>
              <a:ext uri="{FF2B5EF4-FFF2-40B4-BE49-F238E27FC236}">
                <a16:creationId xmlns:a16="http://schemas.microsoft.com/office/drawing/2014/main" id="{B51821B1-0023-DCCF-43B1-C8D5DB2D713F}"/>
              </a:ext>
            </a:extLst>
          </p:cNvPr>
          <p:cNvSpPr txBox="1"/>
          <p:nvPr/>
        </p:nvSpPr>
        <p:spPr>
          <a:xfrm>
            <a:off x="539236" y="1343229"/>
            <a:ext cx="1095172" cy="584775"/>
          </a:xfrm>
          <a:prstGeom prst="rect">
            <a:avLst/>
          </a:prstGeom>
          <a:noFill/>
        </p:spPr>
        <p:txBody>
          <a:bodyPr wrap="none" rtlCol="0">
            <a:spAutoFit/>
          </a:bodyPr>
          <a:lstStyle/>
          <a:p>
            <a:r>
              <a:rPr lang="en-US" sz="800" b="1"/>
              <a:t>RAG:</a:t>
            </a:r>
          </a:p>
          <a:p>
            <a:r>
              <a:rPr lang="en-US" sz="800" b="1"/>
              <a:t>Retrieval-Augmented</a:t>
            </a:r>
          </a:p>
          <a:p>
            <a:r>
              <a:rPr lang="en-US" sz="800" b="1"/>
              <a:t>Generation</a:t>
            </a:r>
          </a:p>
          <a:p>
            <a:endParaRPr lang="en-US" sz="800" b="1"/>
          </a:p>
        </p:txBody>
      </p:sp>
      <p:pic>
        <p:nvPicPr>
          <p:cNvPr id="11" name="Graphic 10" descr="User with solid fill">
            <a:extLst>
              <a:ext uri="{FF2B5EF4-FFF2-40B4-BE49-F238E27FC236}">
                <a16:creationId xmlns:a16="http://schemas.microsoft.com/office/drawing/2014/main" id="{C19DF1D0-B171-B9CD-9440-AE6ED913B2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86567" y="4196855"/>
            <a:ext cx="1266293" cy="1266293"/>
          </a:xfrm>
          <a:prstGeom prst="rect">
            <a:avLst/>
          </a:prstGeom>
        </p:spPr>
      </p:pic>
      <p:sp>
        <p:nvSpPr>
          <p:cNvPr id="12" name="Right Arrow 11">
            <a:extLst>
              <a:ext uri="{FF2B5EF4-FFF2-40B4-BE49-F238E27FC236}">
                <a16:creationId xmlns:a16="http://schemas.microsoft.com/office/drawing/2014/main" id="{DF540268-D6B4-ECAA-BAD9-7905069AE395}"/>
              </a:ext>
            </a:extLst>
          </p:cNvPr>
          <p:cNvSpPr/>
          <p:nvPr/>
        </p:nvSpPr>
        <p:spPr>
          <a:xfrm rot="14809517">
            <a:off x="8357124" y="4458502"/>
            <a:ext cx="694581" cy="139293"/>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TextBox 13">
            <a:extLst>
              <a:ext uri="{FF2B5EF4-FFF2-40B4-BE49-F238E27FC236}">
                <a16:creationId xmlns:a16="http://schemas.microsoft.com/office/drawing/2014/main" id="{AF7F8B5B-176B-D721-3977-98A5F5F4D233}"/>
              </a:ext>
            </a:extLst>
          </p:cNvPr>
          <p:cNvSpPr txBox="1"/>
          <p:nvPr/>
        </p:nvSpPr>
        <p:spPr>
          <a:xfrm>
            <a:off x="7611802" y="3935251"/>
            <a:ext cx="678391" cy="215444"/>
          </a:xfrm>
          <a:prstGeom prst="rect">
            <a:avLst/>
          </a:prstGeom>
          <a:noFill/>
        </p:spPr>
        <p:txBody>
          <a:bodyPr wrap="none" rtlCol="0">
            <a:spAutoFit/>
          </a:bodyPr>
          <a:lstStyle/>
          <a:p>
            <a:r>
              <a:rPr lang="en-US" sz="800"/>
              <a:t>Send query </a:t>
            </a:r>
          </a:p>
        </p:txBody>
      </p:sp>
      <p:sp>
        <p:nvSpPr>
          <p:cNvPr id="10" name="TextBox 9">
            <a:extLst>
              <a:ext uri="{FF2B5EF4-FFF2-40B4-BE49-F238E27FC236}">
                <a16:creationId xmlns:a16="http://schemas.microsoft.com/office/drawing/2014/main" id="{F9C7D007-6C82-18F8-FD6D-2CC7C147248A}"/>
              </a:ext>
            </a:extLst>
          </p:cNvPr>
          <p:cNvSpPr txBox="1"/>
          <p:nvPr/>
        </p:nvSpPr>
        <p:spPr>
          <a:xfrm>
            <a:off x="9250932" y="5015960"/>
            <a:ext cx="801929" cy="215444"/>
          </a:xfrm>
          <a:prstGeom prst="rect">
            <a:avLst/>
          </a:prstGeom>
          <a:noFill/>
        </p:spPr>
        <p:txBody>
          <a:bodyPr wrap="square" rtlCol="0">
            <a:spAutoFit/>
          </a:bodyPr>
          <a:lstStyle/>
          <a:p>
            <a:r>
              <a:rPr lang="en-US" sz="800"/>
              <a:t>User</a:t>
            </a:r>
          </a:p>
        </p:txBody>
      </p:sp>
      <p:sp>
        <p:nvSpPr>
          <p:cNvPr id="17" name="Right Arrow 16">
            <a:extLst>
              <a:ext uri="{FF2B5EF4-FFF2-40B4-BE49-F238E27FC236}">
                <a16:creationId xmlns:a16="http://schemas.microsoft.com/office/drawing/2014/main" id="{CA9AD517-CBA0-3C70-D223-702808CE8A9F}"/>
              </a:ext>
            </a:extLst>
          </p:cNvPr>
          <p:cNvSpPr/>
          <p:nvPr/>
        </p:nvSpPr>
        <p:spPr>
          <a:xfrm rot="8111777">
            <a:off x="9676875" y="4096668"/>
            <a:ext cx="1954420" cy="144264"/>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Tree>
    <p:extLst>
      <p:ext uri="{BB962C8B-B14F-4D97-AF65-F5344CB8AC3E}">
        <p14:creationId xmlns:p14="http://schemas.microsoft.com/office/powerpoint/2010/main" val="382898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9"/>
          <p:cNvSpPr/>
          <p:nvPr/>
        </p:nvSpPr>
        <p:spPr>
          <a:xfrm>
            <a:off x="165133" y="1948167"/>
            <a:ext cx="1458400" cy="2020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1" name="Google Shape;131;p19"/>
          <p:cNvSpPr txBox="1"/>
          <p:nvPr/>
        </p:nvSpPr>
        <p:spPr>
          <a:xfrm>
            <a:off x="248933" y="2557068"/>
            <a:ext cx="1290800" cy="738623"/>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Collection of docs.</a:t>
            </a:r>
            <a:endParaRPr sz="1600">
              <a:solidFill>
                <a:schemeClr val="dk2"/>
              </a:solidFill>
            </a:endParaRPr>
          </a:p>
        </p:txBody>
      </p:sp>
      <p:sp>
        <p:nvSpPr>
          <p:cNvPr id="132" name="Google Shape;132;p19"/>
          <p:cNvSpPr/>
          <p:nvPr/>
        </p:nvSpPr>
        <p:spPr>
          <a:xfrm>
            <a:off x="2340300" y="2019933"/>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3" name="Google Shape;133;p19"/>
          <p:cNvSpPr/>
          <p:nvPr/>
        </p:nvSpPr>
        <p:spPr>
          <a:xfrm>
            <a:off x="2533633" y="2253767"/>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4" name="Google Shape;134;p19"/>
          <p:cNvSpPr/>
          <p:nvPr/>
        </p:nvSpPr>
        <p:spPr>
          <a:xfrm>
            <a:off x="2736833" y="2456967"/>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5" name="Google Shape;135;p19"/>
          <p:cNvSpPr/>
          <p:nvPr/>
        </p:nvSpPr>
        <p:spPr>
          <a:xfrm>
            <a:off x="2940033" y="2660167"/>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6" name="Google Shape;136;p19"/>
          <p:cNvSpPr/>
          <p:nvPr/>
        </p:nvSpPr>
        <p:spPr>
          <a:xfrm>
            <a:off x="3143233" y="2863367"/>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37" name="Google Shape;137;p19"/>
          <p:cNvSpPr/>
          <p:nvPr/>
        </p:nvSpPr>
        <p:spPr>
          <a:xfrm>
            <a:off x="3346433" y="3066567"/>
            <a:ext cx="1389200" cy="610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cxnSp>
        <p:nvCxnSpPr>
          <p:cNvPr id="138" name="Google Shape;138;p19"/>
          <p:cNvCxnSpPr/>
          <p:nvPr/>
        </p:nvCxnSpPr>
        <p:spPr>
          <a:xfrm>
            <a:off x="1672867" y="2926467"/>
            <a:ext cx="748800" cy="0"/>
          </a:xfrm>
          <a:prstGeom prst="straightConnector1">
            <a:avLst/>
          </a:prstGeom>
          <a:noFill/>
          <a:ln w="9525" cap="flat" cmpd="sng">
            <a:solidFill>
              <a:schemeClr val="dk2"/>
            </a:solidFill>
            <a:prstDash val="solid"/>
            <a:round/>
            <a:headEnd type="none" w="med" len="med"/>
            <a:tailEnd type="triangle" w="med" len="med"/>
          </a:ln>
        </p:spPr>
      </p:cxnSp>
      <p:sp>
        <p:nvSpPr>
          <p:cNvPr id="139" name="Google Shape;139;p19"/>
          <p:cNvSpPr txBox="1"/>
          <p:nvPr/>
        </p:nvSpPr>
        <p:spPr>
          <a:xfrm>
            <a:off x="3192433" y="3800534"/>
            <a:ext cx="1290800" cy="492402"/>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Chunks</a:t>
            </a:r>
            <a:endParaRPr sz="1600">
              <a:solidFill>
                <a:schemeClr val="dk2"/>
              </a:solidFill>
            </a:endParaRPr>
          </a:p>
        </p:txBody>
      </p:sp>
      <p:cxnSp>
        <p:nvCxnSpPr>
          <p:cNvPr id="140" name="Google Shape;140;p19"/>
          <p:cNvCxnSpPr/>
          <p:nvPr/>
        </p:nvCxnSpPr>
        <p:spPr>
          <a:xfrm>
            <a:off x="4786200" y="2843300"/>
            <a:ext cx="1638000" cy="4400"/>
          </a:xfrm>
          <a:prstGeom prst="straightConnector1">
            <a:avLst/>
          </a:prstGeom>
          <a:noFill/>
          <a:ln w="9525" cap="flat" cmpd="sng">
            <a:solidFill>
              <a:schemeClr val="dk2"/>
            </a:solidFill>
            <a:prstDash val="solid"/>
            <a:round/>
            <a:headEnd type="none" w="med" len="med"/>
            <a:tailEnd type="triangle" w="med" len="med"/>
          </a:ln>
        </p:spPr>
      </p:cxnSp>
      <p:sp>
        <p:nvSpPr>
          <p:cNvPr id="141" name="Google Shape;141;p19"/>
          <p:cNvSpPr/>
          <p:nvPr/>
        </p:nvSpPr>
        <p:spPr>
          <a:xfrm>
            <a:off x="6715367" y="1837633"/>
            <a:ext cx="1482500" cy="2020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42" name="Google Shape;142;p19"/>
          <p:cNvSpPr txBox="1"/>
          <p:nvPr/>
        </p:nvSpPr>
        <p:spPr>
          <a:xfrm>
            <a:off x="6672067" y="2601433"/>
            <a:ext cx="1458400" cy="492402"/>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VectorStore</a:t>
            </a:r>
            <a:endParaRPr sz="1600">
              <a:solidFill>
                <a:schemeClr val="dk2"/>
              </a:solidFill>
            </a:endParaRPr>
          </a:p>
        </p:txBody>
      </p:sp>
      <p:sp>
        <p:nvSpPr>
          <p:cNvPr id="146" name="Google Shape;146;p19"/>
          <p:cNvSpPr txBox="1"/>
          <p:nvPr/>
        </p:nvSpPr>
        <p:spPr>
          <a:xfrm>
            <a:off x="4263384" y="2465400"/>
            <a:ext cx="2601600" cy="471948"/>
          </a:xfrm>
          <a:prstGeom prst="rect">
            <a:avLst/>
          </a:prstGeom>
          <a:noFill/>
          <a:ln>
            <a:noFill/>
          </a:ln>
        </p:spPr>
        <p:txBody>
          <a:bodyPr spcFirstLastPara="1" wrap="square" lIns="121900" tIns="121900" rIns="121900" bIns="121900" anchor="t" anchorCtr="0">
            <a:spAutoFit/>
          </a:bodyPr>
          <a:lstStyle/>
          <a:p>
            <a:pPr algn="ctr"/>
            <a:r>
              <a:rPr lang="en" sz="1467">
                <a:solidFill>
                  <a:schemeClr val="dk2"/>
                </a:solidFill>
              </a:rPr>
              <a:t>Make Embeddings of Chunks</a:t>
            </a:r>
            <a:endParaRPr sz="1467">
              <a:solidFill>
                <a:schemeClr val="dk2"/>
              </a:solidFill>
            </a:endParaRPr>
          </a:p>
        </p:txBody>
      </p:sp>
      <p:sp>
        <p:nvSpPr>
          <p:cNvPr id="147" name="Google Shape;147;p19"/>
          <p:cNvSpPr/>
          <p:nvPr/>
        </p:nvSpPr>
        <p:spPr>
          <a:xfrm>
            <a:off x="9212967" y="696711"/>
            <a:ext cx="1872000" cy="763600"/>
          </a:xfrm>
          <a:prstGeom prst="round2DiagRect">
            <a:avLst>
              <a:gd name="adj1" fmla="val 16667"/>
              <a:gd name="adj2"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48" name="Google Shape;148;p19"/>
          <p:cNvSpPr txBox="1"/>
          <p:nvPr/>
        </p:nvSpPr>
        <p:spPr>
          <a:xfrm>
            <a:off x="9528300" y="758700"/>
            <a:ext cx="1290800" cy="266000"/>
          </a:xfrm>
          <a:prstGeom prst="rect">
            <a:avLst/>
          </a:prstGeom>
          <a:noFill/>
          <a:ln>
            <a:noFill/>
          </a:ln>
        </p:spPr>
        <p:txBody>
          <a:bodyPr spcFirstLastPara="1" wrap="square" lIns="121900" tIns="121900" rIns="121900" bIns="121900" anchor="t" anchorCtr="0">
            <a:noAutofit/>
          </a:bodyPr>
          <a:lstStyle/>
          <a:p>
            <a:endParaRPr sz="2400">
              <a:solidFill>
                <a:schemeClr val="dk2"/>
              </a:solidFill>
            </a:endParaRPr>
          </a:p>
        </p:txBody>
      </p:sp>
      <p:sp>
        <p:nvSpPr>
          <p:cNvPr id="149" name="Google Shape;149;p19"/>
          <p:cNvSpPr txBox="1"/>
          <p:nvPr/>
        </p:nvSpPr>
        <p:spPr>
          <a:xfrm>
            <a:off x="9419767" y="741799"/>
            <a:ext cx="1458400" cy="492402"/>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Prompt</a:t>
            </a:r>
            <a:endParaRPr sz="1600">
              <a:solidFill>
                <a:schemeClr val="dk2"/>
              </a:solidFill>
            </a:endParaRPr>
          </a:p>
        </p:txBody>
      </p:sp>
      <p:cxnSp>
        <p:nvCxnSpPr>
          <p:cNvPr id="150" name="Google Shape;150;p19"/>
          <p:cNvCxnSpPr/>
          <p:nvPr/>
        </p:nvCxnSpPr>
        <p:spPr>
          <a:xfrm>
            <a:off x="10148967" y="1548167"/>
            <a:ext cx="0" cy="576400"/>
          </a:xfrm>
          <a:prstGeom prst="straightConnector1">
            <a:avLst/>
          </a:prstGeom>
          <a:noFill/>
          <a:ln w="9525" cap="flat" cmpd="sng">
            <a:solidFill>
              <a:schemeClr val="dk2"/>
            </a:solidFill>
            <a:prstDash val="solid"/>
            <a:round/>
            <a:headEnd type="none" w="med" len="med"/>
            <a:tailEnd type="triangle" w="med" len="med"/>
          </a:ln>
        </p:spPr>
      </p:cxnSp>
      <p:sp>
        <p:nvSpPr>
          <p:cNvPr id="151" name="Google Shape;151;p19"/>
          <p:cNvSpPr/>
          <p:nvPr/>
        </p:nvSpPr>
        <p:spPr>
          <a:xfrm>
            <a:off x="9301667" y="2124567"/>
            <a:ext cx="1872000" cy="738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p>
        </p:txBody>
      </p:sp>
      <p:sp>
        <p:nvSpPr>
          <p:cNvPr id="152" name="Google Shape;152;p19"/>
          <p:cNvSpPr txBox="1"/>
          <p:nvPr/>
        </p:nvSpPr>
        <p:spPr>
          <a:xfrm>
            <a:off x="9508467" y="2247767"/>
            <a:ext cx="1458400" cy="492402"/>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Embedding</a:t>
            </a:r>
            <a:endParaRPr sz="1600">
              <a:solidFill>
                <a:schemeClr val="dk2"/>
              </a:solidFill>
            </a:endParaRPr>
          </a:p>
        </p:txBody>
      </p:sp>
      <p:cxnSp>
        <p:nvCxnSpPr>
          <p:cNvPr id="153" name="Google Shape;153;p19"/>
          <p:cNvCxnSpPr/>
          <p:nvPr/>
        </p:nvCxnSpPr>
        <p:spPr>
          <a:xfrm>
            <a:off x="8336033" y="3162967"/>
            <a:ext cx="926400" cy="542000"/>
          </a:xfrm>
          <a:prstGeom prst="straightConnector1">
            <a:avLst/>
          </a:prstGeom>
          <a:noFill/>
          <a:ln w="9525" cap="flat" cmpd="sng">
            <a:solidFill>
              <a:schemeClr val="dk2"/>
            </a:solidFill>
            <a:prstDash val="solid"/>
            <a:round/>
            <a:headEnd type="none" w="med" len="med"/>
            <a:tailEnd type="triangle" w="med" len="med"/>
          </a:ln>
        </p:spPr>
      </p:cxnSp>
      <p:cxnSp>
        <p:nvCxnSpPr>
          <p:cNvPr id="154" name="Google Shape;154;p19"/>
          <p:cNvCxnSpPr/>
          <p:nvPr/>
        </p:nvCxnSpPr>
        <p:spPr>
          <a:xfrm flipH="1">
            <a:off x="9675967" y="3054567"/>
            <a:ext cx="492800" cy="620800"/>
          </a:xfrm>
          <a:prstGeom prst="straightConnector1">
            <a:avLst/>
          </a:prstGeom>
          <a:noFill/>
          <a:ln w="9525" cap="flat" cmpd="sng">
            <a:solidFill>
              <a:schemeClr val="dk2"/>
            </a:solidFill>
            <a:prstDash val="solid"/>
            <a:round/>
            <a:headEnd type="none" w="med" len="med"/>
            <a:tailEnd type="triangle" w="med" len="med"/>
          </a:ln>
        </p:spPr>
      </p:cxnSp>
      <p:sp>
        <p:nvSpPr>
          <p:cNvPr id="155" name="Google Shape;155;p19"/>
          <p:cNvSpPr txBox="1"/>
          <p:nvPr/>
        </p:nvSpPr>
        <p:spPr>
          <a:xfrm>
            <a:off x="8848367" y="3774433"/>
            <a:ext cx="1458400" cy="738623"/>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Similarity Search</a:t>
            </a:r>
            <a:endParaRPr sz="1600">
              <a:solidFill>
                <a:schemeClr val="dk2"/>
              </a:solidFill>
            </a:endParaRPr>
          </a:p>
        </p:txBody>
      </p:sp>
      <p:cxnSp>
        <p:nvCxnSpPr>
          <p:cNvPr id="156" name="Google Shape;156;p19"/>
          <p:cNvCxnSpPr/>
          <p:nvPr/>
        </p:nvCxnSpPr>
        <p:spPr>
          <a:xfrm>
            <a:off x="9577567" y="4646900"/>
            <a:ext cx="0" cy="344800"/>
          </a:xfrm>
          <a:prstGeom prst="straightConnector1">
            <a:avLst/>
          </a:prstGeom>
          <a:noFill/>
          <a:ln w="9525" cap="flat" cmpd="sng">
            <a:solidFill>
              <a:schemeClr val="dk2"/>
            </a:solidFill>
            <a:prstDash val="solid"/>
            <a:round/>
            <a:headEnd type="none" w="med" len="med"/>
            <a:tailEnd type="triangle" w="med" len="med"/>
          </a:ln>
        </p:spPr>
      </p:cxnSp>
      <p:sp>
        <p:nvSpPr>
          <p:cNvPr id="157" name="Google Shape;157;p19"/>
          <p:cNvSpPr txBox="1"/>
          <p:nvPr/>
        </p:nvSpPr>
        <p:spPr>
          <a:xfrm>
            <a:off x="8898267" y="5077968"/>
            <a:ext cx="1458400" cy="738623"/>
          </a:xfrm>
          <a:prstGeom prst="rect">
            <a:avLst/>
          </a:prstGeom>
          <a:noFill/>
          <a:ln>
            <a:noFill/>
          </a:ln>
        </p:spPr>
        <p:txBody>
          <a:bodyPr spcFirstLastPara="1" wrap="square" lIns="121900" tIns="121900" rIns="121900" bIns="121900" anchor="t" anchorCtr="0">
            <a:spAutoFit/>
          </a:bodyPr>
          <a:lstStyle/>
          <a:p>
            <a:pPr algn="ctr"/>
            <a:r>
              <a:rPr lang="en" sz="1600">
                <a:solidFill>
                  <a:schemeClr val="dk2"/>
                </a:solidFill>
              </a:rPr>
              <a:t>Feed Source to LLM</a:t>
            </a: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3386-B411-30B6-54F4-F578FCFB93BA}"/>
              </a:ext>
            </a:extLst>
          </p:cNvPr>
          <p:cNvSpPr>
            <a:spLocks noGrp="1"/>
          </p:cNvSpPr>
          <p:nvPr>
            <p:ph type="title"/>
          </p:nvPr>
        </p:nvSpPr>
        <p:spPr/>
        <p:txBody>
          <a:bodyPr lIns="91440" tIns="45720" rIns="91440" bIns="45720" anchor="t">
            <a:normAutofit fontScale="90000"/>
          </a:bodyPr>
          <a:lstStyle/>
          <a:p>
            <a:r>
              <a:rPr lang="en-US">
                <a:ea typeface="Calibri Light"/>
                <a:cs typeface="Calibri Light"/>
              </a:rPr>
              <a:t>Schematic</a:t>
            </a:r>
            <a:endParaRPr lang="en-US"/>
          </a:p>
        </p:txBody>
      </p:sp>
      <p:pic>
        <p:nvPicPr>
          <p:cNvPr id="4" name="Picture 3" descr="A diagram of a computer program&#10;&#10;Description automatically generated">
            <a:extLst>
              <a:ext uri="{FF2B5EF4-FFF2-40B4-BE49-F238E27FC236}">
                <a16:creationId xmlns:a16="http://schemas.microsoft.com/office/drawing/2014/main" id="{D548A4AD-CCA8-6DF7-17C1-18E68A1B5181}"/>
              </a:ext>
            </a:extLst>
          </p:cNvPr>
          <p:cNvPicPr>
            <a:picLocks noChangeAspect="1"/>
          </p:cNvPicPr>
          <p:nvPr/>
        </p:nvPicPr>
        <p:blipFill>
          <a:blip r:embed="rId3"/>
          <a:stretch>
            <a:fillRect/>
          </a:stretch>
        </p:blipFill>
        <p:spPr>
          <a:xfrm>
            <a:off x="2209961" y="1524321"/>
            <a:ext cx="8010604" cy="5029198"/>
          </a:xfrm>
          <a:prstGeom prst="rect">
            <a:avLst/>
          </a:prstGeom>
        </p:spPr>
      </p:pic>
      <p:sp>
        <p:nvSpPr>
          <p:cNvPr id="3" name="TextBox 2">
            <a:extLst>
              <a:ext uri="{FF2B5EF4-FFF2-40B4-BE49-F238E27FC236}">
                <a16:creationId xmlns:a16="http://schemas.microsoft.com/office/drawing/2014/main" id="{206A4139-0411-5889-30C7-E72A59C4F872}"/>
              </a:ext>
            </a:extLst>
          </p:cNvPr>
          <p:cNvSpPr txBox="1"/>
          <p:nvPr/>
        </p:nvSpPr>
        <p:spPr>
          <a:xfrm>
            <a:off x="444500" y="5754598"/>
            <a:ext cx="2565400" cy="600164"/>
          </a:xfrm>
          <a:prstGeom prst="rect">
            <a:avLst/>
          </a:prstGeom>
          <a:noFill/>
        </p:spPr>
        <p:txBody>
          <a:bodyPr wrap="square" rtlCol="0">
            <a:spAutoFit/>
          </a:bodyPr>
          <a:lstStyle/>
          <a:p>
            <a:r>
              <a:rPr lang="en-US" sz="1100"/>
              <a:t>Credit: https://</a:t>
            </a:r>
            <a:r>
              <a:rPr lang="en-US" sz="1100" err="1"/>
              <a:t>medium.com</a:t>
            </a:r>
            <a:r>
              <a:rPr lang="en-US" sz="1100"/>
              <a:t>/@ram.m.kripa_31353/ai-buzzwords-32ad7ad98af</a:t>
            </a:r>
          </a:p>
        </p:txBody>
      </p:sp>
    </p:spTree>
    <p:extLst>
      <p:ext uri="{BB962C8B-B14F-4D97-AF65-F5344CB8AC3E}">
        <p14:creationId xmlns:p14="http://schemas.microsoft.com/office/powerpoint/2010/main" val="81427022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0EDB0-E2FA-70E2-E4DE-01A20DB08105}"/>
              </a:ext>
            </a:extLst>
          </p:cNvPr>
          <p:cNvSpPr>
            <a:spLocks noGrp="1"/>
          </p:cNvSpPr>
          <p:nvPr>
            <p:ph type="title"/>
          </p:nvPr>
        </p:nvSpPr>
        <p:spPr/>
        <p:txBody>
          <a:bodyPr/>
          <a:lstStyle/>
          <a:p>
            <a:r>
              <a:rPr lang="en-US"/>
              <a:t>What Problems does RAG solve</a:t>
            </a:r>
          </a:p>
        </p:txBody>
      </p:sp>
      <p:sp>
        <p:nvSpPr>
          <p:cNvPr id="4" name="TextBox 3">
            <a:extLst>
              <a:ext uri="{FF2B5EF4-FFF2-40B4-BE49-F238E27FC236}">
                <a16:creationId xmlns:a16="http://schemas.microsoft.com/office/drawing/2014/main" id="{2F1D1DDC-3EA5-1AA6-C044-3873974CBE73}"/>
              </a:ext>
            </a:extLst>
          </p:cNvPr>
          <p:cNvSpPr txBox="1"/>
          <p:nvPr/>
        </p:nvSpPr>
        <p:spPr>
          <a:xfrm>
            <a:off x="7649736" y="5987634"/>
            <a:ext cx="4370235"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https://</a:t>
            </a:r>
            <a:r>
              <a:rPr lang="en-US" sz="1200" err="1">
                <a:latin typeface="Times New Roman" panose="02020603050405020304" pitchFamily="18" charset="0"/>
                <a:cs typeface="Times New Roman" panose="02020603050405020304" pitchFamily="18" charset="0"/>
              </a:rPr>
              <a:t>aws.amazon.com</a:t>
            </a:r>
            <a:r>
              <a:rPr lang="en-US" sz="1200">
                <a:latin typeface="Times New Roman" panose="02020603050405020304" pitchFamily="18" charset="0"/>
                <a:cs typeface="Times New Roman" panose="02020603050405020304" pitchFamily="18" charset="0"/>
              </a:rPr>
              <a:t>/what-is/retrieval-augmented-generation/</a:t>
            </a:r>
          </a:p>
        </p:txBody>
      </p:sp>
      <p:pic>
        <p:nvPicPr>
          <p:cNvPr id="5" name="Picture 4">
            <a:extLst>
              <a:ext uri="{FF2B5EF4-FFF2-40B4-BE49-F238E27FC236}">
                <a16:creationId xmlns:a16="http://schemas.microsoft.com/office/drawing/2014/main" id="{95421396-67C6-6D61-3705-070AF0A31199}"/>
              </a:ext>
            </a:extLst>
          </p:cNvPr>
          <p:cNvPicPr>
            <a:picLocks noChangeAspect="1"/>
          </p:cNvPicPr>
          <p:nvPr/>
        </p:nvPicPr>
        <p:blipFill>
          <a:blip r:embed="rId3"/>
          <a:stretch>
            <a:fillRect/>
          </a:stretch>
        </p:blipFill>
        <p:spPr>
          <a:xfrm>
            <a:off x="498596" y="1602205"/>
            <a:ext cx="498199" cy="427153"/>
          </a:xfrm>
          <a:prstGeom prst="rect">
            <a:avLst/>
          </a:prstGeom>
        </p:spPr>
      </p:pic>
      <p:sp>
        <p:nvSpPr>
          <p:cNvPr id="6" name="TextBox 5">
            <a:extLst>
              <a:ext uri="{FF2B5EF4-FFF2-40B4-BE49-F238E27FC236}">
                <a16:creationId xmlns:a16="http://schemas.microsoft.com/office/drawing/2014/main" id="{88603CB1-59AC-6060-8804-1F852B710028}"/>
              </a:ext>
            </a:extLst>
          </p:cNvPr>
          <p:cNvSpPr txBox="1"/>
          <p:nvPr/>
        </p:nvSpPr>
        <p:spPr>
          <a:xfrm>
            <a:off x="1169440" y="1678467"/>
            <a:ext cx="6078139" cy="1477328"/>
          </a:xfrm>
          <a:prstGeom prst="rect">
            <a:avLst/>
          </a:prstGeom>
          <a:noFill/>
        </p:spPr>
        <p:txBody>
          <a:bodyPr wrap="none" rtlCol="0">
            <a:spAutoFit/>
          </a:bodyPr>
          <a:lstStyle/>
          <a:p>
            <a:r>
              <a:rPr lang="en-US" b="1" i="0" u="sng">
                <a:solidFill>
                  <a:srgbClr val="333333"/>
                </a:solidFill>
                <a:effectLst/>
                <a:latin typeface="AmazonEmberBold"/>
              </a:rPr>
              <a:t>Cost-effective implementation</a:t>
            </a:r>
          </a:p>
          <a:p>
            <a:pPr marL="285750" indent="-285750">
              <a:buFont typeface="Arial" panose="020B0604020202020204" pitchFamily="34" charset="0"/>
              <a:buChar char="•"/>
            </a:pPr>
            <a:r>
              <a:rPr lang="en-US"/>
              <a:t>Avoids expensive model retraining </a:t>
            </a:r>
          </a:p>
          <a:p>
            <a:pPr marL="285750" indent="-285750">
              <a:buFont typeface="Arial" panose="020B0604020202020204" pitchFamily="34" charset="0"/>
              <a:buChar char="•"/>
            </a:pPr>
            <a:r>
              <a:rPr lang="en-US"/>
              <a:t>Makes AI more accessible</a:t>
            </a:r>
          </a:p>
          <a:p>
            <a:pPr marL="285750" indent="-285750">
              <a:buFont typeface="Arial" panose="020B0604020202020204" pitchFamily="34" charset="0"/>
              <a:buChar char="•"/>
            </a:pPr>
            <a:r>
              <a:rPr lang="en-US"/>
              <a:t>Cost-effective approach to introducing new data to the LLM</a:t>
            </a:r>
          </a:p>
          <a:p>
            <a:endParaRPr lang="en-US"/>
          </a:p>
        </p:txBody>
      </p:sp>
      <p:sp>
        <p:nvSpPr>
          <p:cNvPr id="7" name="TextBox 6">
            <a:extLst>
              <a:ext uri="{FF2B5EF4-FFF2-40B4-BE49-F238E27FC236}">
                <a16:creationId xmlns:a16="http://schemas.microsoft.com/office/drawing/2014/main" id="{DF4024B5-DAFB-FF4C-32FA-0D9C527FB517}"/>
              </a:ext>
            </a:extLst>
          </p:cNvPr>
          <p:cNvSpPr txBox="1"/>
          <p:nvPr/>
        </p:nvSpPr>
        <p:spPr>
          <a:xfrm>
            <a:off x="7402448" y="1585160"/>
            <a:ext cx="4617523" cy="2031325"/>
          </a:xfrm>
          <a:prstGeom prst="rect">
            <a:avLst/>
          </a:prstGeom>
          <a:noFill/>
        </p:spPr>
        <p:txBody>
          <a:bodyPr wrap="square" rtlCol="0">
            <a:spAutoFit/>
          </a:bodyPr>
          <a:lstStyle/>
          <a:p>
            <a:r>
              <a:rPr lang="en-US" b="1" u="sng"/>
              <a:t>Current Information</a:t>
            </a:r>
          </a:p>
          <a:p>
            <a:pPr marL="285750" indent="-285750">
              <a:buFont typeface="Arial" panose="020B0604020202020204" pitchFamily="34" charset="0"/>
              <a:buChar char="•"/>
            </a:pPr>
            <a:r>
              <a:rPr lang="en-US">
                <a:solidFill>
                  <a:srgbClr val="333333"/>
                </a:solidFill>
                <a:latin typeface="AmazonEmber"/>
              </a:rPr>
              <a:t>A</a:t>
            </a:r>
            <a:r>
              <a:rPr lang="en-US" b="0" i="0">
                <a:solidFill>
                  <a:srgbClr val="333333"/>
                </a:solidFill>
                <a:effectLst/>
                <a:latin typeface="AmazonEmber"/>
              </a:rPr>
              <a:t>llows developers to provide the latest research, statistics, or news to the generative models by connecting to live social media fees, news or other information sources</a:t>
            </a:r>
          </a:p>
          <a:p>
            <a:pPr marL="285750" indent="-285750">
              <a:buFont typeface="Arial" panose="020B0604020202020204" pitchFamily="34" charset="0"/>
              <a:buChar char="•"/>
            </a:pPr>
            <a:r>
              <a:rPr lang="en-US"/>
              <a:t>Maintains data relevancy</a:t>
            </a:r>
          </a:p>
        </p:txBody>
      </p:sp>
      <p:pic>
        <p:nvPicPr>
          <p:cNvPr id="8" name="Picture 7">
            <a:extLst>
              <a:ext uri="{FF2B5EF4-FFF2-40B4-BE49-F238E27FC236}">
                <a16:creationId xmlns:a16="http://schemas.microsoft.com/office/drawing/2014/main" id="{34D02EAA-4DD2-423B-CDF6-0FEDCBC194D0}"/>
              </a:ext>
            </a:extLst>
          </p:cNvPr>
          <p:cNvPicPr>
            <a:picLocks noChangeAspect="1"/>
          </p:cNvPicPr>
          <p:nvPr/>
        </p:nvPicPr>
        <p:blipFill>
          <a:blip r:embed="rId4"/>
          <a:stretch>
            <a:fillRect/>
          </a:stretch>
        </p:blipFill>
        <p:spPr>
          <a:xfrm>
            <a:off x="6959889" y="1678467"/>
            <a:ext cx="304800" cy="355600"/>
          </a:xfrm>
          <a:prstGeom prst="rect">
            <a:avLst/>
          </a:prstGeom>
        </p:spPr>
      </p:pic>
      <p:sp>
        <p:nvSpPr>
          <p:cNvPr id="12" name="TextBox 11">
            <a:extLst>
              <a:ext uri="{FF2B5EF4-FFF2-40B4-BE49-F238E27FC236}">
                <a16:creationId xmlns:a16="http://schemas.microsoft.com/office/drawing/2014/main" id="{5D7D23EF-7DD2-9C9D-3D3B-4AF11F62AE89}"/>
              </a:ext>
            </a:extLst>
          </p:cNvPr>
          <p:cNvSpPr txBox="1"/>
          <p:nvPr/>
        </p:nvSpPr>
        <p:spPr>
          <a:xfrm>
            <a:off x="7525278" y="4029757"/>
            <a:ext cx="6096000" cy="923330"/>
          </a:xfrm>
          <a:prstGeom prst="rect">
            <a:avLst/>
          </a:prstGeom>
          <a:noFill/>
        </p:spPr>
        <p:txBody>
          <a:bodyPr wrap="square">
            <a:spAutoFit/>
          </a:bodyPr>
          <a:lstStyle/>
          <a:p>
            <a:r>
              <a:rPr lang="en-US" b="1" i="0" u="sng">
                <a:solidFill>
                  <a:srgbClr val="333333"/>
                </a:solidFill>
                <a:effectLst/>
                <a:latin typeface="AmazonEmberBold"/>
              </a:rPr>
              <a:t>Enhanced user trust</a:t>
            </a:r>
            <a:endParaRPr lang="en-US" b="1" i="0" u="sng">
              <a:solidFill>
                <a:srgbClr val="333333"/>
              </a:solidFill>
              <a:effectLst/>
              <a:latin typeface="AmazonEmber"/>
            </a:endParaRPr>
          </a:p>
          <a:p>
            <a:pPr marL="285750" indent="-285750">
              <a:buFont typeface="Arial" panose="020B0604020202020204" pitchFamily="34" charset="0"/>
              <a:buChar char="•"/>
            </a:pPr>
            <a:r>
              <a:rPr lang="en-US"/>
              <a:t>Provides source attribution</a:t>
            </a:r>
          </a:p>
          <a:p>
            <a:pPr marL="285750" indent="-285750">
              <a:buFont typeface="Arial" panose="020B0604020202020204" pitchFamily="34" charset="0"/>
              <a:buChar char="•"/>
            </a:pPr>
            <a:r>
              <a:rPr lang="en-US"/>
              <a:t> Enables verification</a:t>
            </a:r>
            <a:endParaRPr lang="en-US" b="0" i="0">
              <a:solidFill>
                <a:srgbClr val="333333"/>
              </a:solidFill>
              <a:effectLst/>
              <a:latin typeface="AmazonEmber"/>
            </a:endParaRPr>
          </a:p>
        </p:txBody>
      </p:sp>
      <p:pic>
        <p:nvPicPr>
          <p:cNvPr id="13" name="Picture 12">
            <a:extLst>
              <a:ext uri="{FF2B5EF4-FFF2-40B4-BE49-F238E27FC236}">
                <a16:creationId xmlns:a16="http://schemas.microsoft.com/office/drawing/2014/main" id="{88FA5ED4-95DA-F2D4-F4A2-CEB598204349}"/>
              </a:ext>
            </a:extLst>
          </p:cNvPr>
          <p:cNvPicPr>
            <a:picLocks noChangeAspect="1"/>
          </p:cNvPicPr>
          <p:nvPr/>
        </p:nvPicPr>
        <p:blipFill>
          <a:blip r:embed="rId5"/>
          <a:stretch>
            <a:fillRect/>
          </a:stretch>
        </p:blipFill>
        <p:spPr>
          <a:xfrm>
            <a:off x="6899564" y="4068763"/>
            <a:ext cx="425450" cy="392723"/>
          </a:xfrm>
          <a:prstGeom prst="rect">
            <a:avLst/>
          </a:prstGeom>
        </p:spPr>
      </p:pic>
      <p:sp>
        <p:nvSpPr>
          <p:cNvPr id="16" name="TextBox 15">
            <a:extLst>
              <a:ext uri="{FF2B5EF4-FFF2-40B4-BE49-F238E27FC236}">
                <a16:creationId xmlns:a16="http://schemas.microsoft.com/office/drawing/2014/main" id="{E9E6EAE0-3F79-96FA-846D-EF8CDEB1ABF6}"/>
              </a:ext>
            </a:extLst>
          </p:cNvPr>
          <p:cNvSpPr txBox="1"/>
          <p:nvPr/>
        </p:nvSpPr>
        <p:spPr>
          <a:xfrm>
            <a:off x="1174438" y="4029757"/>
            <a:ext cx="4617523" cy="1754326"/>
          </a:xfrm>
          <a:prstGeom prst="rect">
            <a:avLst/>
          </a:prstGeom>
          <a:noFill/>
        </p:spPr>
        <p:txBody>
          <a:bodyPr wrap="square" rtlCol="0">
            <a:spAutoFit/>
          </a:bodyPr>
          <a:lstStyle/>
          <a:p>
            <a:r>
              <a:rPr lang="en-US" b="1" u="sng"/>
              <a:t>More developer control</a:t>
            </a:r>
          </a:p>
          <a:p>
            <a:endParaRPr lang="en-US" b="1" u="sng"/>
          </a:p>
          <a:p>
            <a:pPr marL="285750" indent="-285750">
              <a:buFont typeface="Arial" panose="020B0604020202020204" pitchFamily="34" charset="0"/>
              <a:buChar char="•"/>
            </a:pPr>
            <a:r>
              <a:rPr lang="en-US" b="0" i="0">
                <a:solidFill>
                  <a:srgbClr val="333333"/>
                </a:solidFill>
                <a:effectLst/>
                <a:latin typeface="AmazonEmber"/>
              </a:rPr>
              <a:t>With RAG, developers can test and improve their chat applications more efficiently</a:t>
            </a:r>
          </a:p>
          <a:p>
            <a:pPr marL="285750" indent="-285750">
              <a:buFont typeface="Arial" panose="020B0604020202020204" pitchFamily="34" charset="0"/>
              <a:buChar char="•"/>
            </a:pPr>
            <a:r>
              <a:rPr lang="en-US"/>
              <a:t>Better security</a:t>
            </a:r>
          </a:p>
          <a:p>
            <a:pPr marL="285750" indent="-285750">
              <a:buFont typeface="Arial" panose="020B0604020202020204" pitchFamily="34" charset="0"/>
              <a:buChar char="•"/>
            </a:pPr>
            <a:endParaRPr lang="en-US" b="0" i="0">
              <a:solidFill>
                <a:srgbClr val="333333"/>
              </a:solidFill>
              <a:effectLst/>
              <a:latin typeface="AmazonEmber"/>
            </a:endParaRPr>
          </a:p>
        </p:txBody>
      </p:sp>
      <p:pic>
        <p:nvPicPr>
          <p:cNvPr id="17" name="Picture 16">
            <a:extLst>
              <a:ext uri="{FF2B5EF4-FFF2-40B4-BE49-F238E27FC236}">
                <a16:creationId xmlns:a16="http://schemas.microsoft.com/office/drawing/2014/main" id="{33798EFE-FEE0-36BC-1114-4F57BB695166}"/>
              </a:ext>
            </a:extLst>
          </p:cNvPr>
          <p:cNvPicPr>
            <a:picLocks noChangeAspect="1"/>
          </p:cNvPicPr>
          <p:nvPr/>
        </p:nvPicPr>
        <p:blipFill>
          <a:blip r:embed="rId6"/>
          <a:stretch>
            <a:fillRect/>
          </a:stretch>
        </p:blipFill>
        <p:spPr>
          <a:xfrm>
            <a:off x="677683" y="4111447"/>
            <a:ext cx="264520" cy="284868"/>
          </a:xfrm>
          <a:prstGeom prst="rect">
            <a:avLst/>
          </a:prstGeom>
        </p:spPr>
      </p:pic>
    </p:spTree>
    <p:extLst>
      <p:ext uri="{BB962C8B-B14F-4D97-AF65-F5344CB8AC3E}">
        <p14:creationId xmlns:p14="http://schemas.microsoft.com/office/powerpoint/2010/main" val="1321314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E266-AA50-4EEC-45F3-94B15A5C076E}"/>
              </a:ext>
            </a:extLst>
          </p:cNvPr>
          <p:cNvSpPr>
            <a:spLocks noGrp="1"/>
          </p:cNvSpPr>
          <p:nvPr>
            <p:ph type="title"/>
          </p:nvPr>
        </p:nvSpPr>
        <p:spPr/>
        <p:txBody>
          <a:bodyPr>
            <a:normAutofit/>
          </a:bodyPr>
          <a:lstStyle/>
          <a:p>
            <a:r>
              <a:rPr lang="en-US"/>
              <a:t>Build RAG to Query Resumes files</a:t>
            </a:r>
          </a:p>
        </p:txBody>
      </p:sp>
      <p:sp>
        <p:nvSpPr>
          <p:cNvPr id="3" name="Text Placeholder 2">
            <a:extLst>
              <a:ext uri="{FF2B5EF4-FFF2-40B4-BE49-F238E27FC236}">
                <a16:creationId xmlns:a16="http://schemas.microsoft.com/office/drawing/2014/main" id="{1AB6438B-CBCA-F12D-8665-280779CC3804}"/>
              </a:ext>
            </a:extLst>
          </p:cNvPr>
          <p:cNvSpPr>
            <a:spLocks noGrp="1"/>
          </p:cNvSpPr>
          <p:nvPr>
            <p:ph type="body" idx="1"/>
          </p:nvPr>
        </p:nvSpPr>
        <p:spPr>
          <a:xfrm>
            <a:off x="415600" y="1536633"/>
            <a:ext cx="10006482" cy="4555200"/>
          </a:xfrm>
        </p:spPr>
        <p:txBody>
          <a:bodyPr>
            <a:normAutofit/>
          </a:bodyPr>
          <a:lstStyle/>
          <a:p>
            <a:pPr marL="152396" indent="0">
              <a:buNone/>
            </a:pPr>
            <a:r>
              <a:rPr lang="en-US" b="1" dirty="0" err="1"/>
              <a:t>Colab</a:t>
            </a:r>
            <a:r>
              <a:rPr lang="en-US" dirty="0"/>
              <a:t>: </a:t>
            </a:r>
            <a:r>
              <a:rPr lang="en-US" dirty="0">
                <a:hlinkClick r:id="rId3"/>
              </a:rPr>
              <a:t>Colab RAG for Resume</a:t>
            </a:r>
            <a:endParaRPr lang="en-US" dirty="0"/>
          </a:p>
          <a:p>
            <a:pPr marL="152396" indent="0">
              <a:buNone/>
            </a:pPr>
            <a:r>
              <a:rPr lang="en-US" dirty="0"/>
              <a:t>Use Case:</a:t>
            </a:r>
          </a:p>
          <a:p>
            <a:pPr marL="152396" indent="0">
              <a:buNone/>
            </a:pPr>
            <a:r>
              <a:rPr lang="en-US" dirty="0">
                <a:latin typeface="__fkGroteskNeue_598ab8"/>
              </a:rPr>
              <a:t>Before an Interview</a:t>
            </a:r>
          </a:p>
          <a:p>
            <a:pPr lvl="1">
              <a:buFont typeface="Arial" panose="020B0604020202020204" pitchFamily="34" charset="0"/>
              <a:buChar char="•"/>
            </a:pPr>
            <a:r>
              <a:rPr lang="en-US" b="0" i="0" dirty="0">
                <a:effectLst/>
                <a:latin typeface="__fkGroteskNeue_598ab8"/>
              </a:rPr>
              <a:t>Analyze resume comprehensively</a:t>
            </a:r>
          </a:p>
          <a:p>
            <a:pPr lvl="1">
              <a:buFont typeface="Arial" panose="020B0604020202020204" pitchFamily="34" charset="0"/>
              <a:buChar char="•"/>
            </a:pPr>
            <a:r>
              <a:rPr lang="en-US" b="0" i="0" dirty="0">
                <a:effectLst/>
                <a:latin typeface="__fkGroteskNeue_598ab8"/>
              </a:rPr>
              <a:t>Extract nuanced professional details</a:t>
            </a:r>
          </a:p>
          <a:p>
            <a:pPr lvl="1">
              <a:buFont typeface="Arial" panose="020B0604020202020204" pitchFamily="34" charset="0"/>
              <a:buChar char="•"/>
            </a:pPr>
            <a:r>
              <a:rPr lang="en-US" b="0" i="0" dirty="0">
                <a:effectLst/>
                <a:latin typeface="__fkGroteskNeue_598ab8"/>
              </a:rPr>
              <a:t>Identify potential discussion points</a:t>
            </a:r>
          </a:p>
          <a:p>
            <a:pPr marL="152396" indent="0">
              <a:buNone/>
            </a:pPr>
            <a:r>
              <a:rPr lang="en-US" b="0" i="0" dirty="0">
                <a:effectLst/>
                <a:latin typeface="__fkGroteskNeue_598ab8"/>
              </a:rPr>
              <a:t>Question Generation</a:t>
            </a:r>
          </a:p>
          <a:p>
            <a:pPr lvl="1">
              <a:buFont typeface="Arial" panose="020B0604020202020204" pitchFamily="34" charset="0"/>
              <a:buChar char="•"/>
            </a:pPr>
            <a:r>
              <a:rPr lang="en-US" b="0" i="0" dirty="0">
                <a:effectLst/>
                <a:latin typeface="__fkGroteskNeue_598ab8"/>
              </a:rPr>
              <a:t>Create targeted, personalized interview questions</a:t>
            </a:r>
          </a:p>
          <a:p>
            <a:pPr lvl="1">
              <a:buFont typeface="Arial" panose="020B0604020202020204" pitchFamily="34" charset="0"/>
              <a:buChar char="•"/>
            </a:pPr>
            <a:r>
              <a:rPr lang="en-US" b="0" i="0" dirty="0">
                <a:effectLst/>
                <a:latin typeface="__fkGroteskNeue_598ab8"/>
              </a:rPr>
              <a:t>Highlight specific career achievements</a:t>
            </a:r>
          </a:p>
          <a:p>
            <a:pPr lvl="1">
              <a:buFont typeface="Arial" panose="020B0604020202020204" pitchFamily="34" charset="0"/>
              <a:buChar char="•"/>
            </a:pPr>
            <a:r>
              <a:rPr lang="en-US" b="0" i="0" dirty="0">
                <a:effectLst/>
                <a:latin typeface="__fkGroteskNeue_598ab8"/>
              </a:rPr>
              <a:t>Explore gaps or unique experiences in candidate's background</a:t>
            </a:r>
          </a:p>
          <a:p>
            <a:endParaRPr lang="en-US" dirty="0"/>
          </a:p>
          <a:p>
            <a:endParaRPr lang="en-US" b="1" dirty="0"/>
          </a:p>
          <a:p>
            <a:endParaRPr lang="en-US" b="1" dirty="0"/>
          </a:p>
        </p:txBody>
      </p:sp>
    </p:spTree>
    <p:extLst>
      <p:ext uri="{BB962C8B-B14F-4D97-AF65-F5344CB8AC3E}">
        <p14:creationId xmlns:p14="http://schemas.microsoft.com/office/powerpoint/2010/main" val="4011340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66864-E1B3-98CA-CBF9-256AFBA0EF99}"/>
              </a:ext>
            </a:extLst>
          </p:cNvPr>
          <p:cNvSpPr>
            <a:spLocks noGrp="1"/>
          </p:cNvSpPr>
          <p:nvPr>
            <p:ph type="title"/>
          </p:nvPr>
        </p:nvSpPr>
        <p:spPr/>
        <p:txBody>
          <a:bodyPr>
            <a:normAutofit fontScale="90000"/>
          </a:bodyPr>
          <a:lstStyle/>
          <a:p>
            <a:r>
              <a:rPr lang="en"/>
              <a:t>Agentic AI</a:t>
            </a:r>
            <a:endParaRPr lang="en-US"/>
          </a:p>
        </p:txBody>
      </p:sp>
    </p:spTree>
    <p:extLst>
      <p:ext uri="{BB962C8B-B14F-4D97-AF65-F5344CB8AC3E}">
        <p14:creationId xmlns:p14="http://schemas.microsoft.com/office/powerpoint/2010/main" val="3797692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B077-F60D-A04D-9CC8-2A6160CD82F0}"/>
              </a:ext>
            </a:extLst>
          </p:cNvPr>
          <p:cNvSpPr>
            <a:spLocks noGrp="1"/>
          </p:cNvSpPr>
          <p:nvPr>
            <p:ph type="title"/>
          </p:nvPr>
        </p:nvSpPr>
        <p:spPr>
          <a:xfrm>
            <a:off x="415600" y="820059"/>
            <a:ext cx="11360800" cy="1122400"/>
          </a:xfrm>
        </p:spPr>
        <p:txBody>
          <a:bodyPr/>
          <a:lstStyle/>
          <a:p>
            <a:pPr algn="l"/>
            <a:r>
              <a:rPr lang="en-US"/>
              <a:t>2025 will be the year of AI Agents</a:t>
            </a:r>
          </a:p>
        </p:txBody>
      </p:sp>
      <p:pic>
        <p:nvPicPr>
          <p:cNvPr id="3" name="Picture 2">
            <a:extLst>
              <a:ext uri="{FF2B5EF4-FFF2-40B4-BE49-F238E27FC236}">
                <a16:creationId xmlns:a16="http://schemas.microsoft.com/office/drawing/2014/main" id="{EA89480C-B7D9-6112-07D9-30463A7F8123}"/>
              </a:ext>
            </a:extLst>
          </p:cNvPr>
          <p:cNvPicPr>
            <a:picLocks noChangeAspect="1"/>
          </p:cNvPicPr>
          <p:nvPr/>
        </p:nvPicPr>
        <p:blipFill>
          <a:blip r:embed="rId3"/>
          <a:stretch>
            <a:fillRect/>
          </a:stretch>
        </p:blipFill>
        <p:spPr>
          <a:xfrm>
            <a:off x="398020" y="1835265"/>
            <a:ext cx="5779138" cy="2278597"/>
          </a:xfrm>
          <a:prstGeom prst="rect">
            <a:avLst/>
          </a:prstGeom>
        </p:spPr>
      </p:pic>
      <p:sp>
        <p:nvSpPr>
          <p:cNvPr id="4" name="TextBox 3">
            <a:extLst>
              <a:ext uri="{FF2B5EF4-FFF2-40B4-BE49-F238E27FC236}">
                <a16:creationId xmlns:a16="http://schemas.microsoft.com/office/drawing/2014/main" id="{649C60E8-17EA-F32C-3B94-9B843852C069}"/>
              </a:ext>
            </a:extLst>
          </p:cNvPr>
          <p:cNvSpPr txBox="1"/>
          <p:nvPr/>
        </p:nvSpPr>
        <p:spPr>
          <a:xfrm>
            <a:off x="5640089" y="5947789"/>
            <a:ext cx="6429068" cy="276999"/>
          </a:xfrm>
          <a:prstGeom prst="rect">
            <a:avLst/>
          </a:prstGeom>
          <a:noFill/>
        </p:spPr>
        <p:txBody>
          <a:bodyPr wrap="none" rtlCol="0">
            <a:spAutoFit/>
          </a:bodyPr>
          <a:lstStyle/>
          <a:p>
            <a:r>
              <a:rPr lang="en-US" sz="1200"/>
              <a:t>https://</a:t>
            </a:r>
            <a:r>
              <a:rPr lang="en-US" sz="1200" err="1"/>
              <a:t>hai.stanford.edu</a:t>
            </a:r>
            <a:r>
              <a:rPr lang="en-US" sz="1200"/>
              <a:t>/news/predictions-ai-2025-collaborative-agents-ai-skepticism-and-new-risks</a:t>
            </a:r>
          </a:p>
        </p:txBody>
      </p:sp>
      <p:pic>
        <p:nvPicPr>
          <p:cNvPr id="5" name="Picture 4">
            <a:extLst>
              <a:ext uri="{FF2B5EF4-FFF2-40B4-BE49-F238E27FC236}">
                <a16:creationId xmlns:a16="http://schemas.microsoft.com/office/drawing/2014/main" id="{E75E30EB-3196-7973-5B15-698F84B47DB6}"/>
              </a:ext>
            </a:extLst>
          </p:cNvPr>
          <p:cNvPicPr>
            <a:picLocks noChangeAspect="1"/>
          </p:cNvPicPr>
          <p:nvPr/>
        </p:nvPicPr>
        <p:blipFill>
          <a:blip r:embed="rId4"/>
          <a:stretch>
            <a:fillRect/>
          </a:stretch>
        </p:blipFill>
        <p:spPr>
          <a:xfrm>
            <a:off x="6461481" y="2084482"/>
            <a:ext cx="5065111" cy="1887357"/>
          </a:xfrm>
          <a:prstGeom prst="rect">
            <a:avLst/>
          </a:prstGeom>
        </p:spPr>
      </p:pic>
      <p:pic>
        <p:nvPicPr>
          <p:cNvPr id="6" name="Picture 5">
            <a:extLst>
              <a:ext uri="{FF2B5EF4-FFF2-40B4-BE49-F238E27FC236}">
                <a16:creationId xmlns:a16="http://schemas.microsoft.com/office/drawing/2014/main" id="{2C30CA01-40B2-FDED-A477-251048E0F092}"/>
              </a:ext>
            </a:extLst>
          </p:cNvPr>
          <p:cNvPicPr>
            <a:picLocks noChangeAspect="1"/>
          </p:cNvPicPr>
          <p:nvPr/>
        </p:nvPicPr>
        <p:blipFill>
          <a:blip r:embed="rId5"/>
          <a:stretch>
            <a:fillRect/>
          </a:stretch>
        </p:blipFill>
        <p:spPr>
          <a:xfrm>
            <a:off x="398020" y="4262978"/>
            <a:ext cx="7772400" cy="1393671"/>
          </a:xfrm>
          <a:prstGeom prst="rect">
            <a:avLst/>
          </a:prstGeom>
        </p:spPr>
      </p:pic>
    </p:spTree>
    <p:extLst>
      <p:ext uri="{BB962C8B-B14F-4D97-AF65-F5344CB8AC3E}">
        <p14:creationId xmlns:p14="http://schemas.microsoft.com/office/powerpoint/2010/main" val="2823377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39C2C-3F21-1BC3-C991-D51F55DBBE23}"/>
              </a:ext>
            </a:extLst>
          </p:cNvPr>
          <p:cNvSpPr>
            <a:spLocks noGrp="1"/>
          </p:cNvSpPr>
          <p:nvPr>
            <p:ph type="title"/>
          </p:nvPr>
        </p:nvSpPr>
        <p:spPr>
          <a:xfrm>
            <a:off x="325448" y="858696"/>
            <a:ext cx="11360800" cy="1122400"/>
          </a:xfrm>
        </p:spPr>
        <p:txBody>
          <a:bodyPr/>
          <a:lstStyle/>
          <a:p>
            <a:pPr algn="l"/>
            <a:r>
              <a:rPr lang="en-US"/>
              <a:t>AI agents are AI workers, digital employees  </a:t>
            </a:r>
          </a:p>
        </p:txBody>
      </p:sp>
      <p:sp>
        <p:nvSpPr>
          <p:cNvPr id="3" name="TextBox 2">
            <a:extLst>
              <a:ext uri="{FF2B5EF4-FFF2-40B4-BE49-F238E27FC236}">
                <a16:creationId xmlns:a16="http://schemas.microsoft.com/office/drawing/2014/main" id="{01BB3F6B-AC46-99BC-48DA-DE23E24A69D3}"/>
              </a:ext>
            </a:extLst>
          </p:cNvPr>
          <p:cNvSpPr txBox="1"/>
          <p:nvPr/>
        </p:nvSpPr>
        <p:spPr>
          <a:xfrm>
            <a:off x="815610" y="2256780"/>
            <a:ext cx="4910190" cy="369332"/>
          </a:xfrm>
          <a:prstGeom prst="rect">
            <a:avLst/>
          </a:prstGeom>
          <a:noFill/>
        </p:spPr>
        <p:txBody>
          <a:bodyPr wrap="none" rtlCol="0">
            <a:spAutoFit/>
          </a:bodyPr>
          <a:lstStyle/>
          <a:p>
            <a:r>
              <a:rPr lang="en-US"/>
              <a:t>https://</a:t>
            </a:r>
            <a:r>
              <a:rPr lang="en-US" err="1"/>
              <a:t>www.youtube.com</a:t>
            </a:r>
            <a:r>
              <a:rPr lang="en-US"/>
              <a:t>/</a:t>
            </a:r>
            <a:r>
              <a:rPr lang="en-US" err="1"/>
              <a:t>watch?v</a:t>
            </a:r>
            <a:r>
              <a:rPr lang="en-US"/>
              <a:t>=E_RErqD1kv8</a:t>
            </a:r>
          </a:p>
        </p:txBody>
      </p:sp>
      <p:sp>
        <p:nvSpPr>
          <p:cNvPr id="4" name="TextBox 3">
            <a:extLst>
              <a:ext uri="{FF2B5EF4-FFF2-40B4-BE49-F238E27FC236}">
                <a16:creationId xmlns:a16="http://schemas.microsoft.com/office/drawing/2014/main" id="{57EFDC9A-9DB5-66A1-4E43-93B02CD38162}"/>
              </a:ext>
            </a:extLst>
          </p:cNvPr>
          <p:cNvSpPr txBox="1"/>
          <p:nvPr/>
        </p:nvSpPr>
        <p:spPr>
          <a:xfrm>
            <a:off x="815610" y="3244334"/>
            <a:ext cx="5588966" cy="369332"/>
          </a:xfrm>
          <a:prstGeom prst="rect">
            <a:avLst/>
          </a:prstGeom>
          <a:noFill/>
        </p:spPr>
        <p:txBody>
          <a:bodyPr wrap="none" rtlCol="0">
            <a:spAutoFit/>
          </a:bodyPr>
          <a:lstStyle/>
          <a:p>
            <a:r>
              <a:rPr lang="en-US"/>
              <a:t>https://</a:t>
            </a:r>
            <a:r>
              <a:rPr lang="en-US" err="1"/>
              <a:t>www.youtube.com</a:t>
            </a:r>
            <a:r>
              <a:rPr lang="en-US"/>
              <a:t>/</a:t>
            </a:r>
            <a:r>
              <a:rPr lang="en-US" err="1"/>
              <a:t>watch?v</a:t>
            </a:r>
            <a:r>
              <a:rPr lang="en-US"/>
              <a:t>=x8O6ChAWBxs&amp;t=3s</a:t>
            </a:r>
          </a:p>
        </p:txBody>
      </p:sp>
    </p:spTree>
    <p:extLst>
      <p:ext uri="{BB962C8B-B14F-4D97-AF65-F5344CB8AC3E}">
        <p14:creationId xmlns:p14="http://schemas.microsoft.com/office/powerpoint/2010/main" val="3704487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E25A372-82A9-6D94-BA5B-E75F103F5346}"/>
              </a:ext>
            </a:extLst>
          </p:cNvPr>
          <p:cNvSpPr/>
          <p:nvPr/>
        </p:nvSpPr>
        <p:spPr>
          <a:xfrm>
            <a:off x="7759334" y="5182395"/>
            <a:ext cx="1645920" cy="452728"/>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E4B46135-2872-4BB8-A865-73153AD719F5}"/>
              </a:ext>
            </a:extLst>
          </p:cNvPr>
          <p:cNvSpPr>
            <a:spLocks noGrp="1"/>
          </p:cNvSpPr>
          <p:nvPr>
            <p:ph sz="half" idx="1"/>
          </p:nvPr>
        </p:nvSpPr>
        <p:spPr>
          <a:xfrm>
            <a:off x="302418" y="1512116"/>
            <a:ext cx="6072255" cy="4351338"/>
          </a:xfrm>
        </p:spPr>
        <p:txBody>
          <a:bodyPr/>
          <a:lstStyle/>
          <a:p>
            <a:pPr>
              <a:lnSpc>
                <a:spcPct val="90000"/>
              </a:lnSpc>
              <a:spcAft>
                <a:spcPts val="600"/>
              </a:spcAft>
            </a:pPr>
            <a:r>
              <a:rPr lang="en-US" sz="2400" b="0" i="0">
                <a:effectLst/>
                <a:latin typeface="__fkGroteskNeue_598ab8"/>
              </a:rPr>
              <a:t>Hippocratic AI's digital humans are designed to assist with various tasks, including:</a:t>
            </a:r>
          </a:p>
          <a:p>
            <a:pPr lvl="1">
              <a:buFont typeface="Arial" panose="020B0604020202020204" pitchFamily="34" charset="0"/>
              <a:buChar char="•"/>
            </a:pPr>
            <a:r>
              <a:rPr lang="en-US" sz="2000" b="0" i="0">
                <a:effectLst/>
                <a:latin typeface="__fkGroteskNeue_598ab8"/>
              </a:rPr>
              <a:t>Guiding patients on follow-up care and prescribed drug regimens</a:t>
            </a:r>
          </a:p>
          <a:p>
            <a:pPr lvl="1">
              <a:buFont typeface="Arial" panose="020B0604020202020204" pitchFamily="34" charset="0"/>
              <a:buChar char="•"/>
            </a:pPr>
            <a:r>
              <a:rPr lang="en-US" sz="2000" b="0" i="0">
                <a:effectLst/>
                <a:latin typeface="__fkGroteskNeue_598ab8"/>
              </a:rPr>
              <a:t>Chronic care management</a:t>
            </a:r>
          </a:p>
          <a:p>
            <a:pPr lvl="1">
              <a:buFont typeface="Arial" panose="020B0604020202020204" pitchFamily="34" charset="0"/>
              <a:buChar char="•"/>
            </a:pPr>
            <a:r>
              <a:rPr lang="en-US" sz="2000" b="0" i="0">
                <a:effectLst/>
                <a:latin typeface="__fkGroteskNeue_598ab8"/>
              </a:rPr>
              <a:t>Wellness coaching</a:t>
            </a:r>
          </a:p>
          <a:p>
            <a:pPr lvl="1">
              <a:buFont typeface="Arial" panose="020B0604020202020204" pitchFamily="34" charset="0"/>
              <a:buChar char="•"/>
            </a:pPr>
            <a:r>
              <a:rPr lang="en-US" sz="2000" b="0" i="0">
                <a:effectLst/>
                <a:latin typeface="__fkGroteskNeue_598ab8"/>
              </a:rPr>
              <a:t>Health risk assessments</a:t>
            </a:r>
          </a:p>
          <a:p>
            <a:pPr lvl="1">
              <a:buFont typeface="Arial" panose="020B0604020202020204" pitchFamily="34" charset="0"/>
              <a:buChar char="•"/>
            </a:pPr>
            <a:r>
              <a:rPr lang="en-US" sz="2000" b="0" i="0">
                <a:effectLst/>
                <a:latin typeface="__fkGroteskNeue_598ab8"/>
              </a:rPr>
              <a:t>Answering hospital policy questions</a:t>
            </a:r>
          </a:p>
          <a:p>
            <a:pPr marL="0" indent="0">
              <a:buNone/>
            </a:pPr>
            <a:endParaRPr lang="en-US"/>
          </a:p>
        </p:txBody>
      </p:sp>
      <p:sp>
        <p:nvSpPr>
          <p:cNvPr id="4" name="Title 3">
            <a:extLst>
              <a:ext uri="{FF2B5EF4-FFF2-40B4-BE49-F238E27FC236}">
                <a16:creationId xmlns:a16="http://schemas.microsoft.com/office/drawing/2014/main" id="{FDE0327B-E91F-A43C-A06D-19FBA8692216}"/>
              </a:ext>
            </a:extLst>
          </p:cNvPr>
          <p:cNvSpPr>
            <a:spLocks noGrp="1"/>
          </p:cNvSpPr>
          <p:nvPr>
            <p:ph type="title"/>
          </p:nvPr>
        </p:nvSpPr>
        <p:spPr>
          <a:xfrm>
            <a:off x="553345" y="758943"/>
            <a:ext cx="9748838" cy="563562"/>
          </a:xfrm>
        </p:spPr>
        <p:txBody>
          <a:bodyPr>
            <a:normAutofit fontScale="90000"/>
          </a:bodyPr>
          <a:lstStyle/>
          <a:p>
            <a:r>
              <a:rPr lang="en-US"/>
              <a:t>Hippocratic AI and Nvidia: Digital Human</a:t>
            </a:r>
          </a:p>
        </p:txBody>
      </p:sp>
      <p:sp>
        <p:nvSpPr>
          <p:cNvPr id="6" name="Slide Number Placeholder 5">
            <a:extLst>
              <a:ext uri="{FF2B5EF4-FFF2-40B4-BE49-F238E27FC236}">
                <a16:creationId xmlns:a16="http://schemas.microsoft.com/office/drawing/2014/main" id="{158E8354-98C0-D5DD-88A2-FA9DDBCE4ED6}"/>
              </a:ext>
            </a:extLst>
          </p:cNvPr>
          <p:cNvSpPr>
            <a:spLocks noGrp="1"/>
          </p:cNvSpPr>
          <p:nvPr>
            <p:ph type="sldNum" sz="quarter" idx="13"/>
          </p:nvPr>
        </p:nvSpPr>
        <p:spPr/>
        <p:txBody>
          <a:bodyPr/>
          <a:lstStyle/>
          <a:p>
            <a:endParaRPr lang="en-US"/>
          </a:p>
        </p:txBody>
      </p:sp>
      <p:pic>
        <p:nvPicPr>
          <p:cNvPr id="7" name="Content Placeholder 3">
            <a:extLst>
              <a:ext uri="{FF2B5EF4-FFF2-40B4-BE49-F238E27FC236}">
                <a16:creationId xmlns:a16="http://schemas.microsoft.com/office/drawing/2014/main" id="{A7958646-7548-F13A-1D89-3D03FBD9959F}"/>
              </a:ext>
            </a:extLst>
          </p:cNvPr>
          <p:cNvPicPr>
            <a:picLocks noGrp="1" noChangeAspect="1"/>
          </p:cNvPicPr>
          <p:nvPr>
            <p:ph sz="half" idx="2"/>
          </p:nvPr>
        </p:nvPicPr>
        <p:blipFill rotWithShape="1">
          <a:blip r:embed="rId3"/>
          <a:srcRect b="17321"/>
          <a:stretch/>
        </p:blipFill>
        <p:spPr>
          <a:xfrm>
            <a:off x="1094189" y="4699294"/>
            <a:ext cx="3688080" cy="1459292"/>
          </a:xfrm>
          <a:prstGeom prst="rect">
            <a:avLst/>
          </a:prstGeom>
        </p:spPr>
      </p:pic>
      <p:sp>
        <p:nvSpPr>
          <p:cNvPr id="9" name="TextBox 8">
            <a:extLst>
              <a:ext uri="{FF2B5EF4-FFF2-40B4-BE49-F238E27FC236}">
                <a16:creationId xmlns:a16="http://schemas.microsoft.com/office/drawing/2014/main" id="{134BF8C1-F9C2-F7C6-C802-C98BB724937E}"/>
              </a:ext>
            </a:extLst>
          </p:cNvPr>
          <p:cNvSpPr txBox="1"/>
          <p:nvPr/>
        </p:nvSpPr>
        <p:spPr>
          <a:xfrm>
            <a:off x="8206209" y="5182395"/>
            <a:ext cx="748923" cy="369332"/>
          </a:xfrm>
          <a:prstGeom prst="rect">
            <a:avLst/>
          </a:prstGeom>
          <a:noFill/>
        </p:spPr>
        <p:txBody>
          <a:bodyPr wrap="none" rtlCol="0">
            <a:spAutoFit/>
          </a:bodyPr>
          <a:lstStyle/>
          <a:p>
            <a:r>
              <a:rPr lang="en-US">
                <a:hlinkClick r:id="rId4"/>
              </a:rPr>
              <a:t>Demo</a:t>
            </a:r>
            <a:endParaRPr lang="en-US"/>
          </a:p>
        </p:txBody>
      </p:sp>
      <p:pic>
        <p:nvPicPr>
          <p:cNvPr id="10" name="Picture 9">
            <a:extLst>
              <a:ext uri="{FF2B5EF4-FFF2-40B4-BE49-F238E27FC236}">
                <a16:creationId xmlns:a16="http://schemas.microsoft.com/office/drawing/2014/main" id="{E461E59E-B1F7-CBD6-3399-9125EDE4FE04}"/>
              </a:ext>
            </a:extLst>
          </p:cNvPr>
          <p:cNvPicPr>
            <a:picLocks noChangeAspect="1"/>
          </p:cNvPicPr>
          <p:nvPr/>
        </p:nvPicPr>
        <p:blipFill>
          <a:blip r:embed="rId5"/>
          <a:stretch>
            <a:fillRect/>
          </a:stretch>
        </p:blipFill>
        <p:spPr>
          <a:xfrm>
            <a:off x="6374673" y="1815692"/>
            <a:ext cx="5597820" cy="2264192"/>
          </a:xfrm>
          <a:prstGeom prst="rect">
            <a:avLst/>
          </a:prstGeom>
        </p:spPr>
      </p:pic>
      <p:sp>
        <p:nvSpPr>
          <p:cNvPr id="12" name="TextBox 11">
            <a:extLst>
              <a:ext uri="{FF2B5EF4-FFF2-40B4-BE49-F238E27FC236}">
                <a16:creationId xmlns:a16="http://schemas.microsoft.com/office/drawing/2014/main" id="{3309D8E9-0A2B-4772-35DB-0C9B9FB6CEE7}"/>
              </a:ext>
            </a:extLst>
          </p:cNvPr>
          <p:cNvSpPr txBox="1"/>
          <p:nvPr/>
        </p:nvSpPr>
        <p:spPr>
          <a:xfrm>
            <a:off x="6877945" y="4228611"/>
            <a:ext cx="4552055" cy="1200329"/>
          </a:xfrm>
          <a:prstGeom prst="rect">
            <a:avLst/>
          </a:prstGeom>
          <a:noFill/>
        </p:spPr>
        <p:txBody>
          <a:bodyPr wrap="square" rtlCol="0">
            <a:spAutoFit/>
          </a:bodyPr>
          <a:lstStyle/>
          <a:p>
            <a:r>
              <a:rPr lang="en-US"/>
              <a:t>Health system and payor partners tested the product internally. They expanded access to 4,500+ nurses and 275+ doctors for testing.</a:t>
            </a:r>
          </a:p>
          <a:p>
            <a:endParaRPr lang="en-US"/>
          </a:p>
        </p:txBody>
      </p:sp>
      <p:pic>
        <p:nvPicPr>
          <p:cNvPr id="14" name="Picture 13">
            <a:extLst>
              <a:ext uri="{FF2B5EF4-FFF2-40B4-BE49-F238E27FC236}">
                <a16:creationId xmlns:a16="http://schemas.microsoft.com/office/drawing/2014/main" id="{BC604C05-5B25-2200-4997-DBD54576A1AE}"/>
              </a:ext>
            </a:extLst>
          </p:cNvPr>
          <p:cNvPicPr>
            <a:picLocks noChangeAspect="1"/>
          </p:cNvPicPr>
          <p:nvPr/>
        </p:nvPicPr>
        <p:blipFill>
          <a:blip r:embed="rId6"/>
          <a:stretch>
            <a:fillRect/>
          </a:stretch>
        </p:blipFill>
        <p:spPr>
          <a:xfrm>
            <a:off x="7201664" y="5745817"/>
            <a:ext cx="1747688" cy="610638"/>
          </a:xfrm>
          <a:prstGeom prst="rect">
            <a:avLst/>
          </a:prstGeom>
        </p:spPr>
      </p:pic>
      <p:pic>
        <p:nvPicPr>
          <p:cNvPr id="15" name="Picture 14">
            <a:extLst>
              <a:ext uri="{FF2B5EF4-FFF2-40B4-BE49-F238E27FC236}">
                <a16:creationId xmlns:a16="http://schemas.microsoft.com/office/drawing/2014/main" id="{DA1E2C19-E562-FBC1-9128-453542F9EFC9}"/>
              </a:ext>
            </a:extLst>
          </p:cNvPr>
          <p:cNvPicPr>
            <a:picLocks noChangeAspect="1"/>
          </p:cNvPicPr>
          <p:nvPr/>
        </p:nvPicPr>
        <p:blipFill>
          <a:blip r:embed="rId7"/>
          <a:stretch>
            <a:fillRect/>
          </a:stretch>
        </p:blipFill>
        <p:spPr>
          <a:xfrm>
            <a:off x="9176956" y="5810901"/>
            <a:ext cx="1557527" cy="474030"/>
          </a:xfrm>
          <a:prstGeom prst="rect">
            <a:avLst/>
          </a:prstGeom>
        </p:spPr>
      </p:pic>
    </p:spTree>
    <p:extLst>
      <p:ext uri="{BB962C8B-B14F-4D97-AF65-F5344CB8AC3E}">
        <p14:creationId xmlns:p14="http://schemas.microsoft.com/office/powerpoint/2010/main" val="1878815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descr="What's next for AI agentic workflows ft. Andrew Ng of AI Fund">
            <a:hlinkClick r:id="" action="ppaction://media"/>
            <a:extLst>
              <a:ext uri="{FF2B5EF4-FFF2-40B4-BE49-F238E27FC236}">
                <a16:creationId xmlns:a16="http://schemas.microsoft.com/office/drawing/2014/main" id="{65881CCE-9F02-16B0-FCF3-2ADF1FBBCF83}"/>
              </a:ext>
            </a:extLst>
          </p:cNvPr>
          <p:cNvPicPr>
            <a:picLocks noRot="1" noChangeAspect="1"/>
          </p:cNvPicPr>
          <p:nvPr>
            <a:videoFile r:link="rId1"/>
          </p:nvPr>
        </p:nvPicPr>
        <p:blipFill>
          <a:blip r:embed="rId4"/>
          <a:stretch>
            <a:fillRect/>
          </a:stretch>
        </p:blipFill>
        <p:spPr>
          <a:xfrm>
            <a:off x="1300426" y="950025"/>
            <a:ext cx="9081519" cy="5131058"/>
          </a:xfrm>
          <a:prstGeom prst="rect">
            <a:avLst/>
          </a:prstGeom>
        </p:spPr>
      </p:pic>
    </p:spTree>
    <p:extLst>
      <p:ext uri="{BB962C8B-B14F-4D97-AF65-F5344CB8AC3E}">
        <p14:creationId xmlns:p14="http://schemas.microsoft.com/office/powerpoint/2010/main" val="363789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10B92F-9B4F-4A9C-C37F-5484A140D721}"/>
              </a:ext>
            </a:extLst>
          </p:cNvPr>
          <p:cNvPicPr>
            <a:picLocks noChangeAspect="1"/>
          </p:cNvPicPr>
          <p:nvPr/>
        </p:nvPicPr>
        <p:blipFill>
          <a:blip r:embed="rId3"/>
          <a:stretch>
            <a:fillRect/>
          </a:stretch>
        </p:blipFill>
        <p:spPr>
          <a:xfrm>
            <a:off x="562247" y="276533"/>
            <a:ext cx="4781649" cy="6304934"/>
          </a:xfrm>
          <a:prstGeom prst="rect">
            <a:avLst/>
          </a:prstGeom>
        </p:spPr>
      </p:pic>
      <p:sp>
        <p:nvSpPr>
          <p:cNvPr id="4" name="TextBox 3">
            <a:extLst>
              <a:ext uri="{FF2B5EF4-FFF2-40B4-BE49-F238E27FC236}">
                <a16:creationId xmlns:a16="http://schemas.microsoft.com/office/drawing/2014/main" id="{D1811CE4-D16F-7BBF-F18A-6695DD8FE523}"/>
              </a:ext>
            </a:extLst>
          </p:cNvPr>
          <p:cNvSpPr txBox="1"/>
          <p:nvPr/>
        </p:nvSpPr>
        <p:spPr>
          <a:xfrm>
            <a:off x="4837215" y="700642"/>
            <a:ext cx="5114307" cy="1477328"/>
          </a:xfrm>
          <a:prstGeom prst="rect">
            <a:avLst/>
          </a:prstGeom>
          <a:noFill/>
        </p:spPr>
        <p:txBody>
          <a:bodyPr wrap="square" rtlCol="0">
            <a:spAutoFit/>
          </a:bodyPr>
          <a:lstStyle/>
          <a:p>
            <a:r>
              <a:rPr lang="en-US"/>
              <a:t> </a:t>
            </a:r>
            <a:r>
              <a:rPr lang="en-US" err="1"/>
              <a:t>OpenAI</a:t>
            </a:r>
            <a:r>
              <a:rPr lang="en-US"/>
              <a:t> raised $6.6 billion in funds at $157 billion value, making it the </a:t>
            </a:r>
            <a:r>
              <a:rPr lang="en-US" b="1"/>
              <a:t>largest venture capital </a:t>
            </a:r>
            <a:r>
              <a:rPr lang="en-US"/>
              <a:t>deal of all time. The funds will enable access to more computing resources, which are essential to enhance the development of </a:t>
            </a:r>
            <a:r>
              <a:rPr lang="en-US" b="1"/>
              <a:t>AI agents.</a:t>
            </a:r>
          </a:p>
        </p:txBody>
      </p:sp>
      <p:pic>
        <p:nvPicPr>
          <p:cNvPr id="5" name="Picture 4">
            <a:extLst>
              <a:ext uri="{FF2B5EF4-FFF2-40B4-BE49-F238E27FC236}">
                <a16:creationId xmlns:a16="http://schemas.microsoft.com/office/drawing/2014/main" id="{DD8CFFDA-FE27-E92F-96D6-4C35F96073E7}"/>
              </a:ext>
            </a:extLst>
          </p:cNvPr>
          <p:cNvPicPr>
            <a:picLocks noChangeAspect="1"/>
          </p:cNvPicPr>
          <p:nvPr/>
        </p:nvPicPr>
        <p:blipFill>
          <a:blip r:embed="rId4"/>
          <a:stretch>
            <a:fillRect/>
          </a:stretch>
        </p:blipFill>
        <p:spPr>
          <a:xfrm>
            <a:off x="5941621" y="2703753"/>
            <a:ext cx="3731641" cy="3351930"/>
          </a:xfrm>
          <a:prstGeom prst="rect">
            <a:avLst/>
          </a:prstGeom>
        </p:spPr>
      </p:pic>
      <p:sp>
        <p:nvSpPr>
          <p:cNvPr id="6" name="TextBox 5">
            <a:extLst>
              <a:ext uri="{FF2B5EF4-FFF2-40B4-BE49-F238E27FC236}">
                <a16:creationId xmlns:a16="http://schemas.microsoft.com/office/drawing/2014/main" id="{2D1F015A-C853-5C6E-FEED-44916EB9E52B}"/>
              </a:ext>
            </a:extLst>
          </p:cNvPr>
          <p:cNvSpPr txBox="1"/>
          <p:nvPr/>
        </p:nvSpPr>
        <p:spPr>
          <a:xfrm>
            <a:off x="9729701" y="2675608"/>
            <a:ext cx="1900052" cy="3139321"/>
          </a:xfrm>
          <a:prstGeom prst="rect">
            <a:avLst/>
          </a:prstGeom>
          <a:noFill/>
        </p:spPr>
        <p:txBody>
          <a:bodyPr wrap="square" rtlCol="0">
            <a:spAutoFit/>
          </a:bodyPr>
          <a:lstStyle/>
          <a:p>
            <a:r>
              <a:rPr lang="en-US"/>
              <a:t>SoftBank, which also agreed to invest $500 million in </a:t>
            </a:r>
            <a:r>
              <a:rPr lang="en-US" err="1"/>
              <a:t>OpenAI</a:t>
            </a:r>
            <a:r>
              <a:rPr lang="en-US"/>
              <a:t> in the latest funding round, outlined that </a:t>
            </a:r>
            <a:r>
              <a:rPr lang="en-US" b="1"/>
              <a:t>AI agents</a:t>
            </a:r>
            <a:r>
              <a:rPr lang="en-US"/>
              <a:t> will soon manage entire households.</a:t>
            </a:r>
          </a:p>
        </p:txBody>
      </p:sp>
    </p:spTree>
    <p:extLst>
      <p:ext uri="{BB962C8B-B14F-4D97-AF65-F5344CB8AC3E}">
        <p14:creationId xmlns:p14="http://schemas.microsoft.com/office/powerpoint/2010/main" val="181690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03F2EC-88E9-397A-AFC6-20BCB9F87A4B}"/>
              </a:ext>
            </a:extLst>
          </p:cNvPr>
          <p:cNvPicPr>
            <a:picLocks noChangeAspect="1"/>
          </p:cNvPicPr>
          <p:nvPr/>
        </p:nvPicPr>
        <p:blipFill>
          <a:blip r:embed="rId3"/>
          <a:stretch>
            <a:fillRect/>
          </a:stretch>
        </p:blipFill>
        <p:spPr>
          <a:xfrm>
            <a:off x="492763" y="796262"/>
            <a:ext cx="6521596" cy="4606393"/>
          </a:xfrm>
          <a:prstGeom prst="rect">
            <a:avLst/>
          </a:prstGeom>
        </p:spPr>
      </p:pic>
      <p:sp>
        <p:nvSpPr>
          <p:cNvPr id="4" name="TextBox 3">
            <a:extLst>
              <a:ext uri="{FF2B5EF4-FFF2-40B4-BE49-F238E27FC236}">
                <a16:creationId xmlns:a16="http://schemas.microsoft.com/office/drawing/2014/main" id="{CF85ECB7-565C-E9F6-6D57-B56566EFBAFB}"/>
              </a:ext>
            </a:extLst>
          </p:cNvPr>
          <p:cNvSpPr txBox="1"/>
          <p:nvPr/>
        </p:nvSpPr>
        <p:spPr>
          <a:xfrm>
            <a:off x="7180647" y="1997839"/>
            <a:ext cx="4180829" cy="2031325"/>
          </a:xfrm>
          <a:prstGeom prst="rect">
            <a:avLst/>
          </a:prstGeom>
          <a:noFill/>
        </p:spPr>
        <p:txBody>
          <a:bodyPr wrap="square" rtlCol="0">
            <a:spAutoFit/>
          </a:bodyPr>
          <a:lstStyle/>
          <a:p>
            <a:pPr algn="l">
              <a:buFont typeface="Arial" panose="020B0604020202020204" pitchFamily="34" charset="0"/>
              <a:buChar char="•"/>
            </a:pPr>
            <a:r>
              <a:rPr lang="en-US" b="0" i="0">
                <a:solidFill>
                  <a:srgbClr val="222222"/>
                </a:solidFill>
                <a:effectLst/>
                <a:latin typeface="Roboto" panose="02000000000000000000" pitchFamily="2" charset="0"/>
              </a:rPr>
              <a:t>AI agents will revolutionize industries by automating tasks and boosting productivity.</a:t>
            </a:r>
          </a:p>
          <a:p>
            <a:pPr algn="l">
              <a:buFont typeface="Arial" panose="020B0604020202020204" pitchFamily="34" charset="0"/>
              <a:buChar char="•"/>
            </a:pPr>
            <a:r>
              <a:rPr lang="en-US" b="0" i="0">
                <a:solidFill>
                  <a:srgbClr val="222222"/>
                </a:solidFill>
                <a:effectLst/>
                <a:latin typeface="Roboto" panose="02000000000000000000" pitchFamily="2" charset="0"/>
              </a:rPr>
              <a:t>Shift from tools-based to skills-based industry, enhancing efficiency and innovation.</a:t>
            </a:r>
          </a:p>
          <a:p>
            <a:endParaRPr lang="en-US"/>
          </a:p>
        </p:txBody>
      </p:sp>
      <p:sp>
        <p:nvSpPr>
          <p:cNvPr id="5" name="TextBox 4">
            <a:extLst>
              <a:ext uri="{FF2B5EF4-FFF2-40B4-BE49-F238E27FC236}">
                <a16:creationId xmlns:a16="http://schemas.microsoft.com/office/drawing/2014/main" id="{5D78F67E-600A-1C8B-1D7A-5B0057741D4C}"/>
              </a:ext>
            </a:extLst>
          </p:cNvPr>
          <p:cNvSpPr txBox="1"/>
          <p:nvPr/>
        </p:nvSpPr>
        <p:spPr>
          <a:xfrm>
            <a:off x="7507575" y="6055800"/>
            <a:ext cx="5664530" cy="523220"/>
          </a:xfrm>
          <a:prstGeom prst="rect">
            <a:avLst/>
          </a:prstGeom>
          <a:noFill/>
        </p:spPr>
        <p:txBody>
          <a:bodyPr wrap="square" rtlCol="0">
            <a:spAutoFit/>
          </a:bodyPr>
          <a:lstStyle/>
          <a:p>
            <a:r>
              <a:rPr lang="en-US" sz="1000">
                <a:latin typeface="Times New Roman" panose="02020603050405020304" pitchFamily="18" charset="0"/>
                <a:cs typeface="Times New Roman" panose="02020603050405020304" pitchFamily="18" charset="0"/>
              </a:rPr>
              <a:t>https://</a:t>
            </a:r>
            <a:r>
              <a:rPr lang="en-US" sz="1000" err="1">
                <a:latin typeface="Times New Roman" panose="02020603050405020304" pitchFamily="18" charset="0"/>
                <a:cs typeface="Times New Roman" panose="02020603050405020304" pitchFamily="18" charset="0"/>
              </a:rPr>
              <a:t>www.geeky-gadgets.com</a:t>
            </a:r>
            <a:r>
              <a:rPr lang="en-US" sz="1000">
                <a:latin typeface="Times New Roman" panose="02020603050405020304" pitchFamily="18" charset="0"/>
                <a:cs typeface="Times New Roman" panose="02020603050405020304" pitchFamily="18" charset="0"/>
              </a:rPr>
              <a:t>/</a:t>
            </a:r>
            <a:r>
              <a:rPr lang="en-US" sz="1000" err="1">
                <a:latin typeface="Times New Roman" panose="02020603050405020304" pitchFamily="18" charset="0"/>
                <a:cs typeface="Times New Roman" panose="02020603050405020304" pitchFamily="18" charset="0"/>
              </a:rPr>
              <a:t>nvidia</a:t>
            </a:r>
            <a:r>
              <a:rPr lang="en-US" sz="1000">
                <a:latin typeface="Times New Roman" panose="02020603050405020304" pitchFamily="18" charset="0"/>
                <a:cs typeface="Times New Roman" panose="02020603050405020304" pitchFamily="18" charset="0"/>
              </a:rPr>
              <a:t>-</a:t>
            </a:r>
            <a:r>
              <a:rPr lang="en-US" sz="1000" err="1">
                <a:latin typeface="Times New Roman" panose="02020603050405020304" pitchFamily="18" charset="0"/>
                <a:cs typeface="Times New Roman" panose="02020603050405020304" pitchFamily="18" charset="0"/>
              </a:rPr>
              <a:t>ceo</a:t>
            </a:r>
            <a:r>
              <a:rPr lang="en-US" sz="1000">
                <a:latin typeface="Times New Roman" panose="02020603050405020304" pitchFamily="18" charset="0"/>
                <a:cs typeface="Times New Roman" panose="02020603050405020304" pitchFamily="18" charset="0"/>
              </a:rPr>
              <a:t>-on-agents-being-the-future-of-ai/</a:t>
            </a:r>
          </a:p>
          <a:p>
            <a:endParaRPr lang="en-US"/>
          </a:p>
        </p:txBody>
      </p:sp>
    </p:spTree>
    <p:extLst>
      <p:ext uri="{BB962C8B-B14F-4D97-AF65-F5344CB8AC3E}">
        <p14:creationId xmlns:p14="http://schemas.microsoft.com/office/powerpoint/2010/main" val="2193538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7169-4BC5-5726-4AD6-3E1BD055E654}"/>
              </a:ext>
            </a:extLst>
          </p:cNvPr>
          <p:cNvSpPr>
            <a:spLocks noGrp="1"/>
          </p:cNvSpPr>
          <p:nvPr>
            <p:ph type="title"/>
          </p:nvPr>
        </p:nvSpPr>
        <p:spPr/>
        <p:txBody>
          <a:bodyPr>
            <a:normAutofit/>
          </a:bodyPr>
          <a:lstStyle/>
          <a:p>
            <a:r>
              <a:rPr lang="en-US">
                <a:solidFill>
                  <a:srgbClr val="242424"/>
                </a:solidFill>
                <a:highlight>
                  <a:srgbClr val="FFFFFF"/>
                </a:highlight>
                <a:latin typeface="sohne"/>
              </a:rPr>
              <a:t>T</a:t>
            </a:r>
            <a:r>
              <a:rPr lang="en-US" b="1" i="0">
                <a:solidFill>
                  <a:srgbClr val="242424"/>
                </a:solidFill>
                <a:effectLst/>
                <a:highlight>
                  <a:srgbClr val="FFFFFF"/>
                </a:highlight>
                <a:latin typeface="sohne"/>
              </a:rPr>
              <a:t>he Future of AI - CES 2025</a:t>
            </a:r>
            <a:endParaRPr lang="en-US"/>
          </a:p>
        </p:txBody>
      </p:sp>
      <p:pic>
        <p:nvPicPr>
          <p:cNvPr id="4102" name="Picture 6">
            <a:extLst>
              <a:ext uri="{FF2B5EF4-FFF2-40B4-BE49-F238E27FC236}">
                <a16:creationId xmlns:a16="http://schemas.microsoft.com/office/drawing/2014/main" id="{C961306A-52D2-87D5-D661-A0471B26E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5704" y="1994451"/>
            <a:ext cx="8331222" cy="42849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265DA92-1BEF-E858-7E36-69785367ABD6}"/>
              </a:ext>
            </a:extLst>
          </p:cNvPr>
          <p:cNvSpPr/>
          <p:nvPr/>
        </p:nvSpPr>
        <p:spPr>
          <a:xfrm>
            <a:off x="6163885" y="3429000"/>
            <a:ext cx="1460810" cy="84749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1715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B902-374A-3116-556D-B99E2890ACC0}"/>
              </a:ext>
            </a:extLst>
          </p:cNvPr>
          <p:cNvSpPr>
            <a:spLocks noGrp="1"/>
          </p:cNvSpPr>
          <p:nvPr>
            <p:ph type="title"/>
          </p:nvPr>
        </p:nvSpPr>
        <p:spPr/>
        <p:txBody>
          <a:bodyPr/>
          <a:lstStyle/>
          <a:p>
            <a:r>
              <a:rPr lang="en-US"/>
              <a:t>Discussion: Chatbots  vs.  Agents</a:t>
            </a:r>
          </a:p>
        </p:txBody>
      </p:sp>
      <p:sp>
        <p:nvSpPr>
          <p:cNvPr id="3" name="Content Placeholder 2">
            <a:extLst>
              <a:ext uri="{FF2B5EF4-FFF2-40B4-BE49-F238E27FC236}">
                <a16:creationId xmlns:a16="http://schemas.microsoft.com/office/drawing/2014/main" id="{B0C1A0C7-6983-A913-36DB-5F9A00710786}"/>
              </a:ext>
            </a:extLst>
          </p:cNvPr>
          <p:cNvSpPr>
            <a:spLocks noGrp="1"/>
          </p:cNvSpPr>
          <p:nvPr>
            <p:ph sz="half" idx="1"/>
          </p:nvPr>
        </p:nvSpPr>
        <p:spPr/>
        <p:txBody>
          <a:bodyPr/>
          <a:lstStyle/>
          <a:p>
            <a:r>
              <a:rPr lang="en-US"/>
              <a:t>Chatbots</a:t>
            </a:r>
          </a:p>
        </p:txBody>
      </p:sp>
      <p:sp>
        <p:nvSpPr>
          <p:cNvPr id="4" name="Content Placeholder 3">
            <a:extLst>
              <a:ext uri="{FF2B5EF4-FFF2-40B4-BE49-F238E27FC236}">
                <a16:creationId xmlns:a16="http://schemas.microsoft.com/office/drawing/2014/main" id="{1642E6C8-2627-07A2-5986-408F13799DD0}"/>
              </a:ext>
            </a:extLst>
          </p:cNvPr>
          <p:cNvSpPr>
            <a:spLocks noGrp="1"/>
          </p:cNvSpPr>
          <p:nvPr>
            <p:ph sz="half" idx="2"/>
          </p:nvPr>
        </p:nvSpPr>
        <p:spPr/>
        <p:txBody>
          <a:bodyPr/>
          <a:lstStyle/>
          <a:p>
            <a:r>
              <a:rPr lang="en-US"/>
              <a:t>Agents</a:t>
            </a:r>
          </a:p>
        </p:txBody>
      </p:sp>
    </p:spTree>
    <p:extLst>
      <p:ext uri="{BB962C8B-B14F-4D97-AF65-F5344CB8AC3E}">
        <p14:creationId xmlns:p14="http://schemas.microsoft.com/office/powerpoint/2010/main" val="1554337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09F4-6D02-2A70-8CC5-A7007EC4524D}"/>
              </a:ext>
            </a:extLst>
          </p:cNvPr>
          <p:cNvSpPr>
            <a:spLocks noGrp="1"/>
          </p:cNvSpPr>
          <p:nvPr>
            <p:ph type="title"/>
          </p:nvPr>
        </p:nvSpPr>
        <p:spPr/>
        <p:txBody>
          <a:bodyPr/>
          <a:lstStyle/>
          <a:p>
            <a:r>
              <a:rPr lang="en-US"/>
              <a:t>Chatbot vs Agent</a:t>
            </a:r>
          </a:p>
        </p:txBody>
      </p:sp>
      <p:sp>
        <p:nvSpPr>
          <p:cNvPr id="3" name="Content Placeholder 2">
            <a:extLst>
              <a:ext uri="{FF2B5EF4-FFF2-40B4-BE49-F238E27FC236}">
                <a16:creationId xmlns:a16="http://schemas.microsoft.com/office/drawing/2014/main" id="{80320AE0-DA79-2E7D-D323-35284C85AD03}"/>
              </a:ext>
            </a:extLst>
          </p:cNvPr>
          <p:cNvSpPr>
            <a:spLocks noGrp="1"/>
          </p:cNvSpPr>
          <p:nvPr>
            <p:ph sz="half" idx="1"/>
          </p:nvPr>
        </p:nvSpPr>
        <p:spPr/>
        <p:txBody>
          <a:bodyPr/>
          <a:lstStyle/>
          <a:p>
            <a:r>
              <a:rPr lang="en-US"/>
              <a:t>Chatbot</a:t>
            </a:r>
          </a:p>
          <a:p>
            <a:pPr lvl="1"/>
            <a:r>
              <a:rPr lang="en-US"/>
              <a:t>Language-based/multimodality</a:t>
            </a:r>
          </a:p>
          <a:p>
            <a:pPr lvl="1"/>
            <a:r>
              <a:rPr lang="en-US"/>
              <a:t>Chat</a:t>
            </a:r>
          </a:p>
          <a:p>
            <a:pPr lvl="1"/>
            <a:endParaRPr lang="en-US"/>
          </a:p>
        </p:txBody>
      </p:sp>
      <p:sp>
        <p:nvSpPr>
          <p:cNvPr id="4" name="Content Placeholder 3">
            <a:extLst>
              <a:ext uri="{FF2B5EF4-FFF2-40B4-BE49-F238E27FC236}">
                <a16:creationId xmlns:a16="http://schemas.microsoft.com/office/drawing/2014/main" id="{7D32A298-B1FF-0936-0860-F82427926FFA}"/>
              </a:ext>
            </a:extLst>
          </p:cNvPr>
          <p:cNvSpPr>
            <a:spLocks noGrp="1"/>
          </p:cNvSpPr>
          <p:nvPr>
            <p:ph sz="half" idx="2"/>
          </p:nvPr>
        </p:nvSpPr>
        <p:spPr/>
        <p:txBody>
          <a:bodyPr/>
          <a:lstStyle/>
          <a:p>
            <a:r>
              <a:rPr lang="en-US"/>
              <a:t>Agent</a:t>
            </a:r>
          </a:p>
          <a:p>
            <a:pPr lvl="1"/>
            <a:r>
              <a:rPr lang="en-US"/>
              <a:t>Language-based/multimodality</a:t>
            </a:r>
          </a:p>
          <a:p>
            <a:pPr lvl="1"/>
            <a:r>
              <a:rPr lang="en-US"/>
              <a:t>Chat</a:t>
            </a:r>
          </a:p>
          <a:p>
            <a:pPr lvl="1"/>
            <a:r>
              <a:rPr lang="en-US"/>
              <a:t>Know the context</a:t>
            </a:r>
          </a:p>
          <a:p>
            <a:pPr lvl="1"/>
            <a:r>
              <a:rPr lang="en-US"/>
              <a:t>Can be delegated to make decisions</a:t>
            </a:r>
          </a:p>
          <a:p>
            <a:pPr lvl="1"/>
            <a:r>
              <a:rPr lang="en-US"/>
              <a:t>Coordinate with other agents</a:t>
            </a:r>
          </a:p>
          <a:p>
            <a:pPr lvl="1"/>
            <a:r>
              <a:rPr lang="en-US"/>
              <a:t>Can use tools and take action</a:t>
            </a:r>
          </a:p>
          <a:p>
            <a:pPr lvl="1"/>
            <a:r>
              <a:rPr lang="en-US">
                <a:solidFill>
                  <a:schemeClr val="accent3"/>
                </a:solidFill>
              </a:rPr>
              <a:t>Better and longer memory</a:t>
            </a:r>
          </a:p>
          <a:p>
            <a:pPr lvl="1"/>
            <a:r>
              <a:rPr lang="en-US">
                <a:solidFill>
                  <a:schemeClr val="accent3"/>
                </a:solidFill>
              </a:rPr>
              <a:t>Can get feedback and learn</a:t>
            </a:r>
          </a:p>
          <a:p>
            <a:pPr lvl="1"/>
            <a:endParaRPr lang="en-US"/>
          </a:p>
          <a:p>
            <a:endParaRPr lang="en-US"/>
          </a:p>
        </p:txBody>
      </p:sp>
    </p:spTree>
    <p:extLst>
      <p:ext uri="{BB962C8B-B14F-4D97-AF65-F5344CB8AC3E}">
        <p14:creationId xmlns:p14="http://schemas.microsoft.com/office/powerpoint/2010/main" val="1196456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41837-8388-59D8-47C5-E6EC12AB30B0}"/>
              </a:ext>
            </a:extLst>
          </p:cNvPr>
          <p:cNvSpPr>
            <a:spLocks noGrp="1"/>
          </p:cNvSpPr>
          <p:nvPr>
            <p:ph type="title"/>
          </p:nvPr>
        </p:nvSpPr>
        <p:spPr>
          <a:xfrm>
            <a:off x="415600" y="837119"/>
            <a:ext cx="11360800" cy="1122400"/>
          </a:xfrm>
        </p:spPr>
        <p:txBody>
          <a:bodyPr/>
          <a:lstStyle/>
          <a:p>
            <a:pPr algn="l"/>
            <a:r>
              <a:rPr lang="en-US" b="0" i="0">
                <a:solidFill>
                  <a:srgbClr val="232F3E"/>
                </a:solidFill>
                <a:effectLst/>
                <a:latin typeface="AmazonEmberBold"/>
              </a:rPr>
              <a:t>What are AI Agents?</a:t>
            </a:r>
          </a:p>
        </p:txBody>
      </p:sp>
      <p:sp>
        <p:nvSpPr>
          <p:cNvPr id="3" name="TextBox 2">
            <a:extLst>
              <a:ext uri="{FF2B5EF4-FFF2-40B4-BE49-F238E27FC236}">
                <a16:creationId xmlns:a16="http://schemas.microsoft.com/office/drawing/2014/main" id="{FD1E5C9F-F15C-6FE2-F6AC-7747F8383638}"/>
              </a:ext>
            </a:extLst>
          </p:cNvPr>
          <p:cNvSpPr txBox="1"/>
          <p:nvPr/>
        </p:nvSpPr>
        <p:spPr>
          <a:xfrm>
            <a:off x="415600" y="1864426"/>
            <a:ext cx="10129688" cy="369332"/>
          </a:xfrm>
          <a:prstGeom prst="rect">
            <a:avLst/>
          </a:prstGeom>
          <a:noFill/>
        </p:spPr>
        <p:txBody>
          <a:bodyPr wrap="square" rtlCol="0">
            <a:spAutoFit/>
          </a:bodyPr>
          <a:lstStyle/>
          <a:p>
            <a:r>
              <a:rPr lang="en-US"/>
              <a:t>All software autonomously completes different tasks as determined by the software developer. </a:t>
            </a:r>
          </a:p>
        </p:txBody>
      </p:sp>
      <p:sp>
        <p:nvSpPr>
          <p:cNvPr id="4" name="TextBox 3">
            <a:extLst>
              <a:ext uri="{FF2B5EF4-FFF2-40B4-BE49-F238E27FC236}">
                <a16:creationId xmlns:a16="http://schemas.microsoft.com/office/drawing/2014/main" id="{01E57E49-0A9D-0AC7-D942-17FEF1FB3692}"/>
              </a:ext>
            </a:extLst>
          </p:cNvPr>
          <p:cNvSpPr txBox="1"/>
          <p:nvPr/>
        </p:nvSpPr>
        <p:spPr>
          <a:xfrm>
            <a:off x="8154426" y="6020881"/>
            <a:ext cx="3621974" cy="246221"/>
          </a:xfrm>
          <a:prstGeom prst="rect">
            <a:avLst/>
          </a:prstGeom>
          <a:noFill/>
        </p:spPr>
        <p:txBody>
          <a:bodyPr wrap="square" rtlCol="0">
            <a:spAutoFit/>
          </a:bodyPr>
          <a:lstStyle/>
          <a:p>
            <a:r>
              <a:rPr lang="en-US" sz="1000">
                <a:latin typeface="Times New Roman" panose="02020603050405020304" pitchFamily="18" charset="0"/>
                <a:cs typeface="Times New Roman" panose="02020603050405020304" pitchFamily="18" charset="0"/>
              </a:rPr>
              <a:t>https://</a:t>
            </a:r>
            <a:r>
              <a:rPr lang="en-US" sz="1000" err="1">
                <a:latin typeface="Times New Roman" panose="02020603050405020304" pitchFamily="18" charset="0"/>
                <a:cs typeface="Times New Roman" panose="02020603050405020304" pitchFamily="18" charset="0"/>
              </a:rPr>
              <a:t>aws.amazon.com</a:t>
            </a:r>
            <a:r>
              <a:rPr lang="en-US" sz="1000">
                <a:latin typeface="Times New Roman" panose="02020603050405020304" pitchFamily="18" charset="0"/>
                <a:cs typeface="Times New Roman" panose="02020603050405020304" pitchFamily="18" charset="0"/>
              </a:rPr>
              <a:t>/what-is/ai-agents/</a:t>
            </a:r>
          </a:p>
        </p:txBody>
      </p:sp>
      <p:pic>
        <p:nvPicPr>
          <p:cNvPr id="1026" name="Picture 2" descr="Improve Your Customer Service with Chatbot Support">
            <a:extLst>
              <a:ext uri="{FF2B5EF4-FFF2-40B4-BE49-F238E27FC236}">
                <a16:creationId xmlns:a16="http://schemas.microsoft.com/office/drawing/2014/main" id="{1BDB2C73-43F3-FFE1-8333-21CDEA7A6A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180" y="3429000"/>
            <a:ext cx="3301175" cy="19323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I in Manufacturing and Production: Use cases, Examples and Applications">
            <a:extLst>
              <a:ext uri="{FF2B5EF4-FFF2-40B4-BE49-F238E27FC236}">
                <a16:creationId xmlns:a16="http://schemas.microsoft.com/office/drawing/2014/main" id="{4438874F-E568-F0A7-6ED2-9508B6373E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9880" y="3429000"/>
            <a:ext cx="3432239" cy="19323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0CCA9B7-8849-9A9C-828D-AAA209BD7950}"/>
              </a:ext>
            </a:extLst>
          </p:cNvPr>
          <p:cNvSpPr txBox="1"/>
          <p:nvPr/>
        </p:nvSpPr>
        <p:spPr>
          <a:xfrm>
            <a:off x="889216" y="5528438"/>
            <a:ext cx="2663101" cy="738664"/>
          </a:xfrm>
          <a:prstGeom prst="rect">
            <a:avLst/>
          </a:prstGeom>
          <a:noFill/>
        </p:spPr>
        <p:txBody>
          <a:bodyPr wrap="none" rtlCol="0">
            <a:spAutoFit/>
          </a:bodyPr>
          <a:lstStyle/>
          <a:p>
            <a:r>
              <a:rPr lang="en-US" sz="1200" b="0" i="0">
                <a:effectLst/>
                <a:latin typeface="__fkGroteskNeue_598ab8"/>
              </a:rPr>
              <a:t>Customer Service: Chatbots that handle</a:t>
            </a:r>
          </a:p>
          <a:p>
            <a:r>
              <a:rPr lang="en-US" sz="1200" b="0" i="0">
                <a:effectLst/>
                <a:latin typeface="__fkGroteskNeue_598ab8"/>
              </a:rPr>
              <a:t> customer inquiries 24/7</a:t>
            </a:r>
          </a:p>
          <a:p>
            <a:endParaRPr lang="en-US"/>
          </a:p>
        </p:txBody>
      </p:sp>
      <p:sp>
        <p:nvSpPr>
          <p:cNvPr id="6" name="TextBox 5">
            <a:extLst>
              <a:ext uri="{FF2B5EF4-FFF2-40B4-BE49-F238E27FC236}">
                <a16:creationId xmlns:a16="http://schemas.microsoft.com/office/drawing/2014/main" id="{002671C1-050F-05DB-2A1E-A9462F30274B}"/>
              </a:ext>
            </a:extLst>
          </p:cNvPr>
          <p:cNvSpPr txBox="1"/>
          <p:nvPr/>
        </p:nvSpPr>
        <p:spPr>
          <a:xfrm>
            <a:off x="415600" y="2646713"/>
            <a:ext cx="5859809" cy="369332"/>
          </a:xfrm>
          <a:prstGeom prst="rect">
            <a:avLst/>
          </a:prstGeom>
          <a:noFill/>
        </p:spPr>
        <p:txBody>
          <a:bodyPr wrap="none" rtlCol="0">
            <a:spAutoFit/>
          </a:bodyPr>
          <a:lstStyle/>
          <a:p>
            <a:r>
              <a:rPr lang="en-US" b="0" i="0">
                <a:effectLst/>
                <a:latin typeface="__fkGroteskNeue_598ab8"/>
              </a:rPr>
              <a:t>AI agents can be deployed across various business functions:</a:t>
            </a:r>
            <a:endParaRPr lang="en-US"/>
          </a:p>
        </p:txBody>
      </p:sp>
      <p:sp>
        <p:nvSpPr>
          <p:cNvPr id="7" name="TextBox 6">
            <a:extLst>
              <a:ext uri="{FF2B5EF4-FFF2-40B4-BE49-F238E27FC236}">
                <a16:creationId xmlns:a16="http://schemas.microsoft.com/office/drawing/2014/main" id="{623F7DA2-5752-4315-967B-659FD907E44C}"/>
              </a:ext>
            </a:extLst>
          </p:cNvPr>
          <p:cNvSpPr txBox="1"/>
          <p:nvPr/>
        </p:nvSpPr>
        <p:spPr>
          <a:xfrm>
            <a:off x="4751724" y="5499224"/>
            <a:ext cx="2440733" cy="738664"/>
          </a:xfrm>
          <a:prstGeom prst="rect">
            <a:avLst/>
          </a:prstGeom>
          <a:noFill/>
        </p:spPr>
        <p:txBody>
          <a:bodyPr wrap="none" rtlCol="0">
            <a:spAutoFit/>
          </a:bodyPr>
          <a:lstStyle/>
          <a:p>
            <a:r>
              <a:rPr lang="en-US" sz="1200" b="0" i="0">
                <a:effectLst/>
                <a:latin typeface="__fkGroteskNeue_598ab8"/>
              </a:rPr>
              <a:t>Operations: Agents that optimize </a:t>
            </a:r>
          </a:p>
          <a:p>
            <a:r>
              <a:rPr lang="en-US" sz="1200" b="0" i="0">
                <a:effectLst/>
                <a:latin typeface="__fkGroteskNeue_598ab8"/>
              </a:rPr>
              <a:t>inventory management and logistics</a:t>
            </a:r>
          </a:p>
          <a:p>
            <a:endParaRPr lang="en-US"/>
          </a:p>
        </p:txBody>
      </p:sp>
      <p:pic>
        <p:nvPicPr>
          <p:cNvPr id="8" name="Picture 7">
            <a:extLst>
              <a:ext uri="{FF2B5EF4-FFF2-40B4-BE49-F238E27FC236}">
                <a16:creationId xmlns:a16="http://schemas.microsoft.com/office/drawing/2014/main" id="{796B296A-F135-0B9F-7FCB-192EE0F6854A}"/>
              </a:ext>
            </a:extLst>
          </p:cNvPr>
          <p:cNvPicPr>
            <a:picLocks noChangeAspect="1"/>
          </p:cNvPicPr>
          <p:nvPr/>
        </p:nvPicPr>
        <p:blipFill>
          <a:blip r:embed="rId5"/>
          <a:stretch>
            <a:fillRect/>
          </a:stretch>
        </p:blipFill>
        <p:spPr>
          <a:xfrm>
            <a:off x="8154426" y="3451488"/>
            <a:ext cx="3337352" cy="1909907"/>
          </a:xfrm>
          <a:prstGeom prst="rect">
            <a:avLst/>
          </a:prstGeom>
        </p:spPr>
      </p:pic>
      <p:sp>
        <p:nvSpPr>
          <p:cNvPr id="9" name="TextBox 8">
            <a:extLst>
              <a:ext uri="{FF2B5EF4-FFF2-40B4-BE49-F238E27FC236}">
                <a16:creationId xmlns:a16="http://schemas.microsoft.com/office/drawing/2014/main" id="{421D0BC8-40F5-CE08-B45C-2103235CAE37}"/>
              </a:ext>
            </a:extLst>
          </p:cNvPr>
          <p:cNvSpPr txBox="1"/>
          <p:nvPr/>
        </p:nvSpPr>
        <p:spPr>
          <a:xfrm>
            <a:off x="8063346" y="5512287"/>
            <a:ext cx="3575274" cy="553998"/>
          </a:xfrm>
          <a:prstGeom prst="rect">
            <a:avLst/>
          </a:prstGeom>
          <a:noFill/>
        </p:spPr>
        <p:txBody>
          <a:bodyPr wrap="none" rtlCol="0">
            <a:spAutoFit/>
          </a:bodyPr>
          <a:lstStyle/>
          <a:p>
            <a:r>
              <a:rPr lang="en-US" sz="1200"/>
              <a:t>Finance: Algorithms that detect fraud and manage risk</a:t>
            </a:r>
          </a:p>
          <a:p>
            <a:endParaRPr lang="en-US"/>
          </a:p>
        </p:txBody>
      </p:sp>
    </p:spTree>
    <p:extLst>
      <p:ext uri="{BB962C8B-B14F-4D97-AF65-F5344CB8AC3E}">
        <p14:creationId xmlns:p14="http://schemas.microsoft.com/office/powerpoint/2010/main" val="3332505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computer process&#10;&#10;Description automatically generated">
            <a:extLst>
              <a:ext uri="{FF2B5EF4-FFF2-40B4-BE49-F238E27FC236}">
                <a16:creationId xmlns:a16="http://schemas.microsoft.com/office/drawing/2014/main" id="{2257FDC4-34A7-78BA-CB4D-04889A15A8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514" y="1805138"/>
            <a:ext cx="7772400" cy="3940628"/>
          </a:xfrm>
          <a:prstGeom prst="rect">
            <a:avLst/>
          </a:prstGeom>
        </p:spPr>
      </p:pic>
      <p:sp>
        <p:nvSpPr>
          <p:cNvPr id="2" name="Title 1">
            <a:extLst>
              <a:ext uri="{FF2B5EF4-FFF2-40B4-BE49-F238E27FC236}">
                <a16:creationId xmlns:a16="http://schemas.microsoft.com/office/drawing/2014/main" id="{7DDD889D-BE16-AB0F-2BD3-8CCE529F2034}"/>
              </a:ext>
            </a:extLst>
          </p:cNvPr>
          <p:cNvSpPr>
            <a:spLocks noGrp="1"/>
          </p:cNvSpPr>
          <p:nvPr>
            <p:ph type="title"/>
          </p:nvPr>
        </p:nvSpPr>
        <p:spPr>
          <a:xfrm>
            <a:off x="282003" y="682738"/>
            <a:ext cx="11360800" cy="1122400"/>
          </a:xfrm>
        </p:spPr>
        <p:txBody>
          <a:bodyPr/>
          <a:lstStyle/>
          <a:p>
            <a:pPr algn="l"/>
            <a:r>
              <a:rPr lang="en-US"/>
              <a:t>LLM-Powered Agents </a:t>
            </a:r>
          </a:p>
        </p:txBody>
      </p:sp>
      <p:sp>
        <p:nvSpPr>
          <p:cNvPr id="3" name="TextBox 2">
            <a:extLst>
              <a:ext uri="{FF2B5EF4-FFF2-40B4-BE49-F238E27FC236}">
                <a16:creationId xmlns:a16="http://schemas.microsoft.com/office/drawing/2014/main" id="{C42CFA6F-B703-8CF0-1D03-AB07546C601C}"/>
              </a:ext>
            </a:extLst>
          </p:cNvPr>
          <p:cNvSpPr txBox="1"/>
          <p:nvPr/>
        </p:nvSpPr>
        <p:spPr>
          <a:xfrm>
            <a:off x="7826829" y="6044632"/>
            <a:ext cx="4096378"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https://</a:t>
            </a:r>
            <a:r>
              <a:rPr lang="en-US" sz="1200" err="1">
                <a:latin typeface="Times New Roman" panose="02020603050405020304" pitchFamily="18" charset="0"/>
                <a:cs typeface="Times New Roman" panose="02020603050405020304" pitchFamily="18" charset="0"/>
              </a:rPr>
              <a:t>developer.nvidia.com</a:t>
            </a:r>
            <a:r>
              <a:rPr lang="en-US" sz="1200">
                <a:latin typeface="Times New Roman" panose="02020603050405020304" pitchFamily="18" charset="0"/>
                <a:cs typeface="Times New Roman" panose="02020603050405020304" pitchFamily="18" charset="0"/>
              </a:rPr>
              <a:t>/blog/introduction-to-</a:t>
            </a:r>
            <a:r>
              <a:rPr lang="en-US" sz="1200" err="1">
                <a:latin typeface="Times New Roman" panose="02020603050405020304" pitchFamily="18" charset="0"/>
                <a:cs typeface="Times New Roman" panose="02020603050405020304" pitchFamily="18" charset="0"/>
              </a:rPr>
              <a:t>llm</a:t>
            </a:r>
            <a:r>
              <a:rPr lang="en-US" sz="1200">
                <a:latin typeface="Times New Roman" panose="02020603050405020304" pitchFamily="18" charset="0"/>
                <a:cs typeface="Times New Roman" panose="02020603050405020304" pitchFamily="18" charset="0"/>
              </a:rPr>
              <a:t>-agents/</a:t>
            </a:r>
          </a:p>
        </p:txBody>
      </p:sp>
      <p:sp>
        <p:nvSpPr>
          <p:cNvPr id="5" name="TextBox 4">
            <a:extLst>
              <a:ext uri="{FF2B5EF4-FFF2-40B4-BE49-F238E27FC236}">
                <a16:creationId xmlns:a16="http://schemas.microsoft.com/office/drawing/2014/main" id="{FD2943FD-22FB-4EB0-744F-0D9329D83DE3}"/>
              </a:ext>
            </a:extLst>
          </p:cNvPr>
          <p:cNvSpPr txBox="1"/>
          <p:nvPr/>
        </p:nvSpPr>
        <p:spPr>
          <a:xfrm>
            <a:off x="435428" y="1697178"/>
            <a:ext cx="7391401" cy="4247317"/>
          </a:xfrm>
          <a:prstGeom prst="rect">
            <a:avLst/>
          </a:prstGeom>
          <a:noFill/>
        </p:spPr>
        <p:txBody>
          <a:bodyPr wrap="square" rtlCol="0">
            <a:spAutoFit/>
          </a:bodyPr>
          <a:lstStyle/>
          <a:p>
            <a:r>
              <a:rPr lang="en-US" b="1"/>
              <a:t>Definition: </a:t>
            </a:r>
            <a:r>
              <a:rPr lang="en-US"/>
              <a:t>A system that uses an LLM to:</a:t>
            </a:r>
          </a:p>
          <a:p>
            <a:endParaRPr lang="en-US"/>
          </a:p>
          <a:p>
            <a:pPr lvl="1">
              <a:buFont typeface="+mj-lt"/>
              <a:buAutoNum type="arabicPeriod"/>
            </a:pPr>
            <a:r>
              <a:rPr lang="en-US"/>
              <a:t>Reason through problems</a:t>
            </a:r>
          </a:p>
          <a:p>
            <a:pPr lvl="1">
              <a:buFont typeface="+mj-lt"/>
              <a:buAutoNum type="arabicPeriod"/>
            </a:pPr>
            <a:r>
              <a:rPr lang="en-US"/>
              <a:t>Create solution plans</a:t>
            </a:r>
          </a:p>
          <a:p>
            <a:pPr lvl="1">
              <a:buFont typeface="+mj-lt"/>
              <a:buAutoNum type="arabicPeriod"/>
            </a:pPr>
            <a:r>
              <a:rPr lang="en-US"/>
              <a:t>Execute plans using tools</a:t>
            </a:r>
          </a:p>
          <a:p>
            <a:pPr lvl="1"/>
            <a:endParaRPr lang="en-US"/>
          </a:p>
          <a:p>
            <a:r>
              <a:rPr lang="en-US" b="1"/>
              <a:t>Key Components</a:t>
            </a:r>
          </a:p>
          <a:p>
            <a:pPr lvl="1">
              <a:buFont typeface="Arial" panose="020B0604020202020204" pitchFamily="34" charset="0"/>
              <a:buChar char="•"/>
            </a:pPr>
            <a:r>
              <a:rPr lang="en-US"/>
              <a:t>Complex reasoning capabilities</a:t>
            </a:r>
          </a:p>
          <a:p>
            <a:pPr lvl="1">
              <a:buFont typeface="Arial" panose="020B0604020202020204" pitchFamily="34" charset="0"/>
              <a:buChar char="•"/>
            </a:pPr>
            <a:r>
              <a:rPr lang="en-US"/>
              <a:t>Memory</a:t>
            </a:r>
          </a:p>
          <a:p>
            <a:pPr lvl="1">
              <a:buFont typeface="Arial" panose="020B0604020202020204" pitchFamily="34" charset="0"/>
              <a:buChar char="•"/>
            </a:pPr>
            <a:r>
              <a:rPr lang="en-US"/>
              <a:t>Task execution tools</a:t>
            </a:r>
          </a:p>
          <a:p>
            <a:pPr lvl="1">
              <a:buFont typeface="Arial" panose="020B0604020202020204" pitchFamily="34" charset="0"/>
              <a:buChar char="•"/>
            </a:pPr>
            <a:endParaRPr lang="en-US"/>
          </a:p>
          <a:p>
            <a:r>
              <a:rPr lang="en-US" b="1"/>
              <a:t>In Essence</a:t>
            </a:r>
          </a:p>
          <a:p>
            <a:pPr lvl="1"/>
            <a:r>
              <a:rPr lang="en-US"/>
              <a:t>LLM-powered </a:t>
            </a:r>
            <a:r>
              <a:rPr lang="en-US" b="0" i="0">
                <a:solidFill>
                  <a:srgbClr val="1A1A1A"/>
                </a:solidFill>
                <a:effectLst/>
                <a:highlight>
                  <a:srgbClr val="FFFFFF"/>
                </a:highlight>
                <a:latin typeface="NVIDIA Sans"/>
              </a:rPr>
              <a:t>agents are a system with complex reasoning capabilities, memory, and the means to execute tasks.</a:t>
            </a:r>
            <a:endParaRPr lang="en-US" b="1"/>
          </a:p>
          <a:p>
            <a:r>
              <a:rPr lang="en-US"/>
              <a:t>Note: No widely accepted definition; this is a working description from Nvidia</a:t>
            </a:r>
          </a:p>
        </p:txBody>
      </p:sp>
    </p:spTree>
    <p:extLst>
      <p:ext uri="{BB962C8B-B14F-4D97-AF65-F5344CB8AC3E}">
        <p14:creationId xmlns:p14="http://schemas.microsoft.com/office/powerpoint/2010/main" val="3941248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57B17-BAA1-7E5C-27A6-1D1476E1B0F5}"/>
              </a:ext>
            </a:extLst>
          </p:cNvPr>
          <p:cNvSpPr>
            <a:spLocks noGrp="1"/>
          </p:cNvSpPr>
          <p:nvPr>
            <p:ph type="title"/>
          </p:nvPr>
        </p:nvSpPr>
        <p:spPr>
          <a:xfrm>
            <a:off x="105096" y="812345"/>
            <a:ext cx="11360800" cy="1122400"/>
          </a:xfrm>
        </p:spPr>
        <p:txBody>
          <a:bodyPr>
            <a:normAutofit/>
          </a:bodyPr>
          <a:lstStyle/>
          <a:p>
            <a:pPr algn="l"/>
            <a:r>
              <a:rPr lang="en-US"/>
              <a:t>LLM-Based Single-Agent Systems</a:t>
            </a:r>
          </a:p>
        </p:txBody>
      </p:sp>
      <p:pic>
        <p:nvPicPr>
          <p:cNvPr id="1026" name="Picture 2" descr="Refer to caption">
            <a:extLst>
              <a:ext uri="{FF2B5EF4-FFF2-40B4-BE49-F238E27FC236}">
                <a16:creationId xmlns:a16="http://schemas.microsoft.com/office/drawing/2014/main" id="{2CED1ABA-A81E-7D7C-71C8-3AD926645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104" y="1889774"/>
            <a:ext cx="5932714" cy="41558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4A32209-4DD2-F34F-2E20-C728B2FDCB57}"/>
              </a:ext>
            </a:extLst>
          </p:cNvPr>
          <p:cNvSpPr txBox="1"/>
          <p:nvPr/>
        </p:nvSpPr>
        <p:spPr>
          <a:xfrm>
            <a:off x="8969828" y="5923154"/>
            <a:ext cx="2496068"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https://</a:t>
            </a:r>
            <a:r>
              <a:rPr lang="en-US" sz="1200" err="1">
                <a:latin typeface="Times New Roman" panose="02020603050405020304" pitchFamily="18" charset="0"/>
                <a:cs typeface="Times New Roman" panose="02020603050405020304" pitchFamily="18" charset="0"/>
              </a:rPr>
              <a:t>arxiv.org</a:t>
            </a:r>
            <a:r>
              <a:rPr lang="en-US" sz="1200">
                <a:latin typeface="Times New Roman" panose="02020603050405020304" pitchFamily="18" charset="0"/>
                <a:cs typeface="Times New Roman" panose="02020603050405020304" pitchFamily="18" charset="0"/>
              </a:rPr>
              <a:t>/html/2401.03428v1</a:t>
            </a:r>
          </a:p>
        </p:txBody>
      </p:sp>
      <p:sp>
        <p:nvSpPr>
          <p:cNvPr id="4" name="TextBox 3">
            <a:extLst>
              <a:ext uri="{FF2B5EF4-FFF2-40B4-BE49-F238E27FC236}">
                <a16:creationId xmlns:a16="http://schemas.microsoft.com/office/drawing/2014/main" id="{8F4E6CF0-3C7C-BED0-059A-236D8E65F40F}"/>
              </a:ext>
            </a:extLst>
          </p:cNvPr>
          <p:cNvSpPr txBox="1"/>
          <p:nvPr/>
        </p:nvSpPr>
        <p:spPr>
          <a:xfrm>
            <a:off x="6863024" y="1934745"/>
            <a:ext cx="4398666" cy="4154984"/>
          </a:xfrm>
          <a:prstGeom prst="rect">
            <a:avLst/>
          </a:prstGeom>
          <a:noFill/>
        </p:spPr>
        <p:txBody>
          <a:bodyPr wrap="square" rtlCol="0">
            <a:spAutoFit/>
          </a:bodyPr>
          <a:lstStyle/>
          <a:p>
            <a:r>
              <a:rPr lang="en-US" sz="2400" b="1"/>
              <a:t>Key Capabilities</a:t>
            </a:r>
          </a:p>
          <a:p>
            <a:pPr lvl="1">
              <a:buFont typeface="Arial" panose="020B0604020202020204" pitchFamily="34" charset="0"/>
              <a:buChar char="•"/>
            </a:pPr>
            <a:r>
              <a:rPr lang="en-US" sz="2400"/>
              <a:t>Comprehensive language understanding and generation</a:t>
            </a:r>
          </a:p>
          <a:p>
            <a:pPr lvl="1">
              <a:buFont typeface="Arial" panose="020B0604020202020204" pitchFamily="34" charset="0"/>
              <a:buChar char="•"/>
            </a:pPr>
            <a:r>
              <a:rPr lang="en-US" sz="2400"/>
              <a:t>Adapts to various tasks (multi-task generalization)</a:t>
            </a:r>
          </a:p>
          <a:p>
            <a:pPr lvl="1">
              <a:buFont typeface="Arial" panose="020B0604020202020204" pitchFamily="34" charset="0"/>
              <a:buChar char="•"/>
            </a:pPr>
            <a:r>
              <a:rPr lang="en-US" sz="2400"/>
              <a:t>Performs diverse functions without additional agents</a:t>
            </a:r>
          </a:p>
          <a:p>
            <a:r>
              <a:rPr lang="en-US" sz="2400" b="1"/>
              <a:t>Task Examples</a:t>
            </a:r>
          </a:p>
          <a:p>
            <a:pPr lvl="1">
              <a:buFont typeface="Arial" panose="020B0604020202020204" pitchFamily="34" charset="0"/>
              <a:buChar char="•"/>
            </a:pPr>
            <a:r>
              <a:rPr lang="en-US" sz="2400"/>
              <a:t>Code generation</a:t>
            </a:r>
          </a:p>
          <a:p>
            <a:pPr lvl="1">
              <a:buFont typeface="Arial" panose="020B0604020202020204" pitchFamily="34" charset="0"/>
              <a:buChar char="•"/>
            </a:pPr>
            <a:r>
              <a:rPr lang="en-US" sz="2400"/>
              <a:t>Game exploration</a:t>
            </a:r>
          </a:p>
          <a:p>
            <a:pPr lvl="1">
              <a:buFont typeface="Arial" panose="020B0604020202020204" pitchFamily="34" charset="0"/>
              <a:buChar char="•"/>
            </a:pPr>
            <a:r>
              <a:rPr lang="en-US" sz="2400"/>
              <a:t>Data management</a:t>
            </a:r>
          </a:p>
        </p:txBody>
      </p:sp>
    </p:spTree>
    <p:extLst>
      <p:ext uri="{BB962C8B-B14F-4D97-AF65-F5344CB8AC3E}">
        <p14:creationId xmlns:p14="http://schemas.microsoft.com/office/powerpoint/2010/main" val="3248174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C2B48-438D-83AB-A2D8-4371C4AB81D0}"/>
              </a:ext>
            </a:extLst>
          </p:cNvPr>
          <p:cNvSpPr>
            <a:spLocks noGrp="1"/>
          </p:cNvSpPr>
          <p:nvPr>
            <p:ph type="title"/>
          </p:nvPr>
        </p:nvSpPr>
        <p:spPr>
          <a:xfrm>
            <a:off x="169415" y="757646"/>
            <a:ext cx="11360800" cy="1122400"/>
          </a:xfrm>
        </p:spPr>
        <p:txBody>
          <a:bodyPr/>
          <a:lstStyle/>
          <a:p>
            <a:pPr algn="l"/>
            <a:r>
              <a:rPr lang="en-US"/>
              <a:t>LLM-Based Multi-Agent Systems</a:t>
            </a:r>
          </a:p>
        </p:txBody>
      </p:sp>
      <p:sp>
        <p:nvSpPr>
          <p:cNvPr id="3" name="TextBox 2">
            <a:extLst>
              <a:ext uri="{FF2B5EF4-FFF2-40B4-BE49-F238E27FC236}">
                <a16:creationId xmlns:a16="http://schemas.microsoft.com/office/drawing/2014/main" id="{9E7B983D-BF0C-739C-2C22-352688E432DA}"/>
              </a:ext>
            </a:extLst>
          </p:cNvPr>
          <p:cNvSpPr txBox="1"/>
          <p:nvPr/>
        </p:nvSpPr>
        <p:spPr>
          <a:xfrm>
            <a:off x="661785" y="1880046"/>
            <a:ext cx="5404338" cy="3970318"/>
          </a:xfrm>
          <a:prstGeom prst="rect">
            <a:avLst/>
          </a:prstGeom>
          <a:noFill/>
        </p:spPr>
        <p:txBody>
          <a:bodyPr wrap="square" rtlCol="0">
            <a:spAutoFit/>
          </a:bodyPr>
          <a:lstStyle/>
          <a:p>
            <a:r>
              <a:rPr lang="en-US" b="1"/>
              <a:t>Definition</a:t>
            </a:r>
          </a:p>
          <a:p>
            <a:pPr marL="285750" indent="-285750">
              <a:buFont typeface="Arial" panose="020B0604020202020204" pitchFamily="34" charset="0"/>
              <a:buChar char="•"/>
            </a:pPr>
            <a:r>
              <a:rPr lang="en-US"/>
              <a:t>Unlike a single-agent system, a multi-agent system (MAS) is a computerized system composed of multiple interacting intelligent agents</a:t>
            </a:r>
          </a:p>
          <a:p>
            <a:pPr marL="285750" indent="-285750">
              <a:buFont typeface="Arial" panose="020B0604020202020204" pitchFamily="34" charset="0"/>
              <a:buChar char="•"/>
            </a:pPr>
            <a:r>
              <a:rPr lang="en-US"/>
              <a:t>Inspired by Minsky's Society of Mind (SOM) and natural language-based SOM (NLSOM)</a:t>
            </a:r>
          </a:p>
          <a:p>
            <a:endParaRPr lang="en-US"/>
          </a:p>
          <a:p>
            <a:r>
              <a:rPr lang="en-US" b="1"/>
              <a:t>Key Characteristics</a:t>
            </a:r>
          </a:p>
          <a:p>
            <a:pPr marL="285750" indent="-285750">
              <a:buFont typeface="Arial" panose="020B0604020202020204" pitchFamily="34" charset="0"/>
              <a:buChar char="•"/>
            </a:pPr>
            <a:r>
              <a:rPr lang="en-US"/>
              <a:t>Intricate coordination among agents</a:t>
            </a:r>
          </a:p>
          <a:p>
            <a:pPr marL="285750" indent="-285750">
              <a:buFont typeface="Arial" panose="020B0604020202020204" pitchFamily="34" charset="0"/>
              <a:buChar char="•"/>
            </a:pPr>
            <a:r>
              <a:rPr lang="en-US"/>
              <a:t>Agents with specific domain expertise</a:t>
            </a:r>
          </a:p>
          <a:p>
            <a:pPr marL="285750" indent="-285750">
              <a:buFont typeface="Arial" panose="020B0604020202020204" pitchFamily="34" charset="0"/>
              <a:buChar char="•"/>
            </a:pPr>
            <a:r>
              <a:rPr lang="en-US"/>
              <a:t>Advantageous for multi-domain tasks</a:t>
            </a:r>
          </a:p>
          <a:p>
            <a:endParaRPr lang="en-US"/>
          </a:p>
          <a:p>
            <a:endParaRPr lang="en-US"/>
          </a:p>
          <a:p>
            <a:endParaRPr lang="en-US"/>
          </a:p>
        </p:txBody>
      </p:sp>
      <p:pic>
        <p:nvPicPr>
          <p:cNvPr id="2050" name="Picture 2" descr="Multi AI Agent Systems 101. Automating Routine Tasks in Data Source… | by  Mariya Mansurova | Towards Data Science">
            <a:extLst>
              <a:ext uri="{FF2B5EF4-FFF2-40B4-BE49-F238E27FC236}">
                <a16:creationId xmlns:a16="http://schemas.microsoft.com/office/drawing/2014/main" id="{C9E49190-5F0C-4200-5B48-347877A13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6123" y="2075283"/>
            <a:ext cx="5763713" cy="3293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823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9E44-CE2C-B5A1-D3C8-97780504BE90}"/>
              </a:ext>
            </a:extLst>
          </p:cNvPr>
          <p:cNvSpPr>
            <a:spLocks noGrp="1"/>
          </p:cNvSpPr>
          <p:nvPr>
            <p:ph type="title"/>
          </p:nvPr>
        </p:nvSpPr>
        <p:spPr>
          <a:xfrm>
            <a:off x="219657" y="856120"/>
            <a:ext cx="11360800" cy="1122400"/>
          </a:xfrm>
        </p:spPr>
        <p:txBody>
          <a:bodyPr>
            <a:normAutofit/>
          </a:bodyPr>
          <a:lstStyle/>
          <a:p>
            <a:pPr algn="l"/>
            <a:r>
              <a:rPr lang="en-US" b="1"/>
              <a:t>Categorization for LLM-Based MAS</a:t>
            </a:r>
            <a:endParaRPr lang="en-US"/>
          </a:p>
        </p:txBody>
      </p:sp>
      <p:sp>
        <p:nvSpPr>
          <p:cNvPr id="3" name="TextBox 2">
            <a:extLst>
              <a:ext uri="{FF2B5EF4-FFF2-40B4-BE49-F238E27FC236}">
                <a16:creationId xmlns:a16="http://schemas.microsoft.com/office/drawing/2014/main" id="{BAAC0406-68E9-03DA-61CB-CFF3EFDFE625}"/>
              </a:ext>
            </a:extLst>
          </p:cNvPr>
          <p:cNvSpPr txBox="1"/>
          <p:nvPr/>
        </p:nvSpPr>
        <p:spPr>
          <a:xfrm>
            <a:off x="128217" y="2016963"/>
            <a:ext cx="4533935" cy="3139321"/>
          </a:xfrm>
          <a:prstGeom prst="rect">
            <a:avLst/>
          </a:prstGeom>
          <a:noFill/>
        </p:spPr>
        <p:txBody>
          <a:bodyPr wrap="square" rtlCol="0">
            <a:spAutoFit/>
          </a:bodyPr>
          <a:lstStyle/>
          <a:p>
            <a:r>
              <a:rPr lang="en-US"/>
              <a:t>Multi-Role Coordination: </a:t>
            </a:r>
          </a:p>
          <a:p>
            <a:pPr marL="742950" lvl="1" indent="-285750">
              <a:buFont typeface="+mj-lt"/>
              <a:buAutoNum type="arabicPeriod"/>
            </a:pPr>
            <a:r>
              <a:rPr lang="en-US"/>
              <a:t>Cooperative</a:t>
            </a:r>
          </a:p>
          <a:p>
            <a:pPr marL="742950" lvl="1" indent="-285750">
              <a:buFont typeface="+mj-lt"/>
              <a:buAutoNum type="arabicPeriod"/>
            </a:pPr>
            <a:r>
              <a:rPr lang="en-US"/>
              <a:t>Competitive</a:t>
            </a:r>
          </a:p>
          <a:p>
            <a:pPr marL="742950" lvl="1" indent="-285750">
              <a:buFont typeface="+mj-lt"/>
              <a:buAutoNum type="arabicPeriod"/>
            </a:pPr>
            <a:r>
              <a:rPr lang="en-US"/>
              <a:t>Mixed</a:t>
            </a:r>
          </a:p>
          <a:p>
            <a:pPr marL="742950" lvl="1" indent="-285750">
              <a:buFont typeface="+mj-lt"/>
              <a:buAutoNum type="arabicPeriod"/>
            </a:pPr>
            <a:r>
              <a:rPr lang="en-US"/>
              <a:t>Hierarchical</a:t>
            </a:r>
          </a:p>
          <a:p>
            <a:r>
              <a:rPr lang="en-US"/>
              <a:t>Planning Type: </a:t>
            </a:r>
          </a:p>
          <a:p>
            <a:pPr marL="742950" lvl="1" indent="-285750">
              <a:buFont typeface="+mj-lt"/>
              <a:buAutoNum type="arabicPeriod"/>
            </a:pPr>
            <a:r>
              <a:rPr lang="en-US"/>
              <a:t>Centralized Planning Decentralized Execution (CPDE)</a:t>
            </a:r>
          </a:p>
          <a:p>
            <a:pPr marL="742950" lvl="1" indent="-285750">
              <a:buFont typeface="+mj-lt"/>
              <a:buAutoNum type="arabicPeriod"/>
            </a:pPr>
            <a:r>
              <a:rPr lang="en-US"/>
              <a:t>Decentralized Planning Decentralized Execution (DPDE)</a:t>
            </a:r>
          </a:p>
          <a:p>
            <a:endParaRPr lang="en-US"/>
          </a:p>
        </p:txBody>
      </p:sp>
      <p:pic>
        <p:nvPicPr>
          <p:cNvPr id="3074" name="Picture 2" descr="Refer to caption">
            <a:extLst>
              <a:ext uri="{FF2B5EF4-FFF2-40B4-BE49-F238E27FC236}">
                <a16:creationId xmlns:a16="http://schemas.microsoft.com/office/drawing/2014/main" id="{3F88DF8B-D674-B781-D5B4-D88074773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772" y="1609452"/>
            <a:ext cx="7184571" cy="48754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95872D-73E6-0021-335D-38B1CE1426B3}"/>
              </a:ext>
            </a:extLst>
          </p:cNvPr>
          <p:cNvSpPr txBox="1"/>
          <p:nvPr/>
        </p:nvSpPr>
        <p:spPr>
          <a:xfrm>
            <a:off x="719528" y="5681272"/>
            <a:ext cx="2417713" cy="276999"/>
          </a:xfrm>
          <a:prstGeom prst="rect">
            <a:avLst/>
          </a:prstGeom>
          <a:noFill/>
        </p:spPr>
        <p:txBody>
          <a:bodyPr wrap="none" rtlCol="0">
            <a:spAutoFit/>
          </a:bodyPr>
          <a:lstStyle/>
          <a:p>
            <a:r>
              <a:rPr lang="en-US" sz="1200">
                <a:latin typeface="Times New Roman" panose="02020603050405020304" pitchFamily="18" charset="0"/>
                <a:cs typeface="Times New Roman" panose="02020603050405020304" pitchFamily="18" charset="0"/>
              </a:rPr>
              <a:t>https://</a:t>
            </a:r>
            <a:r>
              <a:rPr lang="en-US" sz="1200" err="1">
                <a:latin typeface="Times New Roman" panose="02020603050405020304" pitchFamily="18" charset="0"/>
                <a:cs typeface="Times New Roman" panose="02020603050405020304" pitchFamily="18" charset="0"/>
              </a:rPr>
              <a:t>arxiv.org</a:t>
            </a:r>
            <a:r>
              <a:rPr lang="en-US" sz="1200">
                <a:latin typeface="Times New Roman" panose="02020603050405020304" pitchFamily="18" charset="0"/>
                <a:cs typeface="Times New Roman" panose="02020603050405020304" pitchFamily="18" charset="0"/>
              </a:rPr>
              <a:t>/html/2401.03428v1</a:t>
            </a:r>
          </a:p>
        </p:txBody>
      </p:sp>
    </p:spTree>
    <p:extLst>
      <p:ext uri="{BB962C8B-B14F-4D97-AF65-F5344CB8AC3E}">
        <p14:creationId xmlns:p14="http://schemas.microsoft.com/office/powerpoint/2010/main" val="1762503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55911-6726-EBB4-54F4-92ECD47D1DFD}"/>
              </a:ext>
            </a:extLst>
          </p:cNvPr>
          <p:cNvSpPr>
            <a:spLocks noGrp="1"/>
          </p:cNvSpPr>
          <p:nvPr>
            <p:ph type="title"/>
          </p:nvPr>
        </p:nvSpPr>
        <p:spPr>
          <a:xfrm>
            <a:off x="284971" y="400761"/>
            <a:ext cx="11360800" cy="1122400"/>
          </a:xfrm>
        </p:spPr>
        <p:txBody>
          <a:bodyPr/>
          <a:lstStyle/>
          <a:p>
            <a:pPr algn="l"/>
            <a:r>
              <a:rPr lang="en-US"/>
              <a:t>Demo- </a:t>
            </a:r>
            <a:r>
              <a:rPr lang="en-US" err="1"/>
              <a:t>AutoGen</a:t>
            </a:r>
            <a:endParaRPr lang="en-US"/>
          </a:p>
        </p:txBody>
      </p:sp>
      <p:pic>
        <p:nvPicPr>
          <p:cNvPr id="3" name="Picture 2">
            <a:extLst>
              <a:ext uri="{FF2B5EF4-FFF2-40B4-BE49-F238E27FC236}">
                <a16:creationId xmlns:a16="http://schemas.microsoft.com/office/drawing/2014/main" id="{A17B4A83-F9ED-A614-68E5-6FE4513735BE}"/>
              </a:ext>
            </a:extLst>
          </p:cNvPr>
          <p:cNvPicPr>
            <a:picLocks noChangeAspect="1"/>
          </p:cNvPicPr>
          <p:nvPr/>
        </p:nvPicPr>
        <p:blipFill>
          <a:blip r:embed="rId2"/>
          <a:stretch>
            <a:fillRect/>
          </a:stretch>
        </p:blipFill>
        <p:spPr>
          <a:xfrm>
            <a:off x="3972874" y="1208779"/>
            <a:ext cx="7772400" cy="5028233"/>
          </a:xfrm>
          <a:prstGeom prst="rect">
            <a:avLst/>
          </a:prstGeom>
        </p:spPr>
      </p:pic>
      <p:pic>
        <p:nvPicPr>
          <p:cNvPr id="4" name="Picture 3">
            <a:extLst>
              <a:ext uri="{FF2B5EF4-FFF2-40B4-BE49-F238E27FC236}">
                <a16:creationId xmlns:a16="http://schemas.microsoft.com/office/drawing/2014/main" id="{6DDCE10B-6ABE-76B8-3FB0-42BB92FA12BD}"/>
              </a:ext>
            </a:extLst>
          </p:cNvPr>
          <p:cNvPicPr>
            <a:picLocks noChangeAspect="1"/>
          </p:cNvPicPr>
          <p:nvPr/>
        </p:nvPicPr>
        <p:blipFill>
          <a:blip r:embed="rId3"/>
          <a:stretch>
            <a:fillRect/>
          </a:stretch>
        </p:blipFill>
        <p:spPr>
          <a:xfrm>
            <a:off x="1222933" y="2828403"/>
            <a:ext cx="2164676" cy="2571750"/>
          </a:xfrm>
          <a:prstGeom prst="rect">
            <a:avLst/>
          </a:prstGeom>
        </p:spPr>
      </p:pic>
    </p:spTree>
    <p:extLst>
      <p:ext uri="{BB962C8B-B14F-4D97-AF65-F5344CB8AC3E}">
        <p14:creationId xmlns:p14="http://schemas.microsoft.com/office/powerpoint/2010/main" val="993215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6B0441-1D8A-C90B-CE94-2371D376EBBC}"/>
              </a:ext>
            </a:extLst>
          </p:cNvPr>
          <p:cNvPicPr>
            <a:picLocks noChangeAspect="1"/>
          </p:cNvPicPr>
          <p:nvPr/>
        </p:nvPicPr>
        <p:blipFill>
          <a:blip r:embed="rId2"/>
          <a:stretch>
            <a:fillRect/>
          </a:stretch>
        </p:blipFill>
        <p:spPr>
          <a:xfrm>
            <a:off x="7349067" y="1536633"/>
            <a:ext cx="4753236" cy="3587730"/>
          </a:xfrm>
          <a:prstGeom prst="rect">
            <a:avLst/>
          </a:prstGeom>
        </p:spPr>
      </p:pic>
      <p:sp>
        <p:nvSpPr>
          <p:cNvPr id="2" name="Title 1">
            <a:extLst>
              <a:ext uri="{FF2B5EF4-FFF2-40B4-BE49-F238E27FC236}">
                <a16:creationId xmlns:a16="http://schemas.microsoft.com/office/drawing/2014/main" id="{ED2D4681-A5DB-1738-2A37-5554769CDBE5}"/>
              </a:ext>
            </a:extLst>
          </p:cNvPr>
          <p:cNvSpPr>
            <a:spLocks noGrp="1"/>
          </p:cNvSpPr>
          <p:nvPr>
            <p:ph type="title"/>
          </p:nvPr>
        </p:nvSpPr>
        <p:spPr/>
        <p:txBody>
          <a:bodyPr/>
          <a:lstStyle/>
          <a:p>
            <a:r>
              <a:rPr lang="en-US"/>
              <a:t>Multi-Agent System and </a:t>
            </a:r>
            <a:r>
              <a:rPr lang="en-US" err="1"/>
              <a:t>AutoGen</a:t>
            </a:r>
            <a:endParaRPr lang="en-US"/>
          </a:p>
        </p:txBody>
      </p:sp>
      <p:sp>
        <p:nvSpPr>
          <p:cNvPr id="3" name="Text Placeholder 2">
            <a:extLst>
              <a:ext uri="{FF2B5EF4-FFF2-40B4-BE49-F238E27FC236}">
                <a16:creationId xmlns:a16="http://schemas.microsoft.com/office/drawing/2014/main" id="{30BE28A2-16F4-53D5-D139-F68D6B2BF5A4}"/>
              </a:ext>
            </a:extLst>
          </p:cNvPr>
          <p:cNvSpPr>
            <a:spLocks noGrp="1"/>
          </p:cNvSpPr>
          <p:nvPr>
            <p:ph type="body" idx="1"/>
          </p:nvPr>
        </p:nvSpPr>
        <p:spPr>
          <a:xfrm>
            <a:off x="415600" y="1536633"/>
            <a:ext cx="7091511" cy="4555200"/>
          </a:xfrm>
        </p:spPr>
        <p:txBody>
          <a:bodyPr>
            <a:normAutofit/>
          </a:bodyPr>
          <a:lstStyle/>
          <a:p>
            <a:r>
              <a:rPr lang="en-US" sz="2400" err="1"/>
              <a:t>Chatoptimized</a:t>
            </a:r>
            <a:r>
              <a:rPr lang="en-US" sz="2400"/>
              <a:t> LLMs (e.g., GPT-4) show the ability to incorporate feedback, LLM agents can cooperate through conversations with each other or human</a:t>
            </a:r>
          </a:p>
          <a:p>
            <a:r>
              <a:rPr lang="en-US" sz="2400"/>
              <a:t>LLMs have demonstrated ability to solve</a:t>
            </a:r>
            <a:r>
              <a:rPr lang="en-US" sz="2400" b="1"/>
              <a:t> complex tasks </a:t>
            </a:r>
            <a:r>
              <a:rPr lang="en-US" sz="2400"/>
              <a:t>when the tasks are broken into simpler </a:t>
            </a:r>
            <a:r>
              <a:rPr lang="en-US" sz="2400" b="1"/>
              <a:t>subtasks</a:t>
            </a:r>
            <a:r>
              <a:rPr lang="en-US" sz="2400"/>
              <a:t>. </a:t>
            </a:r>
            <a:r>
              <a:rPr lang="en-US" sz="2400" b="1"/>
              <a:t>Multi-agent conversations </a:t>
            </a:r>
            <a:r>
              <a:rPr lang="en-US" sz="2400"/>
              <a:t>can enable this partitioning and integration in an intuitive manner. </a:t>
            </a:r>
          </a:p>
          <a:p>
            <a:r>
              <a:rPr lang="en-US" sz="2400"/>
              <a:t>A fundamental insight of </a:t>
            </a:r>
            <a:r>
              <a:rPr lang="en-US" sz="2400" err="1"/>
              <a:t>AutoGen</a:t>
            </a:r>
            <a:r>
              <a:rPr lang="en-US" sz="2400"/>
              <a:t> is to simplify and unify complex LLM application workflows as </a:t>
            </a:r>
            <a:r>
              <a:rPr lang="en-US" sz="2400" b="1"/>
              <a:t>multi-agent conversations.</a:t>
            </a:r>
          </a:p>
        </p:txBody>
      </p:sp>
      <p:sp>
        <p:nvSpPr>
          <p:cNvPr id="6" name="TextBox 5">
            <a:extLst>
              <a:ext uri="{FF2B5EF4-FFF2-40B4-BE49-F238E27FC236}">
                <a16:creationId xmlns:a16="http://schemas.microsoft.com/office/drawing/2014/main" id="{790F1C66-B354-BACC-A47A-C23338614418}"/>
              </a:ext>
            </a:extLst>
          </p:cNvPr>
          <p:cNvSpPr txBox="1"/>
          <p:nvPr/>
        </p:nvSpPr>
        <p:spPr>
          <a:xfrm>
            <a:off x="9725685" y="5845612"/>
            <a:ext cx="1943161" cy="246221"/>
          </a:xfrm>
          <a:prstGeom prst="rect">
            <a:avLst/>
          </a:prstGeom>
          <a:noFill/>
        </p:spPr>
        <p:txBody>
          <a:bodyPr wrap="none" rtlCol="0">
            <a:spAutoFit/>
          </a:bodyPr>
          <a:lstStyle/>
          <a:p>
            <a:r>
              <a:rPr lang="en-US" sz="1000"/>
              <a:t>https://</a:t>
            </a:r>
            <a:r>
              <a:rPr lang="en-US" sz="1000" err="1"/>
              <a:t>arxiv.org</a:t>
            </a:r>
            <a:r>
              <a:rPr lang="en-US" sz="1000"/>
              <a:t>/abs/2308.08155</a:t>
            </a:r>
          </a:p>
        </p:txBody>
      </p:sp>
    </p:spTree>
    <p:extLst>
      <p:ext uri="{BB962C8B-B14F-4D97-AF65-F5344CB8AC3E}">
        <p14:creationId xmlns:p14="http://schemas.microsoft.com/office/powerpoint/2010/main" val="4272948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obot outline">
            <a:extLst>
              <a:ext uri="{FF2B5EF4-FFF2-40B4-BE49-F238E27FC236}">
                <a16:creationId xmlns:a16="http://schemas.microsoft.com/office/drawing/2014/main" id="{621EA1AB-FE2E-7BA3-59CB-18003D441E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3080" y="1875374"/>
            <a:ext cx="964513" cy="970466"/>
          </a:xfrm>
          <a:prstGeom prst="rect">
            <a:avLst/>
          </a:prstGeom>
        </p:spPr>
      </p:pic>
      <p:pic>
        <p:nvPicPr>
          <p:cNvPr id="11" name="Graphic 10" descr="Robot outline">
            <a:extLst>
              <a:ext uri="{FF2B5EF4-FFF2-40B4-BE49-F238E27FC236}">
                <a16:creationId xmlns:a16="http://schemas.microsoft.com/office/drawing/2014/main" id="{FB63377D-B886-0D5D-39CA-6E332EF9D6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22429" y="5041397"/>
            <a:ext cx="964513" cy="970466"/>
          </a:xfrm>
          <a:prstGeom prst="rect">
            <a:avLst/>
          </a:prstGeom>
        </p:spPr>
      </p:pic>
      <p:pic>
        <p:nvPicPr>
          <p:cNvPr id="12" name="Graphic 11" descr="Robot outline">
            <a:extLst>
              <a:ext uri="{FF2B5EF4-FFF2-40B4-BE49-F238E27FC236}">
                <a16:creationId xmlns:a16="http://schemas.microsoft.com/office/drawing/2014/main" id="{221581E8-AAC4-DF53-36BD-E735175E51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15891" y="3423361"/>
            <a:ext cx="964513" cy="970466"/>
          </a:xfrm>
          <a:prstGeom prst="rect">
            <a:avLst/>
          </a:prstGeom>
        </p:spPr>
      </p:pic>
      <p:pic>
        <p:nvPicPr>
          <p:cNvPr id="13" name="Graphic 12" descr="Robot outline">
            <a:extLst>
              <a:ext uri="{FF2B5EF4-FFF2-40B4-BE49-F238E27FC236}">
                <a16:creationId xmlns:a16="http://schemas.microsoft.com/office/drawing/2014/main" id="{0E2FA793-6DC9-DAFE-0457-C5A6F1C57D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49691" y="3474877"/>
            <a:ext cx="964513" cy="970466"/>
          </a:xfrm>
          <a:prstGeom prst="rect">
            <a:avLst/>
          </a:prstGeom>
        </p:spPr>
      </p:pic>
      <p:pic>
        <p:nvPicPr>
          <p:cNvPr id="15" name="Graphic 14" descr="Robot outline">
            <a:extLst>
              <a:ext uri="{FF2B5EF4-FFF2-40B4-BE49-F238E27FC236}">
                <a16:creationId xmlns:a16="http://schemas.microsoft.com/office/drawing/2014/main" id="{0EF03507-449E-612A-9C3C-CD4170D074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64069" y="1950107"/>
            <a:ext cx="964513" cy="970466"/>
          </a:xfrm>
          <a:prstGeom prst="rect">
            <a:avLst/>
          </a:prstGeom>
        </p:spPr>
      </p:pic>
      <p:pic>
        <p:nvPicPr>
          <p:cNvPr id="22" name="Graphic 21" descr="Robot outline">
            <a:extLst>
              <a:ext uri="{FF2B5EF4-FFF2-40B4-BE49-F238E27FC236}">
                <a16:creationId xmlns:a16="http://schemas.microsoft.com/office/drawing/2014/main" id="{C55C8223-5134-529C-CC5A-DAB0FB36EB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47322" y="399412"/>
            <a:ext cx="964513" cy="970466"/>
          </a:xfrm>
          <a:prstGeom prst="rect">
            <a:avLst/>
          </a:prstGeom>
        </p:spPr>
      </p:pic>
      <p:sp>
        <p:nvSpPr>
          <p:cNvPr id="23" name="TextBox 22">
            <a:extLst>
              <a:ext uri="{FF2B5EF4-FFF2-40B4-BE49-F238E27FC236}">
                <a16:creationId xmlns:a16="http://schemas.microsoft.com/office/drawing/2014/main" id="{38EEFC5B-FD03-58B3-2EE8-98CAC106C729}"/>
              </a:ext>
            </a:extLst>
          </p:cNvPr>
          <p:cNvSpPr txBox="1"/>
          <p:nvPr/>
        </p:nvSpPr>
        <p:spPr>
          <a:xfrm>
            <a:off x="5720332" y="729016"/>
            <a:ext cx="798617" cy="369332"/>
          </a:xfrm>
          <a:prstGeom prst="rect">
            <a:avLst/>
          </a:prstGeom>
          <a:noFill/>
        </p:spPr>
        <p:txBody>
          <a:bodyPr wrap="none" rtlCol="0">
            <a:spAutoFit/>
          </a:bodyPr>
          <a:lstStyle/>
          <a:p>
            <a:r>
              <a:rPr lang="en-US"/>
              <a:t>Admin</a:t>
            </a:r>
          </a:p>
        </p:txBody>
      </p:sp>
      <p:sp>
        <p:nvSpPr>
          <p:cNvPr id="24" name="TextBox 23">
            <a:extLst>
              <a:ext uri="{FF2B5EF4-FFF2-40B4-BE49-F238E27FC236}">
                <a16:creationId xmlns:a16="http://schemas.microsoft.com/office/drawing/2014/main" id="{4D51CBFD-3B3E-C80D-FA37-AFC7710CF19C}"/>
              </a:ext>
            </a:extLst>
          </p:cNvPr>
          <p:cNvSpPr txBox="1"/>
          <p:nvPr/>
        </p:nvSpPr>
        <p:spPr>
          <a:xfrm>
            <a:off x="5723078" y="2192973"/>
            <a:ext cx="1081826" cy="369332"/>
          </a:xfrm>
          <a:prstGeom prst="rect">
            <a:avLst/>
          </a:prstGeom>
          <a:noFill/>
        </p:spPr>
        <p:txBody>
          <a:bodyPr wrap="square" rtlCol="0">
            <a:spAutoFit/>
          </a:bodyPr>
          <a:lstStyle/>
          <a:p>
            <a:r>
              <a:rPr lang="en-US"/>
              <a:t>Planner</a:t>
            </a:r>
          </a:p>
        </p:txBody>
      </p:sp>
      <p:sp>
        <p:nvSpPr>
          <p:cNvPr id="25" name="Rectangle 24">
            <a:extLst>
              <a:ext uri="{FF2B5EF4-FFF2-40B4-BE49-F238E27FC236}">
                <a16:creationId xmlns:a16="http://schemas.microsoft.com/office/drawing/2014/main" id="{3C4960F3-6D6B-0380-B829-53DBE11C2DA5}"/>
              </a:ext>
            </a:extLst>
          </p:cNvPr>
          <p:cNvSpPr/>
          <p:nvPr/>
        </p:nvSpPr>
        <p:spPr>
          <a:xfrm>
            <a:off x="4847322" y="361096"/>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F137FCE-5207-F112-AA40-A4110B6CDF47}"/>
              </a:ext>
            </a:extLst>
          </p:cNvPr>
          <p:cNvSpPr/>
          <p:nvPr/>
        </p:nvSpPr>
        <p:spPr>
          <a:xfrm>
            <a:off x="4851068" y="1853709"/>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2549521-6322-B5D1-047F-7E00FA6550E0}"/>
              </a:ext>
            </a:extLst>
          </p:cNvPr>
          <p:cNvSpPr txBox="1"/>
          <p:nvPr/>
        </p:nvSpPr>
        <p:spPr>
          <a:xfrm>
            <a:off x="6684845" y="795685"/>
            <a:ext cx="4472964" cy="523220"/>
          </a:xfrm>
          <a:prstGeom prst="rect">
            <a:avLst/>
          </a:prstGeom>
          <a:noFill/>
          <a:ln>
            <a:solidFill>
              <a:schemeClr val="accent1">
                <a:lumMod val="60000"/>
                <a:lumOff val="40000"/>
              </a:schemeClr>
            </a:solidFill>
          </a:ln>
        </p:spPr>
        <p:txBody>
          <a:bodyPr wrap="square" rtlCol="0">
            <a:spAutoFit/>
          </a:bodyPr>
          <a:lstStyle/>
          <a:p>
            <a:r>
              <a:rPr lang="en-US" sz="1400">
                <a:solidFill>
                  <a:schemeClr val="accent1"/>
                </a:solidFill>
              </a:rPr>
              <a:t>Acts as a human administrator. Interacts with the </a:t>
            </a:r>
            <a:r>
              <a:rPr lang="en-US" sz="1400" b="1">
                <a:solidFill>
                  <a:schemeClr val="accent1"/>
                </a:solidFill>
              </a:rPr>
              <a:t>Planner</a:t>
            </a:r>
            <a:r>
              <a:rPr lang="en-US" sz="1400">
                <a:solidFill>
                  <a:schemeClr val="accent1"/>
                </a:solidFill>
              </a:rPr>
              <a:t> to discuss and approve plans.</a:t>
            </a:r>
          </a:p>
        </p:txBody>
      </p:sp>
      <p:cxnSp>
        <p:nvCxnSpPr>
          <p:cNvPr id="33" name="Straight Arrow Connector 32">
            <a:extLst>
              <a:ext uri="{FF2B5EF4-FFF2-40B4-BE49-F238E27FC236}">
                <a16:creationId xmlns:a16="http://schemas.microsoft.com/office/drawing/2014/main" id="{5F9E4555-1A24-2136-814B-561E37D5B185}"/>
              </a:ext>
            </a:extLst>
          </p:cNvPr>
          <p:cNvCxnSpPr>
            <a:stCxn id="25" idx="2"/>
            <a:endCxn id="28" idx="0"/>
          </p:cNvCxnSpPr>
          <p:nvPr/>
        </p:nvCxnSpPr>
        <p:spPr>
          <a:xfrm>
            <a:off x="5739351" y="1398137"/>
            <a:ext cx="3746" cy="455572"/>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CF7D5A3E-7B67-E424-BC28-0E9F4C730C9A}"/>
              </a:ext>
            </a:extLst>
          </p:cNvPr>
          <p:cNvSpPr txBox="1"/>
          <p:nvPr/>
        </p:nvSpPr>
        <p:spPr>
          <a:xfrm>
            <a:off x="4238188" y="3723928"/>
            <a:ext cx="1013419" cy="369332"/>
          </a:xfrm>
          <a:prstGeom prst="rect">
            <a:avLst/>
          </a:prstGeom>
          <a:noFill/>
        </p:spPr>
        <p:txBody>
          <a:bodyPr wrap="none" rtlCol="0">
            <a:spAutoFit/>
          </a:bodyPr>
          <a:lstStyle/>
          <a:p>
            <a:r>
              <a:rPr lang="en-US"/>
              <a:t>Engineer</a:t>
            </a:r>
          </a:p>
        </p:txBody>
      </p:sp>
      <p:sp>
        <p:nvSpPr>
          <p:cNvPr id="35" name="TextBox 34">
            <a:extLst>
              <a:ext uri="{FF2B5EF4-FFF2-40B4-BE49-F238E27FC236}">
                <a16:creationId xmlns:a16="http://schemas.microsoft.com/office/drawing/2014/main" id="{19E3DEBF-5A6C-CBBE-9568-6F62B5A54265}"/>
              </a:ext>
            </a:extLst>
          </p:cNvPr>
          <p:cNvSpPr txBox="1"/>
          <p:nvPr/>
        </p:nvSpPr>
        <p:spPr>
          <a:xfrm>
            <a:off x="6727355" y="3723928"/>
            <a:ext cx="970266" cy="369332"/>
          </a:xfrm>
          <a:prstGeom prst="rect">
            <a:avLst/>
          </a:prstGeom>
          <a:noFill/>
        </p:spPr>
        <p:txBody>
          <a:bodyPr wrap="none" rtlCol="0">
            <a:spAutoFit/>
          </a:bodyPr>
          <a:lstStyle/>
          <a:p>
            <a:r>
              <a:rPr lang="en-US"/>
              <a:t>Scientist</a:t>
            </a:r>
          </a:p>
        </p:txBody>
      </p:sp>
      <p:sp>
        <p:nvSpPr>
          <p:cNvPr id="36" name="TextBox 35">
            <a:extLst>
              <a:ext uri="{FF2B5EF4-FFF2-40B4-BE49-F238E27FC236}">
                <a16:creationId xmlns:a16="http://schemas.microsoft.com/office/drawing/2014/main" id="{D96454A2-4F41-0A14-645F-E756C834782D}"/>
              </a:ext>
            </a:extLst>
          </p:cNvPr>
          <p:cNvSpPr txBox="1"/>
          <p:nvPr/>
        </p:nvSpPr>
        <p:spPr>
          <a:xfrm>
            <a:off x="4297678" y="5266227"/>
            <a:ext cx="1054776" cy="369332"/>
          </a:xfrm>
          <a:prstGeom prst="rect">
            <a:avLst/>
          </a:prstGeom>
          <a:noFill/>
        </p:spPr>
        <p:txBody>
          <a:bodyPr wrap="none" rtlCol="0">
            <a:spAutoFit/>
          </a:bodyPr>
          <a:lstStyle/>
          <a:p>
            <a:r>
              <a:rPr lang="en-US"/>
              <a:t>Executor </a:t>
            </a:r>
          </a:p>
        </p:txBody>
      </p:sp>
      <p:sp>
        <p:nvSpPr>
          <p:cNvPr id="37" name="TextBox 36">
            <a:extLst>
              <a:ext uri="{FF2B5EF4-FFF2-40B4-BE49-F238E27FC236}">
                <a16:creationId xmlns:a16="http://schemas.microsoft.com/office/drawing/2014/main" id="{F1234F9B-7F95-1013-10B1-DDD5AD5547CD}"/>
              </a:ext>
            </a:extLst>
          </p:cNvPr>
          <p:cNvSpPr txBox="1"/>
          <p:nvPr/>
        </p:nvSpPr>
        <p:spPr>
          <a:xfrm>
            <a:off x="10435751" y="2299166"/>
            <a:ext cx="721672" cy="369332"/>
          </a:xfrm>
          <a:prstGeom prst="rect">
            <a:avLst/>
          </a:prstGeom>
          <a:noFill/>
        </p:spPr>
        <p:txBody>
          <a:bodyPr wrap="square" rtlCol="0">
            <a:spAutoFit/>
          </a:bodyPr>
          <a:lstStyle/>
          <a:p>
            <a:r>
              <a:rPr lang="en-US"/>
              <a:t>Critic </a:t>
            </a:r>
          </a:p>
        </p:txBody>
      </p:sp>
      <p:cxnSp>
        <p:nvCxnSpPr>
          <p:cNvPr id="42" name="Straight Arrow Connector 41">
            <a:extLst>
              <a:ext uri="{FF2B5EF4-FFF2-40B4-BE49-F238E27FC236}">
                <a16:creationId xmlns:a16="http://schemas.microsoft.com/office/drawing/2014/main" id="{4614FCF5-D74E-94D9-A1BA-EED8A1E51010}"/>
              </a:ext>
            </a:extLst>
          </p:cNvPr>
          <p:cNvCxnSpPr>
            <a:cxnSpLocks/>
            <a:stCxn id="28" idx="2"/>
            <a:endCxn id="52" idx="0"/>
          </p:cNvCxnSpPr>
          <p:nvPr/>
        </p:nvCxnSpPr>
        <p:spPr>
          <a:xfrm flipH="1">
            <a:off x="4376094" y="2890750"/>
            <a:ext cx="1367003" cy="5513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23ADE70-45C4-66BB-E5EE-B2F95ECA3F08}"/>
              </a:ext>
            </a:extLst>
          </p:cNvPr>
          <p:cNvCxnSpPr>
            <a:cxnSpLocks/>
            <a:stCxn id="28" idx="2"/>
            <a:endCxn id="53" idx="0"/>
          </p:cNvCxnSpPr>
          <p:nvPr/>
        </p:nvCxnSpPr>
        <p:spPr>
          <a:xfrm>
            <a:off x="5743097" y="2890750"/>
            <a:ext cx="1283537" cy="5888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446D7DDF-E4E1-469E-F541-D60735ECF822}"/>
              </a:ext>
            </a:extLst>
          </p:cNvPr>
          <p:cNvSpPr/>
          <p:nvPr/>
        </p:nvSpPr>
        <p:spPr>
          <a:xfrm>
            <a:off x="3484065" y="3442136"/>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87D6FA38-EF61-02CA-80C2-CBDCEC040413}"/>
              </a:ext>
            </a:extLst>
          </p:cNvPr>
          <p:cNvSpPr/>
          <p:nvPr/>
        </p:nvSpPr>
        <p:spPr>
          <a:xfrm>
            <a:off x="6134605" y="3479589"/>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213ADF35-69E5-FE46-C5DD-7D577ABA681D}"/>
              </a:ext>
            </a:extLst>
          </p:cNvPr>
          <p:cNvSpPr/>
          <p:nvPr/>
        </p:nvSpPr>
        <p:spPr>
          <a:xfrm>
            <a:off x="3485171" y="5041397"/>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1D2F7DF2-7531-B05C-75CB-B28E25CB5C25}"/>
              </a:ext>
            </a:extLst>
          </p:cNvPr>
          <p:cNvCxnSpPr>
            <a:cxnSpLocks/>
            <a:stCxn id="52" idx="2"/>
            <a:endCxn id="54" idx="0"/>
          </p:cNvCxnSpPr>
          <p:nvPr/>
        </p:nvCxnSpPr>
        <p:spPr>
          <a:xfrm>
            <a:off x="4376094" y="4479177"/>
            <a:ext cx="1106" cy="56222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6F7019ED-FC0E-B0B0-84D0-FC7BB27F2497}"/>
              </a:ext>
            </a:extLst>
          </p:cNvPr>
          <p:cNvSpPr/>
          <p:nvPr/>
        </p:nvSpPr>
        <p:spPr>
          <a:xfrm>
            <a:off x="9439768" y="1899062"/>
            <a:ext cx="1784058" cy="1037041"/>
          </a:xfrm>
          <a:prstGeom prst="rect">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Curved Connector 72">
            <a:extLst>
              <a:ext uri="{FF2B5EF4-FFF2-40B4-BE49-F238E27FC236}">
                <a16:creationId xmlns:a16="http://schemas.microsoft.com/office/drawing/2014/main" id="{A5F15D86-76A4-D522-4E41-9B13E5ABA104}"/>
              </a:ext>
            </a:extLst>
          </p:cNvPr>
          <p:cNvCxnSpPr>
            <a:cxnSpLocks/>
          </p:cNvCxnSpPr>
          <p:nvPr/>
        </p:nvCxnSpPr>
        <p:spPr>
          <a:xfrm>
            <a:off x="6792105" y="2346905"/>
            <a:ext cx="2490683" cy="14273"/>
          </a:xfrm>
          <a:prstGeom prst="curvedConnector3">
            <a:avLst>
              <a:gd name="adj1" fmla="val 50000"/>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8F67E6F2-B216-E0B5-92D5-BA287E5C71A0}"/>
              </a:ext>
            </a:extLst>
          </p:cNvPr>
          <p:cNvSpPr txBox="1"/>
          <p:nvPr/>
        </p:nvSpPr>
        <p:spPr>
          <a:xfrm>
            <a:off x="2626591" y="1860869"/>
            <a:ext cx="2132004" cy="738664"/>
          </a:xfrm>
          <a:prstGeom prst="rect">
            <a:avLst/>
          </a:prstGeom>
          <a:noFill/>
          <a:ln>
            <a:solidFill>
              <a:schemeClr val="accent1">
                <a:lumMod val="60000"/>
                <a:lumOff val="40000"/>
              </a:schemeClr>
            </a:solidFill>
          </a:ln>
        </p:spPr>
        <p:txBody>
          <a:bodyPr wrap="square" rtlCol="0">
            <a:spAutoFit/>
          </a:bodyPr>
          <a:lstStyle/>
          <a:p>
            <a:r>
              <a:rPr lang="en-US" sz="1400">
                <a:solidFill>
                  <a:schemeClr val="accent1"/>
                </a:solidFill>
              </a:rPr>
              <a:t>Plans may involve tasks for the </a:t>
            </a:r>
            <a:r>
              <a:rPr lang="en-US" sz="1400" b="1">
                <a:solidFill>
                  <a:schemeClr val="accent1"/>
                </a:solidFill>
              </a:rPr>
              <a:t>Engineer</a:t>
            </a:r>
            <a:r>
              <a:rPr lang="en-US" sz="1400">
                <a:solidFill>
                  <a:schemeClr val="accent1"/>
                </a:solidFill>
              </a:rPr>
              <a:t> and the </a:t>
            </a:r>
            <a:r>
              <a:rPr lang="en-US" sz="1400" b="1">
                <a:solidFill>
                  <a:schemeClr val="accent1"/>
                </a:solidFill>
              </a:rPr>
              <a:t>Scientist</a:t>
            </a:r>
            <a:r>
              <a:rPr lang="en-US" sz="1400">
                <a:solidFill>
                  <a:schemeClr val="accent1"/>
                </a:solidFill>
              </a:rPr>
              <a:t>.</a:t>
            </a:r>
          </a:p>
        </p:txBody>
      </p:sp>
      <p:sp>
        <p:nvSpPr>
          <p:cNvPr id="77" name="TextBox 76">
            <a:extLst>
              <a:ext uri="{FF2B5EF4-FFF2-40B4-BE49-F238E27FC236}">
                <a16:creationId xmlns:a16="http://schemas.microsoft.com/office/drawing/2014/main" id="{42DDC779-ABFB-A358-9945-3A623D7CEA7F}"/>
              </a:ext>
            </a:extLst>
          </p:cNvPr>
          <p:cNvSpPr txBox="1"/>
          <p:nvPr/>
        </p:nvSpPr>
        <p:spPr>
          <a:xfrm>
            <a:off x="9545969" y="3068602"/>
            <a:ext cx="2501236" cy="1169551"/>
          </a:xfrm>
          <a:prstGeom prst="rect">
            <a:avLst/>
          </a:prstGeom>
          <a:solidFill>
            <a:schemeClr val="bg1"/>
          </a:solidFill>
          <a:ln>
            <a:solidFill>
              <a:schemeClr val="accent1">
                <a:lumMod val="60000"/>
                <a:lumOff val="40000"/>
              </a:schemeClr>
            </a:solidFill>
          </a:ln>
        </p:spPr>
        <p:txBody>
          <a:bodyPr wrap="square">
            <a:spAutoFit/>
          </a:bodyPr>
          <a:lstStyle/>
          <a:p>
            <a:r>
              <a:rPr lang="en-US" sz="1400">
                <a:solidFill>
                  <a:schemeClr val="accent1"/>
                </a:solidFill>
              </a:rPr>
              <a:t>Double-checks plans, claims, and code from other </a:t>
            </a:r>
            <a:r>
              <a:rPr lang="en-US" sz="1400" b="1">
                <a:solidFill>
                  <a:schemeClr val="accent1"/>
                </a:solidFill>
              </a:rPr>
              <a:t>agents</a:t>
            </a:r>
            <a:r>
              <a:rPr lang="en-US" sz="1400">
                <a:solidFill>
                  <a:schemeClr val="accent1"/>
                </a:solidFill>
              </a:rPr>
              <a:t>.</a:t>
            </a:r>
          </a:p>
          <a:p>
            <a:r>
              <a:rPr lang="en-US" sz="1400">
                <a:solidFill>
                  <a:schemeClr val="accent1"/>
                </a:solidFill>
              </a:rPr>
              <a:t>Provides feedback and ensures the plan includes verifiable information </a:t>
            </a:r>
          </a:p>
        </p:txBody>
      </p:sp>
      <p:sp>
        <p:nvSpPr>
          <p:cNvPr id="79" name="TextBox 78">
            <a:extLst>
              <a:ext uri="{FF2B5EF4-FFF2-40B4-BE49-F238E27FC236}">
                <a16:creationId xmlns:a16="http://schemas.microsoft.com/office/drawing/2014/main" id="{CEB3C401-37A2-268E-6B97-51EAB147C2D4}"/>
              </a:ext>
            </a:extLst>
          </p:cNvPr>
          <p:cNvSpPr txBox="1"/>
          <p:nvPr/>
        </p:nvSpPr>
        <p:spPr>
          <a:xfrm>
            <a:off x="6263991" y="1501442"/>
            <a:ext cx="4519763" cy="307777"/>
          </a:xfrm>
          <a:prstGeom prst="rect">
            <a:avLst/>
          </a:prstGeom>
          <a:noFill/>
          <a:ln>
            <a:solidFill>
              <a:schemeClr val="accent1">
                <a:lumMod val="60000"/>
                <a:lumOff val="40000"/>
              </a:schemeClr>
            </a:solidFill>
          </a:ln>
        </p:spPr>
        <p:txBody>
          <a:bodyPr wrap="none" rtlCol="0">
            <a:spAutoFit/>
          </a:bodyPr>
          <a:lstStyle/>
          <a:p>
            <a:r>
              <a:rPr lang="en-US" sz="1400">
                <a:solidFill>
                  <a:schemeClr val="accent1"/>
                </a:solidFill>
              </a:rPr>
              <a:t>revises them based on feedback from the </a:t>
            </a:r>
            <a:r>
              <a:rPr lang="en-US" sz="1400" b="1">
                <a:solidFill>
                  <a:schemeClr val="accent1"/>
                </a:solidFill>
              </a:rPr>
              <a:t>Admin</a:t>
            </a:r>
            <a:r>
              <a:rPr lang="en-US" sz="1400">
                <a:solidFill>
                  <a:schemeClr val="accent1"/>
                </a:solidFill>
              </a:rPr>
              <a:t> and </a:t>
            </a:r>
            <a:r>
              <a:rPr lang="en-US" sz="1400" b="1">
                <a:solidFill>
                  <a:schemeClr val="accent1"/>
                </a:solidFill>
              </a:rPr>
              <a:t>Critic</a:t>
            </a:r>
            <a:r>
              <a:rPr lang="en-US" sz="1400">
                <a:solidFill>
                  <a:schemeClr val="accent1"/>
                </a:solidFill>
              </a:rPr>
              <a:t>.</a:t>
            </a:r>
          </a:p>
        </p:txBody>
      </p:sp>
      <p:sp>
        <p:nvSpPr>
          <p:cNvPr id="80" name="TextBox 79">
            <a:extLst>
              <a:ext uri="{FF2B5EF4-FFF2-40B4-BE49-F238E27FC236}">
                <a16:creationId xmlns:a16="http://schemas.microsoft.com/office/drawing/2014/main" id="{F46F4E80-6DB6-053B-4C8B-FD5BD6A29013}"/>
              </a:ext>
            </a:extLst>
          </p:cNvPr>
          <p:cNvSpPr txBox="1"/>
          <p:nvPr/>
        </p:nvSpPr>
        <p:spPr>
          <a:xfrm>
            <a:off x="2339253" y="5020926"/>
            <a:ext cx="1054776" cy="1169551"/>
          </a:xfrm>
          <a:prstGeom prst="rect">
            <a:avLst/>
          </a:prstGeom>
          <a:noFill/>
          <a:ln>
            <a:solidFill>
              <a:schemeClr val="accent1">
                <a:lumMod val="60000"/>
                <a:lumOff val="40000"/>
              </a:schemeClr>
            </a:solidFill>
          </a:ln>
        </p:spPr>
        <p:txBody>
          <a:bodyPr wrap="square" rtlCol="0">
            <a:spAutoFit/>
          </a:bodyPr>
          <a:lstStyle/>
          <a:p>
            <a:r>
              <a:rPr lang="en-US" sz="1400">
                <a:solidFill>
                  <a:schemeClr val="accent1"/>
                </a:solidFill>
              </a:rPr>
              <a:t>Executes code written by the </a:t>
            </a:r>
            <a:r>
              <a:rPr lang="en-US" sz="1400" b="1">
                <a:solidFill>
                  <a:schemeClr val="accent1"/>
                </a:solidFill>
              </a:rPr>
              <a:t>Engineer</a:t>
            </a:r>
            <a:endParaRPr lang="en-US" sz="1400">
              <a:solidFill>
                <a:schemeClr val="accent1"/>
              </a:solidFill>
            </a:endParaRPr>
          </a:p>
        </p:txBody>
      </p:sp>
      <p:sp>
        <p:nvSpPr>
          <p:cNvPr id="81" name="TextBox 80">
            <a:extLst>
              <a:ext uri="{FF2B5EF4-FFF2-40B4-BE49-F238E27FC236}">
                <a16:creationId xmlns:a16="http://schemas.microsoft.com/office/drawing/2014/main" id="{83765353-284A-8C07-7293-AF25FCF8F004}"/>
              </a:ext>
            </a:extLst>
          </p:cNvPr>
          <p:cNvSpPr txBox="1"/>
          <p:nvPr/>
        </p:nvSpPr>
        <p:spPr>
          <a:xfrm>
            <a:off x="2299454" y="3146532"/>
            <a:ext cx="1142337" cy="1600438"/>
          </a:xfrm>
          <a:prstGeom prst="rect">
            <a:avLst/>
          </a:prstGeom>
          <a:noFill/>
          <a:ln>
            <a:solidFill>
              <a:schemeClr val="accent1">
                <a:lumMod val="60000"/>
                <a:lumOff val="40000"/>
              </a:schemeClr>
            </a:solidFill>
          </a:ln>
        </p:spPr>
        <p:txBody>
          <a:bodyPr wrap="square" rtlCol="0">
            <a:spAutoFit/>
          </a:bodyPr>
          <a:lstStyle/>
          <a:p>
            <a:r>
              <a:rPr lang="en-US" sz="1400">
                <a:solidFill>
                  <a:schemeClr val="accent1"/>
                </a:solidFill>
              </a:rPr>
              <a:t>Follows approved </a:t>
            </a:r>
            <a:r>
              <a:rPr lang="en-US" sz="1400" b="1">
                <a:solidFill>
                  <a:schemeClr val="accent1"/>
                </a:solidFill>
              </a:rPr>
              <a:t>plans </a:t>
            </a:r>
            <a:r>
              <a:rPr lang="en-US" sz="1400">
                <a:solidFill>
                  <a:schemeClr val="accent1"/>
                </a:solidFill>
              </a:rPr>
              <a:t>to write Python or shell code to solve tasks</a:t>
            </a:r>
          </a:p>
        </p:txBody>
      </p:sp>
      <p:sp>
        <p:nvSpPr>
          <p:cNvPr id="82" name="TextBox 81">
            <a:extLst>
              <a:ext uri="{FF2B5EF4-FFF2-40B4-BE49-F238E27FC236}">
                <a16:creationId xmlns:a16="http://schemas.microsoft.com/office/drawing/2014/main" id="{92E5CB34-DFAA-317A-3D90-495827109488}"/>
              </a:ext>
            </a:extLst>
          </p:cNvPr>
          <p:cNvSpPr txBox="1"/>
          <p:nvPr/>
        </p:nvSpPr>
        <p:spPr>
          <a:xfrm>
            <a:off x="7972616" y="3628777"/>
            <a:ext cx="1295918" cy="738664"/>
          </a:xfrm>
          <a:prstGeom prst="rect">
            <a:avLst/>
          </a:prstGeom>
          <a:noFill/>
          <a:ln>
            <a:solidFill>
              <a:schemeClr val="accent1"/>
            </a:solidFill>
          </a:ln>
        </p:spPr>
        <p:txBody>
          <a:bodyPr wrap="square" rtlCol="0">
            <a:spAutoFit/>
          </a:bodyPr>
          <a:lstStyle/>
          <a:p>
            <a:r>
              <a:rPr lang="en-US" sz="1400">
                <a:solidFill>
                  <a:schemeClr val="accent1"/>
                </a:solidFill>
              </a:rPr>
              <a:t>Follows approved </a:t>
            </a:r>
            <a:r>
              <a:rPr lang="en-US" sz="1400" b="1">
                <a:solidFill>
                  <a:schemeClr val="accent1"/>
                </a:solidFill>
              </a:rPr>
              <a:t>plans</a:t>
            </a:r>
            <a:endParaRPr lang="en-US">
              <a:solidFill>
                <a:schemeClr val="accent1"/>
              </a:solidFill>
            </a:endParaRPr>
          </a:p>
        </p:txBody>
      </p:sp>
      <p:cxnSp>
        <p:nvCxnSpPr>
          <p:cNvPr id="2" name="Straight Arrow Connector 1">
            <a:extLst>
              <a:ext uri="{FF2B5EF4-FFF2-40B4-BE49-F238E27FC236}">
                <a16:creationId xmlns:a16="http://schemas.microsoft.com/office/drawing/2014/main" id="{A4A3C56D-45A8-D4C9-AE82-E0AEC795CF31}"/>
              </a:ext>
            </a:extLst>
          </p:cNvPr>
          <p:cNvCxnSpPr>
            <a:cxnSpLocks/>
          </p:cNvCxnSpPr>
          <p:nvPr/>
        </p:nvCxnSpPr>
        <p:spPr>
          <a:xfrm>
            <a:off x="5322076" y="4025452"/>
            <a:ext cx="701260" cy="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Graphic 7" descr="Robot outline">
            <a:extLst>
              <a:ext uri="{FF2B5EF4-FFF2-40B4-BE49-F238E27FC236}">
                <a16:creationId xmlns:a16="http://schemas.microsoft.com/office/drawing/2014/main" id="{21414BC1-D3B2-AC5B-7B39-4EA222C837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251" y="361096"/>
            <a:ext cx="1669072" cy="1679374"/>
          </a:xfrm>
          <a:prstGeom prst="rect">
            <a:avLst/>
          </a:prstGeom>
        </p:spPr>
      </p:pic>
      <p:sp>
        <p:nvSpPr>
          <p:cNvPr id="14" name="TextBox 13">
            <a:extLst>
              <a:ext uri="{FF2B5EF4-FFF2-40B4-BE49-F238E27FC236}">
                <a16:creationId xmlns:a16="http://schemas.microsoft.com/office/drawing/2014/main" id="{51B449F2-5F42-9FDF-CDB2-799E59DB1215}"/>
              </a:ext>
            </a:extLst>
          </p:cNvPr>
          <p:cNvSpPr txBox="1"/>
          <p:nvPr/>
        </p:nvSpPr>
        <p:spPr>
          <a:xfrm>
            <a:off x="192577" y="2250674"/>
            <a:ext cx="1551194" cy="369332"/>
          </a:xfrm>
          <a:prstGeom prst="rect">
            <a:avLst/>
          </a:prstGeom>
          <a:noFill/>
        </p:spPr>
        <p:txBody>
          <a:bodyPr wrap="none" rtlCol="0">
            <a:spAutoFit/>
          </a:bodyPr>
          <a:lstStyle/>
          <a:p>
            <a:r>
              <a:rPr lang="en-US"/>
              <a:t>Chat manager </a:t>
            </a:r>
          </a:p>
        </p:txBody>
      </p:sp>
      <p:sp>
        <p:nvSpPr>
          <p:cNvPr id="16" name="TextBox 15">
            <a:extLst>
              <a:ext uri="{FF2B5EF4-FFF2-40B4-BE49-F238E27FC236}">
                <a16:creationId xmlns:a16="http://schemas.microsoft.com/office/drawing/2014/main" id="{300E9B95-E7D9-B033-E4C4-15CAD0220046}"/>
              </a:ext>
            </a:extLst>
          </p:cNvPr>
          <p:cNvSpPr txBox="1"/>
          <p:nvPr/>
        </p:nvSpPr>
        <p:spPr>
          <a:xfrm>
            <a:off x="47787" y="2668498"/>
            <a:ext cx="2081862" cy="2246769"/>
          </a:xfrm>
          <a:prstGeom prst="rect">
            <a:avLst/>
          </a:prstGeom>
          <a:noFill/>
        </p:spPr>
        <p:txBody>
          <a:bodyPr wrap="square" rtlCol="0">
            <a:spAutoFit/>
          </a:bodyPr>
          <a:lstStyle/>
          <a:p>
            <a:r>
              <a:rPr lang="en-US" sz="1400"/>
              <a:t>Directs messages to the right agents </a:t>
            </a:r>
          </a:p>
          <a:p>
            <a:r>
              <a:rPr lang="en-US" sz="1400"/>
              <a:t>Keeps track of ongoing conversations </a:t>
            </a:r>
          </a:p>
          <a:p>
            <a:r>
              <a:rPr lang="en-US" sz="1400"/>
              <a:t>Manages which agents are active </a:t>
            </a:r>
          </a:p>
          <a:p>
            <a:r>
              <a:rPr lang="en-US" sz="1400"/>
              <a:t>Handles multiple conversations at once Deals with any errors in communication</a:t>
            </a:r>
          </a:p>
        </p:txBody>
      </p:sp>
      <p:sp>
        <p:nvSpPr>
          <p:cNvPr id="17" name="Left Brace 16">
            <a:extLst>
              <a:ext uri="{FF2B5EF4-FFF2-40B4-BE49-F238E27FC236}">
                <a16:creationId xmlns:a16="http://schemas.microsoft.com/office/drawing/2014/main" id="{D767842A-BD5B-2F1C-FEB0-A6FCE60BD301}"/>
              </a:ext>
            </a:extLst>
          </p:cNvPr>
          <p:cNvSpPr/>
          <p:nvPr/>
        </p:nvSpPr>
        <p:spPr>
          <a:xfrm>
            <a:off x="1832033" y="399412"/>
            <a:ext cx="389340" cy="561245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65EEA15C-0789-CFCB-21D9-E81FDB7AFF3E}"/>
              </a:ext>
            </a:extLst>
          </p:cNvPr>
          <p:cNvCxnSpPr/>
          <p:nvPr/>
        </p:nvCxnSpPr>
        <p:spPr>
          <a:xfrm flipV="1">
            <a:off x="7212488" y="2483832"/>
            <a:ext cx="2070300" cy="93952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5661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27D3D-739E-B2E0-E97E-827E8AD4FA1B}"/>
              </a:ext>
            </a:extLst>
          </p:cNvPr>
          <p:cNvSpPr>
            <a:spLocks noGrp="1"/>
          </p:cNvSpPr>
          <p:nvPr>
            <p:ph type="title"/>
          </p:nvPr>
        </p:nvSpPr>
        <p:spPr/>
        <p:txBody>
          <a:bodyPr/>
          <a:lstStyle/>
          <a:p>
            <a:r>
              <a:rPr lang="en-US" dirty="0"/>
              <a:t>Demo: </a:t>
            </a:r>
          </a:p>
        </p:txBody>
      </p:sp>
      <p:sp>
        <p:nvSpPr>
          <p:cNvPr id="3" name="Content Placeholder 2">
            <a:extLst>
              <a:ext uri="{FF2B5EF4-FFF2-40B4-BE49-F238E27FC236}">
                <a16:creationId xmlns:a16="http://schemas.microsoft.com/office/drawing/2014/main" id="{786B7B86-C1C6-390E-37ED-105C56BDA348}"/>
              </a:ext>
            </a:extLst>
          </p:cNvPr>
          <p:cNvSpPr>
            <a:spLocks noGrp="1"/>
          </p:cNvSpPr>
          <p:nvPr>
            <p:ph idx="1"/>
          </p:nvPr>
        </p:nvSpPr>
        <p:spPr/>
        <p:txBody>
          <a:bodyPr/>
          <a:lstStyle/>
          <a:p>
            <a:r>
              <a:rPr lang="en-US" dirty="0">
                <a:hlinkClick r:id="rId2"/>
              </a:rPr>
              <a:t>Agents_groupchat_stock_compare.ipynb</a:t>
            </a:r>
            <a:endParaRPr lang="en-US" dirty="0"/>
          </a:p>
        </p:txBody>
      </p:sp>
    </p:spTree>
    <p:extLst>
      <p:ext uri="{BB962C8B-B14F-4D97-AF65-F5344CB8AC3E}">
        <p14:creationId xmlns:p14="http://schemas.microsoft.com/office/powerpoint/2010/main" val="2686273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A30D-8718-B46B-F9A0-D9050545D732}"/>
              </a:ext>
            </a:extLst>
          </p:cNvPr>
          <p:cNvSpPr>
            <a:spLocks noGrp="1"/>
          </p:cNvSpPr>
          <p:nvPr>
            <p:ph type="title"/>
          </p:nvPr>
        </p:nvSpPr>
        <p:spPr>
          <a:xfrm>
            <a:off x="415600" y="829994"/>
            <a:ext cx="11360800" cy="1122400"/>
          </a:xfrm>
        </p:spPr>
        <p:txBody>
          <a:bodyPr>
            <a:normAutofit/>
          </a:bodyPr>
          <a:lstStyle/>
          <a:p>
            <a:pPr algn="l"/>
            <a:r>
              <a:rPr lang="en-US"/>
              <a:t>Popular AI Agent frameworks</a:t>
            </a:r>
          </a:p>
        </p:txBody>
      </p:sp>
      <p:pic>
        <p:nvPicPr>
          <p:cNvPr id="5" name="Picture 4" descr="A black text on a white background&#10;&#10;Description automatically generated">
            <a:extLst>
              <a:ext uri="{FF2B5EF4-FFF2-40B4-BE49-F238E27FC236}">
                <a16:creationId xmlns:a16="http://schemas.microsoft.com/office/drawing/2014/main" id="{20B25B14-B48D-E8AA-B2B1-583E610A3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3314" y="4205095"/>
            <a:ext cx="2717800" cy="723900"/>
          </a:xfrm>
          <a:prstGeom prst="rect">
            <a:avLst/>
          </a:prstGeom>
        </p:spPr>
      </p:pic>
      <p:pic>
        <p:nvPicPr>
          <p:cNvPr id="6" name="Picture 5">
            <a:extLst>
              <a:ext uri="{FF2B5EF4-FFF2-40B4-BE49-F238E27FC236}">
                <a16:creationId xmlns:a16="http://schemas.microsoft.com/office/drawing/2014/main" id="{29EA4DD1-D616-76A8-4BC6-A2CC75937C2F}"/>
              </a:ext>
            </a:extLst>
          </p:cNvPr>
          <p:cNvPicPr>
            <a:picLocks noChangeAspect="1"/>
          </p:cNvPicPr>
          <p:nvPr/>
        </p:nvPicPr>
        <p:blipFill rotWithShape="1">
          <a:blip r:embed="rId4"/>
          <a:srcRect b="16736"/>
          <a:stretch/>
        </p:blipFill>
        <p:spPr>
          <a:xfrm>
            <a:off x="7140084" y="1750093"/>
            <a:ext cx="2336800" cy="994006"/>
          </a:xfrm>
          <a:prstGeom prst="rect">
            <a:avLst/>
          </a:prstGeom>
        </p:spPr>
      </p:pic>
      <p:pic>
        <p:nvPicPr>
          <p:cNvPr id="7" name="Picture 6">
            <a:extLst>
              <a:ext uri="{FF2B5EF4-FFF2-40B4-BE49-F238E27FC236}">
                <a16:creationId xmlns:a16="http://schemas.microsoft.com/office/drawing/2014/main" id="{DE4B1B14-3D44-F0BE-6FB0-D699922B4291}"/>
              </a:ext>
            </a:extLst>
          </p:cNvPr>
          <p:cNvPicPr>
            <a:picLocks noChangeAspect="1"/>
          </p:cNvPicPr>
          <p:nvPr/>
        </p:nvPicPr>
        <p:blipFill>
          <a:blip r:embed="rId5"/>
          <a:stretch>
            <a:fillRect/>
          </a:stretch>
        </p:blipFill>
        <p:spPr>
          <a:xfrm>
            <a:off x="1094794" y="1751527"/>
            <a:ext cx="1790700" cy="749300"/>
          </a:xfrm>
          <a:prstGeom prst="rect">
            <a:avLst/>
          </a:prstGeom>
        </p:spPr>
      </p:pic>
      <p:pic>
        <p:nvPicPr>
          <p:cNvPr id="11" name="Picture 10">
            <a:extLst>
              <a:ext uri="{FF2B5EF4-FFF2-40B4-BE49-F238E27FC236}">
                <a16:creationId xmlns:a16="http://schemas.microsoft.com/office/drawing/2014/main" id="{5A66B261-6924-D967-4D04-CC6030A56C2E}"/>
              </a:ext>
            </a:extLst>
          </p:cNvPr>
          <p:cNvPicPr>
            <a:picLocks noChangeAspect="1"/>
          </p:cNvPicPr>
          <p:nvPr/>
        </p:nvPicPr>
        <p:blipFill>
          <a:blip r:embed="rId6"/>
          <a:stretch>
            <a:fillRect/>
          </a:stretch>
        </p:blipFill>
        <p:spPr>
          <a:xfrm>
            <a:off x="765220" y="4205095"/>
            <a:ext cx="2921000" cy="901700"/>
          </a:xfrm>
          <a:prstGeom prst="rect">
            <a:avLst/>
          </a:prstGeom>
        </p:spPr>
      </p:pic>
      <p:sp>
        <p:nvSpPr>
          <p:cNvPr id="9" name="TextBox 8">
            <a:extLst>
              <a:ext uri="{FF2B5EF4-FFF2-40B4-BE49-F238E27FC236}">
                <a16:creationId xmlns:a16="http://schemas.microsoft.com/office/drawing/2014/main" id="{AB9D7FCF-3524-24DC-EF69-B3DE5E5123F0}"/>
              </a:ext>
            </a:extLst>
          </p:cNvPr>
          <p:cNvSpPr txBox="1"/>
          <p:nvPr/>
        </p:nvSpPr>
        <p:spPr>
          <a:xfrm>
            <a:off x="618966" y="2590865"/>
            <a:ext cx="5022760" cy="1477328"/>
          </a:xfrm>
          <a:prstGeom prst="rect">
            <a:avLst/>
          </a:prstGeom>
          <a:noFill/>
        </p:spPr>
        <p:txBody>
          <a:bodyPr wrap="square" rtlCol="0">
            <a:spAutoFit/>
          </a:bodyPr>
          <a:lstStyle/>
          <a:p>
            <a:pPr algn="l">
              <a:buFont typeface="Arial" panose="020B0604020202020204" pitchFamily="34" charset="0"/>
              <a:buChar char="•"/>
            </a:pPr>
            <a:r>
              <a:rPr lang="en-US" b="0" i="0">
                <a:effectLst/>
                <a:latin typeface="__fkGroteskNeue_598ab8"/>
              </a:rPr>
              <a:t>Best for: Multi-agent conversations and interactions</a:t>
            </a:r>
          </a:p>
          <a:p>
            <a:pPr algn="l">
              <a:buFont typeface="Arial" panose="020B0604020202020204" pitchFamily="34" charset="0"/>
              <a:buChar char="•"/>
            </a:pPr>
            <a:r>
              <a:rPr lang="en-US" b="0" i="0">
                <a:effectLst/>
                <a:latin typeface="__fkGroteskNeue_598ab8"/>
              </a:rPr>
              <a:t>Unique feature: Advanced orchestration of multiple AI agents working together</a:t>
            </a:r>
          </a:p>
          <a:p>
            <a:endParaRPr lang="en-US"/>
          </a:p>
        </p:txBody>
      </p:sp>
      <p:sp>
        <p:nvSpPr>
          <p:cNvPr id="10" name="TextBox 9">
            <a:extLst>
              <a:ext uri="{FF2B5EF4-FFF2-40B4-BE49-F238E27FC236}">
                <a16:creationId xmlns:a16="http://schemas.microsoft.com/office/drawing/2014/main" id="{1EBB2DD2-5D5C-F54C-FB9C-E61C5853610E}"/>
              </a:ext>
            </a:extLst>
          </p:cNvPr>
          <p:cNvSpPr txBox="1"/>
          <p:nvPr/>
        </p:nvSpPr>
        <p:spPr>
          <a:xfrm>
            <a:off x="6820396" y="2706361"/>
            <a:ext cx="4773769" cy="1200329"/>
          </a:xfrm>
          <a:prstGeom prst="rect">
            <a:avLst/>
          </a:prstGeom>
          <a:noFill/>
        </p:spPr>
        <p:txBody>
          <a:bodyPr wrap="square" rtlCol="0">
            <a:spAutoFit/>
          </a:bodyPr>
          <a:lstStyle/>
          <a:p>
            <a:pPr algn="l">
              <a:buFont typeface="Arial" panose="020B0604020202020204" pitchFamily="34" charset="0"/>
              <a:buChar char="•"/>
            </a:pPr>
            <a:r>
              <a:rPr lang="en-US" b="0" i="0">
                <a:effectLst/>
                <a:latin typeface="__fkGroteskNeue_598ab8"/>
              </a:rPr>
              <a:t>Best for: Production-ready agent systems</a:t>
            </a:r>
          </a:p>
          <a:p>
            <a:pPr algn="l">
              <a:buFont typeface="Arial" panose="020B0604020202020204" pitchFamily="34" charset="0"/>
              <a:buChar char="•"/>
            </a:pPr>
            <a:r>
              <a:rPr lang="en-US" b="0" i="0">
                <a:effectLst/>
                <a:latin typeface="__fkGroteskNeue_598ab8"/>
              </a:rPr>
              <a:t>Unique feature: Structured task delegation among specialized agents</a:t>
            </a:r>
          </a:p>
          <a:p>
            <a:endParaRPr lang="en-US"/>
          </a:p>
        </p:txBody>
      </p:sp>
      <p:sp>
        <p:nvSpPr>
          <p:cNvPr id="13" name="TextBox 12">
            <a:extLst>
              <a:ext uri="{FF2B5EF4-FFF2-40B4-BE49-F238E27FC236}">
                <a16:creationId xmlns:a16="http://schemas.microsoft.com/office/drawing/2014/main" id="{827E7CB5-E293-45E0-083D-715241085675}"/>
              </a:ext>
            </a:extLst>
          </p:cNvPr>
          <p:cNvSpPr txBox="1"/>
          <p:nvPr/>
        </p:nvSpPr>
        <p:spPr>
          <a:xfrm>
            <a:off x="618966" y="5220265"/>
            <a:ext cx="5381808" cy="1200329"/>
          </a:xfrm>
          <a:prstGeom prst="rect">
            <a:avLst/>
          </a:prstGeom>
          <a:noFill/>
        </p:spPr>
        <p:txBody>
          <a:bodyPr wrap="square" rtlCol="0">
            <a:spAutoFit/>
          </a:bodyPr>
          <a:lstStyle/>
          <a:p>
            <a:pPr algn="l">
              <a:buFont typeface="Arial" panose="020B0604020202020204" pitchFamily="34" charset="0"/>
              <a:buChar char="•"/>
            </a:pPr>
            <a:r>
              <a:rPr lang="en-US" b="0" i="0">
                <a:effectLst/>
                <a:latin typeface="__fkGroteskNeue_598ab8"/>
              </a:rPr>
              <a:t>Best for: Versatile AI applications beyond just agents</a:t>
            </a:r>
          </a:p>
          <a:p>
            <a:pPr algn="l">
              <a:buFont typeface="Arial" panose="020B0604020202020204" pitchFamily="34" charset="0"/>
              <a:buChar char="•"/>
            </a:pPr>
            <a:r>
              <a:rPr lang="en-US" b="0" i="0">
                <a:effectLst/>
                <a:latin typeface="__fkGroteskNeue_598ab8"/>
              </a:rPr>
              <a:t>Unique feature: Easy integration of various tools and services with LLMs</a:t>
            </a:r>
          </a:p>
          <a:p>
            <a:endParaRPr lang="en-US"/>
          </a:p>
        </p:txBody>
      </p:sp>
      <p:sp>
        <p:nvSpPr>
          <p:cNvPr id="14" name="TextBox 13">
            <a:extLst>
              <a:ext uri="{FF2B5EF4-FFF2-40B4-BE49-F238E27FC236}">
                <a16:creationId xmlns:a16="http://schemas.microsoft.com/office/drawing/2014/main" id="{9EB9AFB0-173D-822F-062B-E0C60D1243ED}"/>
              </a:ext>
            </a:extLst>
          </p:cNvPr>
          <p:cNvSpPr txBox="1"/>
          <p:nvPr/>
        </p:nvSpPr>
        <p:spPr>
          <a:xfrm>
            <a:off x="6820396" y="5067966"/>
            <a:ext cx="5557313" cy="1200329"/>
          </a:xfrm>
          <a:prstGeom prst="rect">
            <a:avLst/>
          </a:prstGeom>
          <a:noFill/>
        </p:spPr>
        <p:txBody>
          <a:bodyPr wrap="square" rtlCol="0">
            <a:spAutoFit/>
          </a:bodyPr>
          <a:lstStyle/>
          <a:p>
            <a:pPr algn="l">
              <a:buFont typeface="Arial" panose="020B0604020202020204" pitchFamily="34" charset="0"/>
              <a:buChar char="•"/>
            </a:pPr>
            <a:r>
              <a:rPr lang="en-US" b="0" i="0">
                <a:effectLst/>
                <a:latin typeface="__fkGroteskNeue_598ab8"/>
              </a:rPr>
              <a:t>Best for: Data-centric AI applications</a:t>
            </a:r>
          </a:p>
          <a:p>
            <a:pPr algn="l">
              <a:buFont typeface="Arial" panose="020B0604020202020204" pitchFamily="34" charset="0"/>
              <a:buChar char="•"/>
            </a:pPr>
            <a:r>
              <a:rPr lang="en-US" b="0" i="0">
                <a:effectLst/>
                <a:latin typeface="__fkGroteskNeue_598ab8"/>
              </a:rPr>
              <a:t>Unique feature: Superior data integration and retrieval for enhancing LLM responses</a:t>
            </a:r>
          </a:p>
          <a:p>
            <a:endParaRPr lang="en-US"/>
          </a:p>
        </p:txBody>
      </p:sp>
    </p:spTree>
    <p:extLst>
      <p:ext uri="{BB962C8B-B14F-4D97-AF65-F5344CB8AC3E}">
        <p14:creationId xmlns:p14="http://schemas.microsoft.com/office/powerpoint/2010/main" val="1086647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66864-E1B3-98CA-CBF9-256AFBA0EF99}"/>
              </a:ext>
            </a:extLst>
          </p:cNvPr>
          <p:cNvSpPr>
            <a:spLocks noGrp="1"/>
          </p:cNvSpPr>
          <p:nvPr>
            <p:ph type="title"/>
          </p:nvPr>
        </p:nvSpPr>
        <p:spPr/>
        <p:txBody>
          <a:bodyPr>
            <a:normAutofit fontScale="90000"/>
          </a:bodyPr>
          <a:lstStyle/>
          <a:p>
            <a:r>
              <a:rPr lang="en"/>
              <a:t>AI Applications </a:t>
            </a:r>
            <a:endParaRPr lang="en-US"/>
          </a:p>
        </p:txBody>
      </p:sp>
    </p:spTree>
    <p:extLst>
      <p:ext uri="{BB962C8B-B14F-4D97-AF65-F5344CB8AC3E}">
        <p14:creationId xmlns:p14="http://schemas.microsoft.com/office/powerpoint/2010/main" val="3052159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19BD0C9-0DF5-522A-D46B-88CBB122DA23}"/>
              </a:ext>
            </a:extLst>
          </p:cNvPr>
          <p:cNvSpPr/>
          <p:nvPr/>
        </p:nvSpPr>
        <p:spPr>
          <a:xfrm>
            <a:off x="6921874" y="1765040"/>
            <a:ext cx="4361415" cy="3344563"/>
          </a:xfrm>
          <a:prstGeom prst="rect">
            <a:avLst/>
          </a:prstGeom>
          <a:solidFill>
            <a:srgbClr val="E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C2D93CA-CC45-062B-180E-B6DB2068A77E}"/>
              </a:ext>
            </a:extLst>
          </p:cNvPr>
          <p:cNvSpPr/>
          <p:nvPr/>
        </p:nvSpPr>
        <p:spPr>
          <a:xfrm>
            <a:off x="921268" y="1775276"/>
            <a:ext cx="4608945" cy="3334328"/>
          </a:xfrm>
          <a:prstGeom prst="rect">
            <a:avLst/>
          </a:prstGeom>
          <a:solidFill>
            <a:schemeClr val="bg2">
              <a:alpha val="185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88EC2D-CC9E-BE9E-6495-4F0F26C43B92}"/>
              </a:ext>
            </a:extLst>
          </p:cNvPr>
          <p:cNvSpPr>
            <a:spLocks noGrp="1"/>
          </p:cNvSpPr>
          <p:nvPr>
            <p:ph type="title"/>
          </p:nvPr>
        </p:nvSpPr>
        <p:spPr/>
        <p:txBody>
          <a:bodyPr/>
          <a:lstStyle/>
          <a:p>
            <a:r>
              <a:rPr lang="en-US"/>
              <a:t>Final Thoughts – Work Creatively with AI</a:t>
            </a:r>
          </a:p>
        </p:txBody>
      </p:sp>
      <p:sp>
        <p:nvSpPr>
          <p:cNvPr id="3" name="Content Placeholder 2">
            <a:extLst>
              <a:ext uri="{FF2B5EF4-FFF2-40B4-BE49-F238E27FC236}">
                <a16:creationId xmlns:a16="http://schemas.microsoft.com/office/drawing/2014/main" id="{71D56378-B62F-CE7E-67E4-427166CEDBE9}"/>
              </a:ext>
            </a:extLst>
          </p:cNvPr>
          <p:cNvSpPr>
            <a:spLocks noGrp="1"/>
          </p:cNvSpPr>
          <p:nvPr>
            <p:ph idx="1"/>
          </p:nvPr>
        </p:nvSpPr>
        <p:spPr>
          <a:xfrm>
            <a:off x="7449353" y="1915328"/>
            <a:ext cx="4195157" cy="695007"/>
          </a:xfrm>
        </p:spPr>
        <p:txBody>
          <a:bodyPr/>
          <a:lstStyle/>
          <a:p>
            <a:pPr marL="0" indent="0">
              <a:buNone/>
            </a:pPr>
            <a:r>
              <a:rPr lang="en-US">
                <a:solidFill>
                  <a:srgbClr val="2462EB"/>
                </a:solidFill>
              </a:rPr>
              <a:t>The Mindshift Needed </a:t>
            </a:r>
          </a:p>
        </p:txBody>
      </p:sp>
      <p:sp>
        <p:nvSpPr>
          <p:cNvPr id="6" name="Content Placeholder 2">
            <a:extLst>
              <a:ext uri="{FF2B5EF4-FFF2-40B4-BE49-F238E27FC236}">
                <a16:creationId xmlns:a16="http://schemas.microsoft.com/office/drawing/2014/main" id="{DD35CB16-5E53-D9C8-C72C-3DCD66BD53A0}"/>
              </a:ext>
            </a:extLst>
          </p:cNvPr>
          <p:cNvSpPr txBox="1">
            <a:spLocks/>
          </p:cNvSpPr>
          <p:nvPr/>
        </p:nvSpPr>
        <p:spPr>
          <a:xfrm>
            <a:off x="1548933" y="1974983"/>
            <a:ext cx="4195157" cy="4953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Current AI Use Pattern </a:t>
            </a:r>
          </a:p>
        </p:txBody>
      </p:sp>
      <p:cxnSp>
        <p:nvCxnSpPr>
          <p:cNvPr id="8" name="Straight Arrow Connector 7">
            <a:extLst>
              <a:ext uri="{FF2B5EF4-FFF2-40B4-BE49-F238E27FC236}">
                <a16:creationId xmlns:a16="http://schemas.microsoft.com/office/drawing/2014/main" id="{DB08971A-2863-5714-F9CD-C341D8FA2295}"/>
              </a:ext>
            </a:extLst>
          </p:cNvPr>
          <p:cNvCxnSpPr/>
          <p:nvPr/>
        </p:nvCxnSpPr>
        <p:spPr>
          <a:xfrm>
            <a:off x="1209958" y="2826326"/>
            <a:ext cx="338975" cy="0"/>
          </a:xfrm>
          <a:prstGeom prst="straightConnector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DCCFA4F-DE18-46D4-F0B5-FF0C7B465045}"/>
              </a:ext>
            </a:extLst>
          </p:cNvPr>
          <p:cNvPicPr>
            <a:picLocks noChangeAspect="1"/>
          </p:cNvPicPr>
          <p:nvPr/>
        </p:nvPicPr>
        <p:blipFill>
          <a:blip r:embed="rId3"/>
          <a:stretch>
            <a:fillRect/>
          </a:stretch>
        </p:blipFill>
        <p:spPr>
          <a:xfrm>
            <a:off x="994058" y="1915328"/>
            <a:ext cx="431800" cy="495300"/>
          </a:xfrm>
          <a:prstGeom prst="rect">
            <a:avLst/>
          </a:prstGeom>
        </p:spPr>
      </p:pic>
      <p:sp>
        <p:nvSpPr>
          <p:cNvPr id="12" name="TextBox 11">
            <a:extLst>
              <a:ext uri="{FF2B5EF4-FFF2-40B4-BE49-F238E27FC236}">
                <a16:creationId xmlns:a16="http://schemas.microsoft.com/office/drawing/2014/main" id="{ED52E83E-3714-2A3F-7313-063F2E2094B2}"/>
              </a:ext>
            </a:extLst>
          </p:cNvPr>
          <p:cNvSpPr txBox="1"/>
          <p:nvPr/>
        </p:nvSpPr>
        <p:spPr>
          <a:xfrm>
            <a:off x="1590294" y="2641660"/>
            <a:ext cx="2669705" cy="369332"/>
          </a:xfrm>
          <a:prstGeom prst="rect">
            <a:avLst/>
          </a:prstGeom>
          <a:noFill/>
        </p:spPr>
        <p:txBody>
          <a:bodyPr wrap="none" rtlCol="0">
            <a:spAutoFit/>
          </a:bodyPr>
          <a:lstStyle/>
          <a:p>
            <a:r>
              <a:rPr lang="en-US"/>
              <a:t>Use</a:t>
            </a:r>
            <a:r>
              <a:rPr lang="zh-CN" altLang="en-US"/>
              <a:t> </a:t>
            </a:r>
            <a:r>
              <a:rPr lang="en-US" altLang="zh-CN"/>
              <a:t>AI</a:t>
            </a:r>
            <a:r>
              <a:rPr lang="zh-CN" altLang="en-US"/>
              <a:t> </a:t>
            </a:r>
            <a:r>
              <a:rPr lang="en-US" altLang="zh-CN"/>
              <a:t>like a search engine</a:t>
            </a:r>
            <a:endParaRPr lang="en-US"/>
          </a:p>
        </p:txBody>
      </p:sp>
      <p:cxnSp>
        <p:nvCxnSpPr>
          <p:cNvPr id="15" name="Straight Arrow Connector 14">
            <a:extLst>
              <a:ext uri="{FF2B5EF4-FFF2-40B4-BE49-F238E27FC236}">
                <a16:creationId xmlns:a16="http://schemas.microsoft.com/office/drawing/2014/main" id="{116A1DC3-A35D-1BB6-FE98-52CD643C8F7B}"/>
              </a:ext>
            </a:extLst>
          </p:cNvPr>
          <p:cNvCxnSpPr/>
          <p:nvPr/>
        </p:nvCxnSpPr>
        <p:spPr>
          <a:xfrm>
            <a:off x="1175094" y="3371210"/>
            <a:ext cx="338975" cy="0"/>
          </a:xfrm>
          <a:prstGeom prst="straightConnector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CFFF99E-1703-072C-5F98-6F9594E783DF}"/>
              </a:ext>
            </a:extLst>
          </p:cNvPr>
          <p:cNvSpPr txBox="1"/>
          <p:nvPr/>
        </p:nvSpPr>
        <p:spPr>
          <a:xfrm>
            <a:off x="1590294" y="3225570"/>
            <a:ext cx="3498935" cy="646331"/>
          </a:xfrm>
          <a:prstGeom prst="rect">
            <a:avLst/>
          </a:prstGeom>
          <a:noFill/>
        </p:spPr>
        <p:txBody>
          <a:bodyPr wrap="square" rtlCol="0">
            <a:spAutoFit/>
          </a:bodyPr>
          <a:lstStyle/>
          <a:p>
            <a:r>
              <a:rPr lang="en-US"/>
              <a:t>Following fixed steps for answers:</a:t>
            </a:r>
          </a:p>
          <a:p>
            <a:r>
              <a:rPr lang="en-US"/>
              <a:t>ask -&gt; receive -&gt; filter -&gt; select</a:t>
            </a:r>
          </a:p>
        </p:txBody>
      </p:sp>
      <p:cxnSp>
        <p:nvCxnSpPr>
          <p:cNvPr id="17" name="Straight Arrow Connector 16">
            <a:extLst>
              <a:ext uri="{FF2B5EF4-FFF2-40B4-BE49-F238E27FC236}">
                <a16:creationId xmlns:a16="http://schemas.microsoft.com/office/drawing/2014/main" id="{54647A94-A941-D6D5-FBD4-449FD4C3C479}"/>
              </a:ext>
            </a:extLst>
          </p:cNvPr>
          <p:cNvCxnSpPr/>
          <p:nvPr/>
        </p:nvCxnSpPr>
        <p:spPr>
          <a:xfrm>
            <a:off x="1175093" y="4196102"/>
            <a:ext cx="338975" cy="0"/>
          </a:xfrm>
          <a:prstGeom prst="straightConnector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5711308-DFEA-9F39-358D-13B9BD35D1C2}"/>
              </a:ext>
            </a:extLst>
          </p:cNvPr>
          <p:cNvSpPr txBox="1"/>
          <p:nvPr/>
        </p:nvSpPr>
        <p:spPr>
          <a:xfrm>
            <a:off x="1548933" y="4011436"/>
            <a:ext cx="2965042" cy="369332"/>
          </a:xfrm>
          <a:prstGeom prst="rect">
            <a:avLst/>
          </a:prstGeom>
          <a:noFill/>
        </p:spPr>
        <p:txBody>
          <a:bodyPr wrap="none" rtlCol="0">
            <a:spAutoFit/>
          </a:bodyPr>
          <a:lstStyle/>
          <a:p>
            <a:r>
              <a:rPr lang="en-US"/>
              <a:t>Limited to known possibilities</a:t>
            </a:r>
          </a:p>
        </p:txBody>
      </p:sp>
      <p:pic>
        <p:nvPicPr>
          <p:cNvPr id="20" name="Picture 19">
            <a:extLst>
              <a:ext uri="{FF2B5EF4-FFF2-40B4-BE49-F238E27FC236}">
                <a16:creationId xmlns:a16="http://schemas.microsoft.com/office/drawing/2014/main" id="{F14209CA-CAD5-676C-BF9B-6401DA6623B3}"/>
              </a:ext>
            </a:extLst>
          </p:cNvPr>
          <p:cNvPicPr>
            <a:picLocks noChangeAspect="1"/>
          </p:cNvPicPr>
          <p:nvPr/>
        </p:nvPicPr>
        <p:blipFill>
          <a:blip r:embed="rId4"/>
          <a:stretch>
            <a:fillRect/>
          </a:stretch>
        </p:blipFill>
        <p:spPr>
          <a:xfrm>
            <a:off x="7031402" y="1889852"/>
            <a:ext cx="393700" cy="520700"/>
          </a:xfrm>
          <a:prstGeom prst="rect">
            <a:avLst/>
          </a:prstGeom>
        </p:spPr>
      </p:pic>
      <p:pic>
        <p:nvPicPr>
          <p:cNvPr id="21" name="Picture 20">
            <a:extLst>
              <a:ext uri="{FF2B5EF4-FFF2-40B4-BE49-F238E27FC236}">
                <a16:creationId xmlns:a16="http://schemas.microsoft.com/office/drawing/2014/main" id="{ED409BEE-CC4B-F93A-158A-2B4E34750DDE}"/>
              </a:ext>
            </a:extLst>
          </p:cNvPr>
          <p:cNvPicPr>
            <a:picLocks noChangeAspect="1"/>
          </p:cNvPicPr>
          <p:nvPr/>
        </p:nvPicPr>
        <p:blipFill>
          <a:blip r:embed="rId5"/>
          <a:stretch>
            <a:fillRect/>
          </a:stretch>
        </p:blipFill>
        <p:spPr>
          <a:xfrm>
            <a:off x="7031402" y="2484088"/>
            <a:ext cx="342900" cy="444500"/>
          </a:xfrm>
          <a:prstGeom prst="rect">
            <a:avLst/>
          </a:prstGeom>
        </p:spPr>
      </p:pic>
      <p:sp>
        <p:nvSpPr>
          <p:cNvPr id="22" name="TextBox 21">
            <a:extLst>
              <a:ext uri="{FF2B5EF4-FFF2-40B4-BE49-F238E27FC236}">
                <a16:creationId xmlns:a16="http://schemas.microsoft.com/office/drawing/2014/main" id="{99D34D13-F749-0BB9-AF23-2F220896DF2A}"/>
              </a:ext>
            </a:extLst>
          </p:cNvPr>
          <p:cNvSpPr txBox="1"/>
          <p:nvPr/>
        </p:nvSpPr>
        <p:spPr>
          <a:xfrm>
            <a:off x="7355063" y="2521672"/>
            <a:ext cx="4236431" cy="369332"/>
          </a:xfrm>
          <a:prstGeom prst="rect">
            <a:avLst/>
          </a:prstGeom>
          <a:noFill/>
        </p:spPr>
        <p:txBody>
          <a:bodyPr wrap="square" rtlCol="0">
            <a:spAutoFit/>
          </a:bodyPr>
          <a:lstStyle/>
          <a:p>
            <a:r>
              <a:rPr lang="en-US">
                <a:solidFill>
                  <a:srgbClr val="2665EB"/>
                </a:solidFill>
              </a:rPr>
              <a:t>Human – AI collaboration for innovation  </a:t>
            </a:r>
          </a:p>
        </p:txBody>
      </p:sp>
      <p:pic>
        <p:nvPicPr>
          <p:cNvPr id="24" name="Picture 23">
            <a:extLst>
              <a:ext uri="{FF2B5EF4-FFF2-40B4-BE49-F238E27FC236}">
                <a16:creationId xmlns:a16="http://schemas.microsoft.com/office/drawing/2014/main" id="{42E13B2C-EA9B-A642-77E4-79C23EFD8FBB}"/>
              </a:ext>
            </a:extLst>
          </p:cNvPr>
          <p:cNvPicPr>
            <a:picLocks noChangeAspect="1"/>
          </p:cNvPicPr>
          <p:nvPr/>
        </p:nvPicPr>
        <p:blipFill>
          <a:blip r:embed="rId5"/>
          <a:stretch>
            <a:fillRect/>
          </a:stretch>
        </p:blipFill>
        <p:spPr>
          <a:xfrm>
            <a:off x="7056802" y="3043296"/>
            <a:ext cx="342900" cy="444500"/>
          </a:xfrm>
          <a:prstGeom prst="rect">
            <a:avLst/>
          </a:prstGeom>
        </p:spPr>
      </p:pic>
      <p:sp>
        <p:nvSpPr>
          <p:cNvPr id="26" name="TextBox 25">
            <a:extLst>
              <a:ext uri="{FF2B5EF4-FFF2-40B4-BE49-F238E27FC236}">
                <a16:creationId xmlns:a16="http://schemas.microsoft.com/office/drawing/2014/main" id="{AC396FDF-4DFB-A0C5-566D-8D5203BEC62C}"/>
              </a:ext>
            </a:extLst>
          </p:cNvPr>
          <p:cNvSpPr txBox="1"/>
          <p:nvPr/>
        </p:nvSpPr>
        <p:spPr>
          <a:xfrm>
            <a:off x="7374302" y="3108673"/>
            <a:ext cx="4236431" cy="369332"/>
          </a:xfrm>
          <a:prstGeom prst="rect">
            <a:avLst/>
          </a:prstGeom>
          <a:noFill/>
        </p:spPr>
        <p:txBody>
          <a:bodyPr wrap="square" rtlCol="0">
            <a:spAutoFit/>
          </a:bodyPr>
          <a:lstStyle/>
          <a:p>
            <a:r>
              <a:rPr lang="en-US">
                <a:solidFill>
                  <a:srgbClr val="2665EB"/>
                </a:solidFill>
              </a:rPr>
              <a:t>Challenging conventional mindsets</a:t>
            </a:r>
          </a:p>
        </p:txBody>
      </p:sp>
      <p:pic>
        <p:nvPicPr>
          <p:cNvPr id="27" name="Picture 26">
            <a:extLst>
              <a:ext uri="{FF2B5EF4-FFF2-40B4-BE49-F238E27FC236}">
                <a16:creationId xmlns:a16="http://schemas.microsoft.com/office/drawing/2014/main" id="{3603FB40-2AD8-CCD5-3CCD-B5A933C38604}"/>
              </a:ext>
            </a:extLst>
          </p:cNvPr>
          <p:cNvPicPr>
            <a:picLocks noChangeAspect="1"/>
          </p:cNvPicPr>
          <p:nvPr/>
        </p:nvPicPr>
        <p:blipFill>
          <a:blip r:embed="rId5"/>
          <a:stretch>
            <a:fillRect/>
          </a:stretch>
        </p:blipFill>
        <p:spPr>
          <a:xfrm>
            <a:off x="7082202" y="3608733"/>
            <a:ext cx="342900" cy="444500"/>
          </a:xfrm>
          <a:prstGeom prst="rect">
            <a:avLst/>
          </a:prstGeom>
        </p:spPr>
      </p:pic>
      <p:sp>
        <p:nvSpPr>
          <p:cNvPr id="28" name="TextBox 27">
            <a:extLst>
              <a:ext uri="{FF2B5EF4-FFF2-40B4-BE49-F238E27FC236}">
                <a16:creationId xmlns:a16="http://schemas.microsoft.com/office/drawing/2014/main" id="{0DF42D68-B57E-AAD3-5DAC-BDCE8607C485}"/>
              </a:ext>
            </a:extLst>
          </p:cNvPr>
          <p:cNvSpPr txBox="1"/>
          <p:nvPr/>
        </p:nvSpPr>
        <p:spPr>
          <a:xfrm>
            <a:off x="7399703" y="3674110"/>
            <a:ext cx="3871030" cy="923330"/>
          </a:xfrm>
          <a:prstGeom prst="rect">
            <a:avLst/>
          </a:prstGeom>
          <a:noFill/>
        </p:spPr>
        <p:txBody>
          <a:bodyPr wrap="square" rtlCol="0">
            <a:spAutoFit/>
          </a:bodyPr>
          <a:lstStyle/>
          <a:p>
            <a:r>
              <a:rPr lang="en-US">
                <a:solidFill>
                  <a:srgbClr val="2665EB"/>
                </a:solidFill>
              </a:rPr>
              <a:t>Cultivating a culture where “the impossible” becomes a daily achievement</a:t>
            </a:r>
          </a:p>
        </p:txBody>
      </p:sp>
    </p:spTree>
    <p:extLst>
      <p:ext uri="{BB962C8B-B14F-4D97-AF65-F5344CB8AC3E}">
        <p14:creationId xmlns:p14="http://schemas.microsoft.com/office/powerpoint/2010/main" val="3339100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4539E-9675-7760-8640-07F211CDB527}"/>
              </a:ext>
            </a:extLst>
          </p:cNvPr>
          <p:cNvSpPr>
            <a:spLocks noGrp="1"/>
          </p:cNvSpPr>
          <p:nvPr>
            <p:ph type="title"/>
          </p:nvPr>
        </p:nvSpPr>
        <p:spPr/>
        <p:txBody>
          <a:bodyPr>
            <a:normAutofit/>
          </a:bodyPr>
          <a:lstStyle/>
          <a:p>
            <a:r>
              <a:rPr lang="en-US" b="1"/>
              <a:t>12 Exercises for Creative AI Collaboration</a:t>
            </a:r>
            <a:endParaRPr lang="en-US"/>
          </a:p>
        </p:txBody>
      </p:sp>
      <p:sp>
        <p:nvSpPr>
          <p:cNvPr id="3" name="Content Placeholder 2">
            <a:extLst>
              <a:ext uri="{FF2B5EF4-FFF2-40B4-BE49-F238E27FC236}">
                <a16:creationId xmlns:a16="http://schemas.microsoft.com/office/drawing/2014/main" id="{4E736A17-AFF8-5DB6-31A7-E22A99059F7D}"/>
              </a:ext>
            </a:extLst>
          </p:cNvPr>
          <p:cNvSpPr>
            <a:spLocks noGrp="1"/>
          </p:cNvSpPr>
          <p:nvPr>
            <p:ph idx="1"/>
          </p:nvPr>
        </p:nvSpPr>
        <p:spPr>
          <a:xfrm>
            <a:off x="598516" y="1825625"/>
            <a:ext cx="5497484" cy="4351338"/>
          </a:xfrm>
        </p:spPr>
        <p:txBody>
          <a:bodyPr/>
          <a:lstStyle/>
          <a:p>
            <a:pPr marL="0" indent="0">
              <a:buNone/>
            </a:pPr>
            <a:r>
              <a:rPr lang="en-US" b="0" i="0">
                <a:effectLst/>
                <a:latin typeface="ui-sans-serif"/>
              </a:rPr>
              <a:t>1. Set daily "exploratory prompting" practice</a:t>
            </a:r>
          </a:p>
          <a:p>
            <a:pPr marL="0" indent="0" algn="l">
              <a:buNone/>
            </a:pPr>
            <a:r>
              <a:rPr lang="en-US" b="0" i="0">
                <a:effectLst/>
                <a:latin typeface="ui-sans-serif"/>
              </a:rPr>
              <a:t>2. Frame "What if" and "How might we" questions</a:t>
            </a:r>
          </a:p>
          <a:p>
            <a:pPr marL="0" indent="0" algn="l">
              <a:buNone/>
            </a:pPr>
            <a:r>
              <a:rPr lang="en-US" b="0" i="0">
                <a:effectLst/>
                <a:latin typeface="ui-sans-serif"/>
              </a:rPr>
              <a:t>3. Embrace ambiguity and curiosity</a:t>
            </a:r>
          </a:p>
          <a:p>
            <a:pPr marL="0" indent="0" algn="l">
              <a:buNone/>
            </a:pPr>
            <a:r>
              <a:rPr lang="en-US" b="0" i="0">
                <a:effectLst/>
                <a:latin typeface="ui-sans-serif"/>
              </a:rPr>
              <a:t>4. Focus on exploration over solutions</a:t>
            </a:r>
          </a:p>
          <a:p>
            <a:pPr marL="0" indent="0" algn="l">
              <a:buNone/>
            </a:pPr>
            <a:r>
              <a:rPr lang="en-US" b="0" i="0">
                <a:effectLst/>
                <a:latin typeface="ui-sans-serif"/>
              </a:rPr>
              <a:t>5. Use chain prompts for iteration</a:t>
            </a:r>
          </a:p>
          <a:p>
            <a:pPr marL="0" indent="0" algn="l">
              <a:buNone/>
            </a:pPr>
            <a:r>
              <a:rPr lang="en-US" b="0" i="0">
                <a:effectLst/>
                <a:latin typeface="ui-sans-serif"/>
              </a:rPr>
              <a:t>6. Think metaphorically</a:t>
            </a:r>
          </a:p>
          <a:p>
            <a:endParaRPr lang="en-US"/>
          </a:p>
        </p:txBody>
      </p:sp>
      <p:sp>
        <p:nvSpPr>
          <p:cNvPr id="4" name="Content Placeholder 2">
            <a:extLst>
              <a:ext uri="{FF2B5EF4-FFF2-40B4-BE49-F238E27FC236}">
                <a16:creationId xmlns:a16="http://schemas.microsoft.com/office/drawing/2014/main" id="{B8EA3A33-2302-FF0F-300B-52DB6AF912C7}"/>
              </a:ext>
            </a:extLst>
          </p:cNvPr>
          <p:cNvSpPr txBox="1">
            <a:spLocks/>
          </p:cNvSpPr>
          <p:nvPr/>
        </p:nvSpPr>
        <p:spPr>
          <a:xfrm>
            <a:off x="6231772" y="1825625"/>
            <a:ext cx="54974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b="0" i="0">
                <a:effectLst/>
                <a:latin typeface="ui-sans-serif"/>
              </a:rPr>
              <a:t>7. Prompt for diverse perspectives</a:t>
            </a:r>
          </a:p>
          <a:p>
            <a:pPr marL="0" indent="0" algn="l">
              <a:buNone/>
            </a:pPr>
            <a:r>
              <a:rPr lang="en-US" b="0" i="0">
                <a:effectLst/>
                <a:latin typeface="ui-sans-serif"/>
              </a:rPr>
              <a:t>8. Experiment with role-play prompts</a:t>
            </a:r>
          </a:p>
          <a:p>
            <a:pPr marL="0" indent="0" algn="l">
              <a:buNone/>
            </a:pPr>
            <a:r>
              <a:rPr lang="en-US" b="0" i="0">
                <a:effectLst/>
                <a:latin typeface="ui-sans-serif"/>
              </a:rPr>
              <a:t>9. Ask for "impossibilities"</a:t>
            </a:r>
          </a:p>
          <a:p>
            <a:pPr marL="0" indent="0" algn="l">
              <a:buNone/>
            </a:pPr>
            <a:r>
              <a:rPr lang="en-US" b="0" i="0">
                <a:effectLst/>
                <a:latin typeface="ui-sans-serif"/>
              </a:rPr>
              <a:t>10. Consider AI's unique viewpoint (WWAID)</a:t>
            </a:r>
          </a:p>
          <a:p>
            <a:pPr marL="0" indent="0" algn="l">
              <a:buNone/>
            </a:pPr>
            <a:r>
              <a:rPr lang="en-US" b="0" i="0">
                <a:effectLst/>
                <a:latin typeface="ui-sans-serif"/>
              </a:rPr>
              <a:t>11. Schedule future-driven sessions</a:t>
            </a:r>
          </a:p>
          <a:p>
            <a:pPr marL="0" indent="0" algn="l">
              <a:buNone/>
            </a:pPr>
            <a:r>
              <a:rPr lang="en-US" b="0" i="0">
                <a:effectLst/>
                <a:latin typeface="ui-sans-serif"/>
              </a:rPr>
              <a:t>12. Keep a breakthrough prompt journal</a:t>
            </a:r>
          </a:p>
          <a:p>
            <a:pPr marL="0" indent="0">
              <a:buNone/>
            </a:pPr>
            <a:endParaRPr lang="en-US"/>
          </a:p>
        </p:txBody>
      </p:sp>
      <p:pic>
        <p:nvPicPr>
          <p:cNvPr id="5" name="Picture 4">
            <a:extLst>
              <a:ext uri="{FF2B5EF4-FFF2-40B4-BE49-F238E27FC236}">
                <a16:creationId xmlns:a16="http://schemas.microsoft.com/office/drawing/2014/main" id="{C14D5F87-3F24-B71B-774D-9D7FE7B32EEF}"/>
              </a:ext>
            </a:extLst>
          </p:cNvPr>
          <p:cNvPicPr>
            <a:picLocks noChangeAspect="1"/>
          </p:cNvPicPr>
          <p:nvPr/>
        </p:nvPicPr>
        <p:blipFill>
          <a:blip r:embed="rId3"/>
          <a:stretch>
            <a:fillRect/>
          </a:stretch>
        </p:blipFill>
        <p:spPr>
          <a:xfrm>
            <a:off x="10390909" y="693016"/>
            <a:ext cx="1016000" cy="1079500"/>
          </a:xfrm>
          <a:prstGeom prst="rect">
            <a:avLst/>
          </a:prstGeom>
        </p:spPr>
      </p:pic>
      <p:sp>
        <p:nvSpPr>
          <p:cNvPr id="6" name="TextBox 5">
            <a:extLst>
              <a:ext uri="{FF2B5EF4-FFF2-40B4-BE49-F238E27FC236}">
                <a16:creationId xmlns:a16="http://schemas.microsoft.com/office/drawing/2014/main" id="{02C30F34-E97E-6F34-9BE6-DBA1F0D3578B}"/>
              </a:ext>
            </a:extLst>
          </p:cNvPr>
          <p:cNvSpPr txBox="1"/>
          <p:nvPr/>
        </p:nvSpPr>
        <p:spPr>
          <a:xfrm>
            <a:off x="8147399" y="6041873"/>
            <a:ext cx="4044601" cy="246221"/>
          </a:xfrm>
          <a:prstGeom prst="rect">
            <a:avLst/>
          </a:prstGeom>
          <a:noFill/>
        </p:spPr>
        <p:txBody>
          <a:bodyPr wrap="square" rtlCol="0">
            <a:spAutoFit/>
          </a:bodyPr>
          <a:lstStyle/>
          <a:p>
            <a:r>
              <a:rPr lang="en-US" sz="1000">
                <a:latin typeface="Times New Roman" panose="02020603050405020304" pitchFamily="18" charset="0"/>
                <a:cs typeface="Times New Roman" panose="02020603050405020304" pitchFamily="18" charset="0"/>
              </a:rPr>
              <a:t>https://</a:t>
            </a:r>
            <a:r>
              <a:rPr lang="en-US" sz="1000" err="1">
                <a:latin typeface="Times New Roman" panose="02020603050405020304" pitchFamily="18" charset="0"/>
                <a:cs typeface="Times New Roman" panose="02020603050405020304" pitchFamily="18" charset="0"/>
              </a:rPr>
              <a:t>hbr.org</a:t>
            </a:r>
            <a:r>
              <a:rPr lang="en-US" sz="1000">
                <a:latin typeface="Times New Roman" panose="02020603050405020304" pitchFamily="18" charset="0"/>
                <a:cs typeface="Times New Roman" panose="02020603050405020304" pitchFamily="18" charset="0"/>
              </a:rPr>
              <a:t>/2024/11/train-your-brain-to-work-creatively-with-gen-ai</a:t>
            </a:r>
          </a:p>
        </p:txBody>
      </p:sp>
    </p:spTree>
    <p:extLst>
      <p:ext uri="{BB962C8B-B14F-4D97-AF65-F5344CB8AC3E}">
        <p14:creationId xmlns:p14="http://schemas.microsoft.com/office/powerpoint/2010/main" val="1661695432"/>
      </p:ext>
    </p:extLst>
  </p:cSld>
  <p:clrMapOvr>
    <a:masterClrMapping/>
  </p:clrMapOvr>
</p:sld>
</file>

<file path=ppt/theme/theme1.xml><?xml version="1.0" encoding="utf-8"?>
<a:theme xmlns:a="http://schemas.openxmlformats.org/drawingml/2006/main" name="JHU Research Clea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HU Research Clean" id="{9C437621-947E-4650-AE08-B5F42A35DA48}" vid="{11D5273D-3E0A-4A2A-957F-2B3E155D6D7D}"/>
    </a:ext>
  </a:extLst>
</a:theme>
</file>

<file path=ppt/theme/theme2.xml><?xml version="1.0" encoding="utf-8"?>
<a:theme xmlns:a="http://schemas.openxmlformats.org/drawingml/2006/main" name="JHU Bright Wid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HU Bright Wide Template" id="{AA2020BA-8CF5-46B9-870B-012C8F1C5C2F}" vid="{5D326DB3-8F86-4762-96AD-E2EC9BBE135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E936D02CA271458AC2611CE31A9F13" ma:contentTypeVersion="16" ma:contentTypeDescription="Create a new document." ma:contentTypeScope="" ma:versionID="2f673d4a9faeb5ce3a5b82e2e6aac4de">
  <xsd:schema xmlns:xsd="http://www.w3.org/2001/XMLSchema" xmlns:xs="http://www.w3.org/2001/XMLSchema" xmlns:p="http://schemas.microsoft.com/office/2006/metadata/properties" xmlns:ns3="f1aa26e6-69c1-4d4f-a263-f9a4f72695dc" xmlns:ns4="6755d3f8-faee-428f-9bed-004ee8ec29d0" targetNamespace="http://schemas.microsoft.com/office/2006/metadata/properties" ma:root="true" ma:fieldsID="b90deb325875008f4c29efc0c465f2e5" ns3:_="" ns4:_="">
    <xsd:import namespace="f1aa26e6-69c1-4d4f-a263-f9a4f72695dc"/>
    <xsd:import namespace="6755d3f8-faee-428f-9bed-004ee8ec29d0"/>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aa26e6-69c1-4d4f-a263-f9a4f72695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55d3f8-faee-428f-9bed-004ee8ec29d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f1aa26e6-69c1-4d4f-a263-f9a4f72695d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D9FA6D-6A95-4CC2-BB78-BC336FF5B0EB}">
  <ds:schemaRefs>
    <ds:schemaRef ds:uri="6755d3f8-faee-428f-9bed-004ee8ec29d0"/>
    <ds:schemaRef ds:uri="f1aa26e6-69c1-4d4f-a263-f9a4f72695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465FAF8-B8DC-4714-AF5B-F3AA0F1C76B8}">
  <ds:schemaRefs>
    <ds:schemaRef ds:uri="http://purl.org/dc/term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6755d3f8-faee-428f-9bed-004ee8ec29d0"/>
    <ds:schemaRef ds:uri="f1aa26e6-69c1-4d4f-a263-f9a4f72695dc"/>
    <ds:schemaRef ds:uri="http://purl.org/dc/dcmitype/"/>
  </ds:schemaRefs>
</ds:datastoreItem>
</file>

<file path=customXml/itemProps3.xml><?xml version="1.0" encoding="utf-8"?>
<ds:datastoreItem xmlns:ds="http://schemas.openxmlformats.org/officeDocument/2006/customXml" ds:itemID="{89007B5D-57F0-43EF-8151-FA52642E74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JHU Research Clean</Template>
  <TotalTime>0</TotalTime>
  <Words>2407</Words>
  <Application>Microsoft Macintosh PowerPoint</Application>
  <PresentationFormat>Widescreen</PresentationFormat>
  <Paragraphs>262</Paragraphs>
  <Slides>31</Slides>
  <Notes>18</Notes>
  <HiddenSlides>3</HiddenSlides>
  <MMClips>1</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31</vt:i4>
      </vt:variant>
    </vt:vector>
  </HeadingPairs>
  <TitlesOfParts>
    <vt:vector size="51" baseType="lpstr">
      <vt:lpstr>__fkGroteskNeue_598ab8</vt:lpstr>
      <vt:lpstr>AmazonEmber</vt:lpstr>
      <vt:lpstr>AmazonEmberBold</vt:lpstr>
      <vt:lpstr>Circular Std</vt:lpstr>
      <vt:lpstr>Gentona Book</vt:lpstr>
      <vt:lpstr>GT America</vt:lpstr>
      <vt:lpstr>NVIDIA Sans</vt:lpstr>
      <vt:lpstr>sohne</vt:lpstr>
      <vt:lpstr>ui-sans-serif</vt:lpstr>
      <vt:lpstr>var(--text-font-family)</vt:lpstr>
      <vt:lpstr>Arial</vt:lpstr>
      <vt:lpstr>Calibri</vt:lpstr>
      <vt:lpstr>Calibri Light</vt:lpstr>
      <vt:lpstr>Courier New</vt:lpstr>
      <vt:lpstr>Helvetica</vt:lpstr>
      <vt:lpstr>Roboto</vt:lpstr>
      <vt:lpstr>Source Sans Pro</vt:lpstr>
      <vt:lpstr>Times New Roman</vt:lpstr>
      <vt:lpstr>JHU Research Clean</vt:lpstr>
      <vt:lpstr>JHU Bright Wide Template</vt:lpstr>
      <vt:lpstr>RAG and Agentic AI</vt:lpstr>
      <vt:lpstr>Retrieval-Augmented Generation</vt:lpstr>
      <vt:lpstr>RAG improves GPT</vt:lpstr>
      <vt:lpstr>PowerPoint Presentation</vt:lpstr>
      <vt:lpstr>PowerPoint Presentation</vt:lpstr>
      <vt:lpstr>Schematic</vt:lpstr>
      <vt:lpstr>What Problems does RAG solve</vt:lpstr>
      <vt:lpstr>Build RAG to Query Resumes files</vt:lpstr>
      <vt:lpstr>Agentic AI</vt:lpstr>
      <vt:lpstr>2025 will be the year of AI Agents</vt:lpstr>
      <vt:lpstr>AI agents are AI workers, digital employees  </vt:lpstr>
      <vt:lpstr>Hippocratic AI and Nvidia: Digital Human</vt:lpstr>
      <vt:lpstr>PowerPoint Presentation</vt:lpstr>
      <vt:lpstr>PowerPoint Presentation</vt:lpstr>
      <vt:lpstr>PowerPoint Presentation</vt:lpstr>
      <vt:lpstr>The Future of AI - CES 2025</vt:lpstr>
      <vt:lpstr>Discussion: Chatbots  vs.  Agents</vt:lpstr>
      <vt:lpstr>Chatbot vs Agent</vt:lpstr>
      <vt:lpstr>What are AI Agents?</vt:lpstr>
      <vt:lpstr>LLM-Powered Agents </vt:lpstr>
      <vt:lpstr>LLM-Based Single-Agent Systems</vt:lpstr>
      <vt:lpstr>LLM-Based Multi-Agent Systems</vt:lpstr>
      <vt:lpstr>Categorization for LLM-Based MAS</vt:lpstr>
      <vt:lpstr>Demo- AutoGen</vt:lpstr>
      <vt:lpstr>Multi-Agent System and AutoGen</vt:lpstr>
      <vt:lpstr>PowerPoint Presentation</vt:lpstr>
      <vt:lpstr>Demo: </vt:lpstr>
      <vt:lpstr>Popular AI Agent frameworks</vt:lpstr>
      <vt:lpstr>AI Applications </vt:lpstr>
      <vt:lpstr>Final Thoughts – Work Creatively with AI</vt:lpstr>
      <vt:lpstr>12 Exercises for Creative AI Collaboration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Ritu Agarwal</dc:creator>
  <cp:lastModifiedBy>Gordon Gao</cp:lastModifiedBy>
  <cp:revision>1</cp:revision>
  <cp:lastPrinted>2025-01-17T22:05:30Z</cp:lastPrinted>
  <dcterms:created xsi:type="dcterms:W3CDTF">2024-03-09T23:09:24Z</dcterms:created>
  <dcterms:modified xsi:type="dcterms:W3CDTF">2025-03-06T04:50:21Z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0x010100EEE936D02CA271458AC2611CE31A9F13</vt:lpwstr>
  </property>
</Properties>
</file>