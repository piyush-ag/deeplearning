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1031" r:id="rId3"/>
    <p:sldId id="1021" r:id="rId4"/>
    <p:sldId id="827" r:id="rId5"/>
    <p:sldId id="83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8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1144" y="3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rdon Gao" userId="f35b5dbc-a565-444c-a393-77373414943f" providerId="ADAL" clId="{33AC8151-1474-A746-B84C-B41E63C4FD20}"/>
    <pc:docChg chg="undo custSel addSld delSld modSld sldOrd">
      <pc:chgData name="Gordon Gao" userId="f35b5dbc-a565-444c-a393-77373414943f" providerId="ADAL" clId="{33AC8151-1474-A746-B84C-B41E63C4FD20}" dt="2024-09-30T23:16:52.826" v="81" actId="20578"/>
      <pc:docMkLst>
        <pc:docMk/>
      </pc:docMkLst>
      <pc:sldChg chg="modSp add mod">
        <pc:chgData name="Gordon Gao" userId="f35b5dbc-a565-444c-a393-77373414943f" providerId="ADAL" clId="{33AC8151-1474-A746-B84C-B41E63C4FD20}" dt="2024-09-30T21:44:41.611" v="46" actId="6549"/>
        <pc:sldMkLst>
          <pc:docMk/>
          <pc:sldMk cId="3937230140" sldId="265"/>
        </pc:sldMkLst>
      </pc:sldChg>
      <pc:sldChg chg="del">
        <pc:chgData name="Gordon Gao" userId="f35b5dbc-a565-444c-a393-77373414943f" providerId="ADAL" clId="{33AC8151-1474-A746-B84C-B41E63C4FD20}" dt="2024-09-30T21:35:54.463" v="0" actId="2696"/>
        <pc:sldMkLst>
          <pc:docMk/>
          <pc:sldMk cId="346383845" sldId="266"/>
        </pc:sldMkLst>
      </pc:sldChg>
      <pc:sldChg chg="add">
        <pc:chgData name="Gordon Gao" userId="f35b5dbc-a565-444c-a393-77373414943f" providerId="ADAL" clId="{33AC8151-1474-A746-B84C-B41E63C4FD20}" dt="2024-09-30T21:41:00.757" v="36"/>
        <pc:sldMkLst>
          <pc:docMk/>
          <pc:sldMk cId="674632355" sldId="266"/>
        </pc:sldMkLst>
      </pc:sldChg>
      <pc:sldChg chg="addSp delSp modSp add mod addAnim delAnim modAnim">
        <pc:chgData name="Gordon Gao" userId="f35b5dbc-a565-444c-a393-77373414943f" providerId="ADAL" clId="{33AC8151-1474-A746-B84C-B41E63C4FD20}" dt="2024-09-30T21:45:59.236" v="61" actId="20577"/>
        <pc:sldMkLst>
          <pc:docMk/>
          <pc:sldMk cId="3386995701" sldId="292"/>
        </pc:sldMkLst>
      </pc:sldChg>
      <pc:sldChg chg="add">
        <pc:chgData name="Gordon Gao" userId="f35b5dbc-a565-444c-a393-77373414943f" providerId="ADAL" clId="{33AC8151-1474-A746-B84C-B41E63C4FD20}" dt="2024-09-30T21:41:00.757" v="36"/>
        <pc:sldMkLst>
          <pc:docMk/>
          <pc:sldMk cId="1204890074" sldId="293"/>
        </pc:sldMkLst>
      </pc:sldChg>
      <pc:sldChg chg="modSp add mod">
        <pc:chgData name="Gordon Gao" userId="f35b5dbc-a565-444c-a393-77373414943f" providerId="ADAL" clId="{33AC8151-1474-A746-B84C-B41E63C4FD20}" dt="2024-09-30T21:42:57.111" v="42" actId="20577"/>
        <pc:sldMkLst>
          <pc:docMk/>
          <pc:sldMk cId="3737620561" sldId="295"/>
        </pc:sldMkLst>
      </pc:sldChg>
      <pc:sldChg chg="del">
        <pc:chgData name="Gordon Gao" userId="f35b5dbc-a565-444c-a393-77373414943f" providerId="ADAL" clId="{33AC8151-1474-A746-B84C-B41E63C4FD20}" dt="2024-09-30T21:35:54.463" v="0" actId="2696"/>
        <pc:sldMkLst>
          <pc:docMk/>
          <pc:sldMk cId="3646188019" sldId="325"/>
        </pc:sldMkLst>
      </pc:sldChg>
      <pc:sldChg chg="del">
        <pc:chgData name="Gordon Gao" userId="f35b5dbc-a565-444c-a393-77373414943f" providerId="ADAL" clId="{33AC8151-1474-A746-B84C-B41E63C4FD20}" dt="2024-09-30T21:35:54.463" v="0" actId="2696"/>
        <pc:sldMkLst>
          <pc:docMk/>
          <pc:sldMk cId="2042666694" sldId="348"/>
        </pc:sldMkLst>
      </pc:sldChg>
      <pc:sldChg chg="modSp new del mod">
        <pc:chgData name="Gordon Gao" userId="f35b5dbc-a565-444c-a393-77373414943f" providerId="ADAL" clId="{33AC8151-1474-A746-B84C-B41E63C4FD20}" dt="2024-09-30T21:42:59.449" v="43" actId="2696"/>
        <pc:sldMkLst>
          <pc:docMk/>
          <pc:sldMk cId="1688895674" sldId="1032"/>
        </pc:sldMkLst>
      </pc:sldChg>
      <pc:sldChg chg="new del">
        <pc:chgData name="Gordon Gao" userId="f35b5dbc-a565-444c-a393-77373414943f" providerId="ADAL" clId="{33AC8151-1474-A746-B84C-B41E63C4FD20}" dt="2024-09-30T21:46:08.393" v="62" actId="2696"/>
        <pc:sldMkLst>
          <pc:docMk/>
          <pc:sldMk cId="1120119362" sldId="1033"/>
        </pc:sldMkLst>
      </pc:sldChg>
      <pc:sldChg chg="add">
        <pc:chgData name="Gordon Gao" userId="f35b5dbc-a565-444c-a393-77373414943f" providerId="ADAL" clId="{33AC8151-1474-A746-B84C-B41E63C4FD20}" dt="2024-09-30T21:39:33.451" v="34"/>
        <pc:sldMkLst>
          <pc:docMk/>
          <pc:sldMk cId="1994061667" sldId="1363"/>
        </pc:sldMkLst>
      </pc:sldChg>
      <pc:sldChg chg="add">
        <pc:chgData name="Gordon Gao" userId="f35b5dbc-a565-444c-a393-77373414943f" providerId="ADAL" clId="{33AC8151-1474-A746-B84C-B41E63C4FD20}" dt="2024-09-30T21:39:33.451" v="34"/>
        <pc:sldMkLst>
          <pc:docMk/>
          <pc:sldMk cId="448763413" sldId="1365"/>
        </pc:sldMkLst>
      </pc:sldChg>
      <pc:sldChg chg="add">
        <pc:chgData name="Gordon Gao" userId="f35b5dbc-a565-444c-a393-77373414943f" providerId="ADAL" clId="{33AC8151-1474-A746-B84C-B41E63C4FD20}" dt="2024-09-30T21:41:00.757" v="36"/>
        <pc:sldMkLst>
          <pc:docMk/>
          <pc:sldMk cId="2950847682" sldId="1369"/>
        </pc:sldMkLst>
      </pc:sldChg>
      <pc:sldChg chg="add">
        <pc:chgData name="Gordon Gao" userId="f35b5dbc-a565-444c-a393-77373414943f" providerId="ADAL" clId="{33AC8151-1474-A746-B84C-B41E63C4FD20}" dt="2024-09-30T21:41:00.757" v="36"/>
        <pc:sldMkLst>
          <pc:docMk/>
          <pc:sldMk cId="2001302560" sldId="1370"/>
        </pc:sldMkLst>
      </pc:sldChg>
      <pc:sldChg chg="addSp modSp new mod ord">
        <pc:chgData name="Gordon Gao" userId="f35b5dbc-a565-444c-a393-77373414943f" providerId="ADAL" clId="{33AC8151-1474-A746-B84C-B41E63C4FD20}" dt="2024-09-30T23:16:52.826" v="81" actId="20578"/>
        <pc:sldMkLst>
          <pc:docMk/>
          <pc:sldMk cId="3924738816" sldId="1371"/>
        </pc:sldMkLst>
      </pc:sldChg>
    </pc:docChg>
  </pc:docChgLst>
  <pc:docChgLst>
    <pc:chgData name="Gordon Gao" userId="f35b5dbc-a565-444c-a393-77373414943f" providerId="ADAL" clId="{8FD4D10C-0A7F-EE4C-8DE1-B7AC90F0289B}"/>
    <pc:docChg chg="delSld">
      <pc:chgData name="Gordon Gao" userId="f35b5dbc-a565-444c-a393-77373414943f" providerId="ADAL" clId="{8FD4D10C-0A7F-EE4C-8DE1-B7AC90F0289B}" dt="2024-04-19T04:15:56.920" v="0" actId="2696"/>
      <pc:docMkLst>
        <pc:docMk/>
      </pc:docMkLst>
      <pc:sldChg chg="del">
        <pc:chgData name="Gordon Gao" userId="f35b5dbc-a565-444c-a393-77373414943f" providerId="ADAL" clId="{8FD4D10C-0A7F-EE4C-8DE1-B7AC90F0289B}" dt="2024-04-19T04:15:56.920" v="0" actId="2696"/>
        <pc:sldMkLst>
          <pc:docMk/>
          <pc:sldMk cId="1750178131" sldId="273"/>
        </pc:sldMkLst>
      </pc:sldChg>
      <pc:sldChg chg="del">
        <pc:chgData name="Gordon Gao" userId="f35b5dbc-a565-444c-a393-77373414943f" providerId="ADAL" clId="{8FD4D10C-0A7F-EE4C-8DE1-B7AC90F0289B}" dt="2024-04-19T04:15:56.920" v="0" actId="2696"/>
        <pc:sldMkLst>
          <pc:docMk/>
          <pc:sldMk cId="2377816587" sldId="275"/>
        </pc:sldMkLst>
      </pc:sldChg>
    </pc:docChg>
  </pc:docChgLst>
  <pc:docChgLst>
    <pc:chgData name="Guodong Gao" userId="f35b5dbc-a565-444c-a393-77373414943f" providerId="ADAL" clId="{151D7A83-B6D1-9345-B27B-486167E250E8}"/>
    <pc:docChg chg="undo custSel addSld modSld sldOrd modShowInfo">
      <pc:chgData name="Guodong Gao" userId="f35b5dbc-a565-444c-a393-77373414943f" providerId="ADAL" clId="{151D7A83-B6D1-9345-B27B-486167E250E8}" dt="2023-04-05T03:59:02.606" v="582" actId="20578"/>
      <pc:docMkLst>
        <pc:docMk/>
      </pc:docMkLst>
      <pc:sldChg chg="ord">
        <pc:chgData name="Guodong Gao" userId="f35b5dbc-a565-444c-a393-77373414943f" providerId="ADAL" clId="{151D7A83-B6D1-9345-B27B-486167E250E8}" dt="2023-04-05T03:59:02.606" v="582" actId="20578"/>
        <pc:sldMkLst>
          <pc:docMk/>
          <pc:sldMk cId="4005007095" sldId="259"/>
        </pc:sldMkLst>
      </pc:sldChg>
      <pc:sldChg chg="modSp mod modAnim">
        <pc:chgData name="Guodong Gao" userId="f35b5dbc-a565-444c-a393-77373414943f" providerId="ADAL" clId="{151D7A83-B6D1-9345-B27B-486167E250E8}" dt="2023-04-03T03:24:12.739" v="477"/>
        <pc:sldMkLst>
          <pc:docMk/>
          <pc:sldMk cId="849734083" sldId="260"/>
        </pc:sldMkLst>
      </pc:sldChg>
      <pc:sldChg chg="addSp delSp modSp mod modAnim">
        <pc:chgData name="Guodong Gao" userId="f35b5dbc-a565-444c-a393-77373414943f" providerId="ADAL" clId="{151D7A83-B6D1-9345-B27B-486167E250E8}" dt="2023-04-03T03:25:13.903" v="480"/>
        <pc:sldMkLst>
          <pc:docMk/>
          <pc:sldMk cId="3938095744" sldId="261"/>
        </pc:sldMkLst>
      </pc:sldChg>
      <pc:sldChg chg="modSp mod modAnim">
        <pc:chgData name="Guodong Gao" userId="f35b5dbc-a565-444c-a393-77373414943f" providerId="ADAL" clId="{151D7A83-B6D1-9345-B27B-486167E250E8}" dt="2023-04-03T03:25:36.539" v="482"/>
        <pc:sldMkLst>
          <pc:docMk/>
          <pc:sldMk cId="2566836871" sldId="262"/>
        </pc:sldMkLst>
      </pc:sldChg>
      <pc:sldChg chg="modSp mod modAnim">
        <pc:chgData name="Guodong Gao" userId="f35b5dbc-a565-444c-a393-77373414943f" providerId="ADAL" clId="{151D7A83-B6D1-9345-B27B-486167E250E8}" dt="2023-04-03T03:25:53.487" v="485"/>
        <pc:sldMkLst>
          <pc:docMk/>
          <pc:sldMk cId="2393384629" sldId="263"/>
        </pc:sldMkLst>
      </pc:sldChg>
      <pc:sldChg chg="addSp modSp new mod modAnim">
        <pc:chgData name="Guodong Gao" userId="f35b5dbc-a565-444c-a393-77373414943f" providerId="ADAL" clId="{151D7A83-B6D1-9345-B27B-486167E250E8}" dt="2023-04-03T03:26:25.772" v="489"/>
        <pc:sldMkLst>
          <pc:docMk/>
          <pc:sldMk cId="4285940066" sldId="264"/>
        </pc:sldMkLst>
      </pc:sldChg>
      <pc:sldChg chg="modSp new mod modAnim">
        <pc:chgData name="Guodong Gao" userId="f35b5dbc-a565-444c-a393-77373414943f" providerId="ADAL" clId="{151D7A83-B6D1-9345-B27B-486167E250E8}" dt="2023-04-03T03:27:28.167" v="573" actId="20577"/>
        <pc:sldMkLst>
          <pc:docMk/>
          <pc:sldMk cId="2004013581" sldId="265"/>
        </pc:sldMkLst>
      </pc:sldChg>
      <pc:sldChg chg="modSp new mod modAnim">
        <pc:chgData name="Guodong Gao" userId="f35b5dbc-a565-444c-a393-77373414943f" providerId="ADAL" clId="{151D7A83-B6D1-9345-B27B-486167E250E8}" dt="2023-04-03T03:27:39.690" v="574"/>
        <pc:sldMkLst>
          <pc:docMk/>
          <pc:sldMk cId="2943235942" sldId="266"/>
        </pc:sldMkLst>
      </pc:sldChg>
      <pc:sldChg chg="modSp new mod modAnim">
        <pc:chgData name="Guodong Gao" userId="f35b5dbc-a565-444c-a393-77373414943f" providerId="ADAL" clId="{151D7A83-B6D1-9345-B27B-486167E250E8}" dt="2023-04-03T03:27:14.415" v="565"/>
        <pc:sldMkLst>
          <pc:docMk/>
          <pc:sldMk cId="3772355085" sldId="267"/>
        </pc:sldMkLst>
      </pc:sldChg>
      <pc:sldChg chg="addSp modSp new mod modAnim">
        <pc:chgData name="Guodong Gao" userId="f35b5dbc-a565-444c-a393-77373414943f" providerId="ADAL" clId="{151D7A83-B6D1-9345-B27B-486167E250E8}" dt="2023-04-03T03:27:59.860" v="578"/>
        <pc:sldMkLst>
          <pc:docMk/>
          <pc:sldMk cId="1055311857" sldId="268"/>
        </pc:sldMkLst>
      </pc:sldChg>
      <pc:sldChg chg="modSp new mod modAnim">
        <pc:chgData name="Guodong Gao" userId="f35b5dbc-a565-444c-a393-77373414943f" providerId="ADAL" clId="{151D7A83-B6D1-9345-B27B-486167E250E8}" dt="2023-04-03T03:28:10.781" v="580"/>
        <pc:sldMkLst>
          <pc:docMk/>
          <pc:sldMk cId="818909208" sldId="269"/>
        </pc:sldMkLst>
      </pc:sldChg>
      <pc:sldChg chg="modSp new mod">
        <pc:chgData name="Guodong Gao" userId="f35b5dbc-a565-444c-a393-77373414943f" providerId="ADAL" clId="{151D7A83-B6D1-9345-B27B-486167E250E8}" dt="2023-04-03T03:23:32.862" v="475"/>
        <pc:sldMkLst>
          <pc:docMk/>
          <pc:sldMk cId="2374927816" sldId="270"/>
        </pc:sldMkLst>
      </pc:sldChg>
    </pc:docChg>
  </pc:docChgLst>
  <pc:docChgLst>
    <pc:chgData name="Guodong Gao" userId="f35b5dbc-a565-444c-a393-77373414943f" providerId="ADAL" clId="{ECC55C4A-D5BA-4544-9D10-0686C45678E1}"/>
    <pc:docChg chg="custSel addSld delSld modSld sldOrd">
      <pc:chgData name="Guodong Gao" userId="f35b5dbc-a565-444c-a393-77373414943f" providerId="ADAL" clId="{ECC55C4A-D5BA-4544-9D10-0686C45678E1}" dt="2023-04-17T05:07:40.236" v="198" actId="2696"/>
      <pc:docMkLst>
        <pc:docMk/>
      </pc:docMkLst>
      <pc:sldChg chg="modSp mod">
        <pc:chgData name="Guodong Gao" userId="f35b5dbc-a565-444c-a393-77373414943f" providerId="ADAL" clId="{ECC55C4A-D5BA-4544-9D10-0686C45678E1}" dt="2023-04-17T04:18:19.181" v="1" actId="20577"/>
        <pc:sldMkLst>
          <pc:docMk/>
          <pc:sldMk cId="942226538" sldId="256"/>
        </pc:sldMkLst>
      </pc:sldChg>
      <pc:sldChg chg="del">
        <pc:chgData name="Guodong Gao" userId="f35b5dbc-a565-444c-a393-77373414943f" providerId="ADAL" clId="{ECC55C4A-D5BA-4544-9D10-0686C45678E1}" dt="2023-04-17T05:02:45.881" v="39" actId="2696"/>
        <pc:sldMkLst>
          <pc:docMk/>
          <pc:sldMk cId="3576584877" sldId="257"/>
        </pc:sldMkLst>
      </pc:sldChg>
      <pc:sldChg chg="del">
        <pc:chgData name="Guodong Gao" userId="f35b5dbc-a565-444c-a393-77373414943f" providerId="ADAL" clId="{ECC55C4A-D5BA-4544-9D10-0686C45678E1}" dt="2023-04-17T05:02:45.881" v="39" actId="2696"/>
        <pc:sldMkLst>
          <pc:docMk/>
          <pc:sldMk cId="4276505051" sldId="258"/>
        </pc:sldMkLst>
      </pc:sldChg>
      <pc:sldChg chg="del">
        <pc:chgData name="Guodong Gao" userId="f35b5dbc-a565-444c-a393-77373414943f" providerId="ADAL" clId="{ECC55C4A-D5BA-4544-9D10-0686C45678E1}" dt="2023-04-17T05:02:45.881" v="39" actId="2696"/>
        <pc:sldMkLst>
          <pc:docMk/>
          <pc:sldMk cId="3742168690" sldId="259"/>
        </pc:sldMkLst>
      </pc:sldChg>
      <pc:sldChg chg="del">
        <pc:chgData name="Guodong Gao" userId="f35b5dbc-a565-444c-a393-77373414943f" providerId="ADAL" clId="{ECC55C4A-D5BA-4544-9D10-0686C45678E1}" dt="2023-04-17T05:02:45.881" v="39" actId="2696"/>
        <pc:sldMkLst>
          <pc:docMk/>
          <pc:sldMk cId="4139207803" sldId="260"/>
        </pc:sldMkLst>
      </pc:sldChg>
      <pc:sldChg chg="del">
        <pc:chgData name="Guodong Gao" userId="f35b5dbc-a565-444c-a393-77373414943f" providerId="ADAL" clId="{ECC55C4A-D5BA-4544-9D10-0686C45678E1}" dt="2023-04-17T05:02:45.881" v="39" actId="2696"/>
        <pc:sldMkLst>
          <pc:docMk/>
          <pc:sldMk cId="1649494002" sldId="261"/>
        </pc:sldMkLst>
      </pc:sldChg>
      <pc:sldChg chg="modSp new del mod">
        <pc:chgData name="Guodong Gao" userId="f35b5dbc-a565-444c-a393-77373414943f" providerId="ADAL" clId="{ECC55C4A-D5BA-4544-9D10-0686C45678E1}" dt="2023-04-17T05:00:48.889" v="37" actId="2696"/>
        <pc:sldMkLst>
          <pc:docMk/>
          <pc:sldMk cId="269762466" sldId="262"/>
        </pc:sldMkLst>
      </pc:sldChg>
      <pc:sldChg chg="addSp delSp modSp new mod ord">
        <pc:chgData name="Guodong Gao" userId="f35b5dbc-a565-444c-a393-77373414943f" providerId="ADAL" clId="{ECC55C4A-D5BA-4544-9D10-0686C45678E1}" dt="2023-04-17T05:05:20.303" v="167" actId="20577"/>
        <pc:sldMkLst>
          <pc:docMk/>
          <pc:sldMk cId="2399124794" sldId="263"/>
        </pc:sldMkLst>
      </pc:sldChg>
      <pc:sldChg chg="add ord">
        <pc:chgData name="Guodong Gao" userId="f35b5dbc-a565-444c-a393-77373414943f" providerId="ADAL" clId="{ECC55C4A-D5BA-4544-9D10-0686C45678E1}" dt="2023-04-17T05:02:53.128" v="40" actId="20578"/>
        <pc:sldMkLst>
          <pc:docMk/>
          <pc:sldMk cId="3992213786" sldId="1004"/>
        </pc:sldMkLst>
      </pc:sldChg>
      <pc:sldChg chg="add">
        <pc:chgData name="Guodong Gao" userId="f35b5dbc-a565-444c-a393-77373414943f" providerId="ADAL" clId="{ECC55C4A-D5BA-4544-9D10-0686C45678E1}" dt="2023-04-17T04:58:24.953" v="32"/>
        <pc:sldMkLst>
          <pc:docMk/>
          <pc:sldMk cId="1128977601" sldId="1008"/>
        </pc:sldMkLst>
      </pc:sldChg>
      <pc:sldChg chg="delSp modSp add mod delAnim">
        <pc:chgData name="Guodong Gao" userId="f35b5dbc-a565-444c-a393-77373414943f" providerId="ADAL" clId="{ECC55C4A-D5BA-4544-9D10-0686C45678E1}" dt="2023-04-17T04:58:13.723" v="31" actId="478"/>
        <pc:sldMkLst>
          <pc:docMk/>
          <pc:sldMk cId="2595105587" sldId="1012"/>
        </pc:sldMkLst>
      </pc:sldChg>
      <pc:sldChg chg="modSp new mod ord">
        <pc:chgData name="Guodong Gao" userId="f35b5dbc-a565-444c-a393-77373414943f" providerId="ADAL" clId="{ECC55C4A-D5BA-4544-9D10-0686C45678E1}" dt="2023-04-17T05:07:37.126" v="197"/>
        <pc:sldMkLst>
          <pc:docMk/>
          <pc:sldMk cId="2714231311" sldId="1013"/>
        </pc:sldMkLst>
      </pc:sldChg>
      <pc:sldChg chg="modSp new del mod">
        <pc:chgData name="Guodong Gao" userId="f35b5dbc-a565-444c-a393-77373414943f" providerId="ADAL" clId="{ECC55C4A-D5BA-4544-9D10-0686C45678E1}" dt="2023-04-17T05:05:31.788" v="169" actId="2696"/>
        <pc:sldMkLst>
          <pc:docMk/>
          <pc:sldMk cId="3270504425" sldId="1013"/>
        </pc:sldMkLst>
      </pc:sldChg>
      <pc:sldChg chg="modSp new del mod">
        <pc:chgData name="Guodong Gao" userId="f35b5dbc-a565-444c-a393-77373414943f" providerId="ADAL" clId="{ECC55C4A-D5BA-4544-9D10-0686C45678E1}" dt="2023-04-17T05:05:26.373" v="168" actId="2696"/>
        <pc:sldMkLst>
          <pc:docMk/>
          <pc:sldMk cId="400583122" sldId="1014"/>
        </pc:sldMkLst>
      </pc:sldChg>
      <pc:sldChg chg="add">
        <pc:chgData name="Guodong Gao" userId="f35b5dbc-a565-444c-a393-77373414943f" providerId="ADAL" clId="{ECC55C4A-D5BA-4544-9D10-0686C45678E1}" dt="2023-04-17T05:06:22.178" v="184"/>
        <pc:sldMkLst>
          <pc:docMk/>
          <pc:sldMk cId="2328139130" sldId="1015"/>
        </pc:sldMkLst>
      </pc:sldChg>
      <pc:sldChg chg="add">
        <pc:chgData name="Guodong Gao" userId="f35b5dbc-a565-444c-a393-77373414943f" providerId="ADAL" clId="{ECC55C4A-D5BA-4544-9D10-0686C45678E1}" dt="2023-04-17T05:06:22.178" v="184"/>
        <pc:sldMkLst>
          <pc:docMk/>
          <pc:sldMk cId="3486155099" sldId="1016"/>
        </pc:sldMkLst>
      </pc:sldChg>
      <pc:sldChg chg="add">
        <pc:chgData name="Guodong Gao" userId="f35b5dbc-a565-444c-a393-77373414943f" providerId="ADAL" clId="{ECC55C4A-D5BA-4544-9D10-0686C45678E1}" dt="2023-04-17T05:06:22.178" v="184"/>
        <pc:sldMkLst>
          <pc:docMk/>
          <pc:sldMk cId="2889465359" sldId="1017"/>
        </pc:sldMkLst>
      </pc:sldChg>
      <pc:sldChg chg="add">
        <pc:chgData name="Guodong Gao" userId="f35b5dbc-a565-444c-a393-77373414943f" providerId="ADAL" clId="{ECC55C4A-D5BA-4544-9D10-0686C45678E1}" dt="2023-04-17T05:06:22.178" v="184"/>
        <pc:sldMkLst>
          <pc:docMk/>
          <pc:sldMk cId="2323191465" sldId="1019"/>
        </pc:sldMkLst>
      </pc:sldChg>
      <pc:sldChg chg="modSp new del mod">
        <pc:chgData name="Guodong Gao" userId="f35b5dbc-a565-444c-a393-77373414943f" providerId="ADAL" clId="{ECC55C4A-D5BA-4544-9D10-0686C45678E1}" dt="2023-04-17T05:07:40.236" v="198" actId="2696"/>
        <pc:sldMkLst>
          <pc:docMk/>
          <pc:sldMk cId="984640619" sldId="1020"/>
        </pc:sldMkLst>
      </pc:sldChg>
    </pc:docChg>
  </pc:docChgLst>
  <pc:docChgLst>
    <pc:chgData name="Guodong Gao" userId="f35b5dbc-a565-444c-a393-77373414943f" providerId="ADAL" clId="{8FD4D10C-0A7F-EE4C-8DE1-B7AC90F0289B}"/>
    <pc:docChg chg="delSld">
      <pc:chgData name="Guodong Gao" userId="f35b5dbc-a565-444c-a393-77373414943f" providerId="ADAL" clId="{8FD4D10C-0A7F-EE4C-8DE1-B7AC90F0289B}" dt="2024-05-14T01:18:45.585" v="0" actId="2696"/>
      <pc:docMkLst>
        <pc:docMk/>
      </pc:docMkLst>
      <pc:sldChg chg="del">
        <pc:chgData name="Guodong Gao" userId="f35b5dbc-a565-444c-a393-77373414943f" providerId="ADAL" clId="{8FD4D10C-0A7F-EE4C-8DE1-B7AC90F0289B}" dt="2024-05-14T01:18:45.585" v="0" actId="2696"/>
        <pc:sldMkLst>
          <pc:docMk/>
          <pc:sldMk cId="3926136615" sldId="1032"/>
        </pc:sldMkLst>
      </pc:sldChg>
    </pc:docChg>
  </pc:docChgLst>
  <pc:docChgLst>
    <pc:chgData name="Guodong Gao" userId="f35b5dbc-a565-444c-a393-77373414943f" providerId="ADAL" clId="{882264DD-26DD-5340-9395-D76C5E264FB8}"/>
    <pc:docChg chg="custSel addSld delSld modSld">
      <pc:chgData name="Guodong Gao" userId="f35b5dbc-a565-444c-a393-77373414943f" providerId="ADAL" clId="{882264DD-26DD-5340-9395-D76C5E264FB8}" dt="2023-04-10T13:39:15.368" v="431"/>
      <pc:docMkLst>
        <pc:docMk/>
      </pc:docMkLst>
      <pc:sldChg chg="modSp mod">
        <pc:chgData name="Guodong Gao" userId="f35b5dbc-a565-444c-a393-77373414943f" providerId="ADAL" clId="{882264DD-26DD-5340-9395-D76C5E264FB8}" dt="2023-04-10T12:53:35.234" v="1" actId="20577"/>
        <pc:sldMkLst>
          <pc:docMk/>
          <pc:sldMk cId="942226538" sldId="256"/>
        </pc:sldMkLst>
      </pc:sldChg>
      <pc:sldChg chg="modSp new mod modAnim">
        <pc:chgData name="Guodong Gao" userId="f35b5dbc-a565-444c-a393-77373414943f" providerId="ADAL" clId="{882264DD-26DD-5340-9395-D76C5E264FB8}" dt="2023-04-10T13:38:13.523" v="424"/>
        <pc:sldMkLst>
          <pc:docMk/>
          <pc:sldMk cId="3576584877" sldId="257"/>
        </pc:sldMkLst>
      </pc:sldChg>
      <pc:sldChg chg="addSp modSp new mod modAnim">
        <pc:chgData name="Guodong Gao" userId="f35b5dbc-a565-444c-a393-77373414943f" providerId="ADAL" clId="{882264DD-26DD-5340-9395-D76C5E264FB8}" dt="2023-04-10T13:39:15.368" v="431"/>
        <pc:sldMkLst>
          <pc:docMk/>
          <pc:sldMk cId="4276505051" sldId="258"/>
        </pc:sldMkLst>
      </pc:sldChg>
      <pc:sldChg chg="addSp modSp new mod modAnim">
        <pc:chgData name="Guodong Gao" userId="f35b5dbc-a565-444c-a393-77373414943f" providerId="ADAL" clId="{882264DD-26DD-5340-9395-D76C5E264FB8}" dt="2023-04-10T13:38:26.333" v="426"/>
        <pc:sldMkLst>
          <pc:docMk/>
          <pc:sldMk cId="3742168690" sldId="259"/>
        </pc:sldMkLst>
      </pc:sldChg>
      <pc:sldChg chg="del">
        <pc:chgData name="Guodong Gao" userId="f35b5dbc-a565-444c-a393-77373414943f" providerId="ADAL" clId="{882264DD-26DD-5340-9395-D76C5E264FB8}" dt="2023-04-10T12:53:37.255" v="2" actId="2696"/>
        <pc:sldMkLst>
          <pc:docMk/>
          <pc:sldMk cId="4005007095" sldId="259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849734083" sldId="260"/>
        </pc:sldMkLst>
      </pc:sldChg>
      <pc:sldChg chg="addSp modSp new mod modAnim">
        <pc:chgData name="Guodong Gao" userId="f35b5dbc-a565-444c-a393-77373414943f" providerId="ADAL" clId="{882264DD-26DD-5340-9395-D76C5E264FB8}" dt="2023-04-10T13:38:31.447" v="427"/>
        <pc:sldMkLst>
          <pc:docMk/>
          <pc:sldMk cId="4139207803" sldId="260"/>
        </pc:sldMkLst>
      </pc:sldChg>
      <pc:sldChg chg="addSp delSp modSp new mod modAnim">
        <pc:chgData name="Guodong Gao" userId="f35b5dbc-a565-444c-a393-77373414943f" providerId="ADAL" clId="{882264DD-26DD-5340-9395-D76C5E264FB8}" dt="2023-04-10T13:38:34.133" v="428"/>
        <pc:sldMkLst>
          <pc:docMk/>
          <pc:sldMk cId="1649494002" sldId="261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3938095744" sldId="261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2566836871" sldId="262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2393384629" sldId="263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4285940066" sldId="264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2004013581" sldId="265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2943235942" sldId="266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3772355085" sldId="267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1055311857" sldId="268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818909208" sldId="269"/>
        </pc:sldMkLst>
      </pc:sldChg>
      <pc:sldChg chg="del">
        <pc:chgData name="Guodong Gao" userId="f35b5dbc-a565-444c-a393-77373414943f" providerId="ADAL" clId="{882264DD-26DD-5340-9395-D76C5E264FB8}" dt="2023-04-10T12:54:00.398" v="3" actId="2696"/>
        <pc:sldMkLst>
          <pc:docMk/>
          <pc:sldMk cId="2374927816" sldId="270"/>
        </pc:sldMkLst>
      </pc:sldChg>
    </pc:docChg>
  </pc:docChgLst>
  <pc:docChgLst>
    <pc:chgData name="Guodong Gao" userId="f35b5dbc-a565-444c-a393-77373414943f" providerId="ADAL" clId="{FFF6B66F-E8D1-AE41-9CF2-F358D60F1C05}"/>
    <pc:docChg chg="undo custSel addSld delSld modSld">
      <pc:chgData name="Guodong Gao" userId="f35b5dbc-a565-444c-a393-77373414943f" providerId="ADAL" clId="{FFF6B66F-E8D1-AE41-9CF2-F358D60F1C05}" dt="2023-04-24T17:53:47.829" v="179" actId="767"/>
      <pc:docMkLst>
        <pc:docMk/>
      </pc:docMkLst>
      <pc:sldChg chg="addSp modSp mod">
        <pc:chgData name="Guodong Gao" userId="f35b5dbc-a565-444c-a393-77373414943f" providerId="ADAL" clId="{FFF6B66F-E8D1-AE41-9CF2-F358D60F1C05}" dt="2023-04-24T17:53:47.829" v="179" actId="767"/>
        <pc:sldMkLst>
          <pc:docMk/>
          <pc:sldMk cId="942226538" sldId="256"/>
        </pc:sldMkLst>
      </pc:sldChg>
      <pc:sldChg chg="del">
        <pc:chgData name="Guodong Gao" userId="f35b5dbc-a565-444c-a393-77373414943f" providerId="ADAL" clId="{FFF6B66F-E8D1-AE41-9CF2-F358D60F1C05}" dt="2023-04-24T04:24:34.143" v="1" actId="2696"/>
        <pc:sldMkLst>
          <pc:docMk/>
          <pc:sldMk cId="2399124794" sldId="263"/>
        </pc:sldMkLst>
      </pc:sldChg>
      <pc:sldChg chg="addSp modSp add mod modAnim">
        <pc:chgData name="Guodong Gao" userId="f35b5dbc-a565-444c-a393-77373414943f" providerId="ADAL" clId="{FFF6B66F-E8D1-AE41-9CF2-F358D60F1C05}" dt="2023-04-24T04:27:05.935" v="164" actId="20577"/>
        <pc:sldMkLst>
          <pc:docMk/>
          <pc:sldMk cId="346383845" sldId="266"/>
        </pc:sldMkLst>
      </pc:sldChg>
      <pc:sldChg chg="modSp add del mod">
        <pc:chgData name="Guodong Gao" userId="f35b5dbc-a565-444c-a393-77373414943f" providerId="ADAL" clId="{FFF6B66F-E8D1-AE41-9CF2-F358D60F1C05}" dt="2023-04-24T04:31:30.324" v="171" actId="27636"/>
        <pc:sldMkLst>
          <pc:docMk/>
          <pc:sldMk cId="1750178131" sldId="273"/>
        </pc:sldMkLst>
      </pc:sldChg>
      <pc:sldChg chg="add del">
        <pc:chgData name="Guodong Gao" userId="f35b5dbc-a565-444c-a393-77373414943f" providerId="ADAL" clId="{FFF6B66F-E8D1-AE41-9CF2-F358D60F1C05}" dt="2023-04-24T04:31:30.282" v="170"/>
        <pc:sldMkLst>
          <pc:docMk/>
          <pc:sldMk cId="2377816587" sldId="275"/>
        </pc:sldMkLst>
      </pc:sldChg>
      <pc:sldChg chg="add">
        <pc:chgData name="Guodong Gao" userId="f35b5dbc-a565-444c-a393-77373414943f" providerId="ADAL" clId="{FFF6B66F-E8D1-AE41-9CF2-F358D60F1C05}" dt="2023-04-24T04:27:55.777" v="165"/>
        <pc:sldMkLst>
          <pc:docMk/>
          <pc:sldMk cId="3646188019" sldId="325"/>
        </pc:sldMkLst>
      </pc:sldChg>
      <pc:sldChg chg="add">
        <pc:chgData name="Guodong Gao" userId="f35b5dbc-a565-444c-a393-77373414943f" providerId="ADAL" clId="{FFF6B66F-E8D1-AE41-9CF2-F358D60F1C05}" dt="2023-04-24T04:27:55.777" v="165"/>
        <pc:sldMkLst>
          <pc:docMk/>
          <pc:sldMk cId="2042666694" sldId="348"/>
        </pc:sldMkLst>
      </pc:sldChg>
      <pc:sldChg chg="add">
        <pc:chgData name="Guodong Gao" userId="f35b5dbc-a565-444c-a393-77373414943f" providerId="ADAL" clId="{FFF6B66F-E8D1-AE41-9CF2-F358D60F1C05}" dt="2023-04-24T04:25:08.205" v="4"/>
        <pc:sldMkLst>
          <pc:docMk/>
          <pc:sldMk cId="3647278551" sldId="827"/>
        </pc:sldMkLst>
      </pc:sldChg>
      <pc:sldChg chg="add">
        <pc:chgData name="Guodong Gao" userId="f35b5dbc-a565-444c-a393-77373414943f" providerId="ADAL" clId="{FFF6B66F-E8D1-AE41-9CF2-F358D60F1C05}" dt="2023-04-24T04:25:08.205" v="4"/>
        <pc:sldMkLst>
          <pc:docMk/>
          <pc:sldMk cId="3429843952" sldId="835"/>
        </pc:sldMkLst>
      </pc:sldChg>
      <pc:sldChg chg="del">
        <pc:chgData name="Guodong Gao" userId="f35b5dbc-a565-444c-a393-77373414943f" providerId="ADAL" clId="{FFF6B66F-E8D1-AE41-9CF2-F358D60F1C05}" dt="2023-04-24T04:24:34.143" v="1" actId="2696"/>
        <pc:sldMkLst>
          <pc:docMk/>
          <pc:sldMk cId="3992213786" sldId="1004"/>
        </pc:sldMkLst>
      </pc:sldChg>
      <pc:sldChg chg="del">
        <pc:chgData name="Guodong Gao" userId="f35b5dbc-a565-444c-a393-77373414943f" providerId="ADAL" clId="{FFF6B66F-E8D1-AE41-9CF2-F358D60F1C05}" dt="2023-04-24T04:24:34.143" v="1" actId="2696"/>
        <pc:sldMkLst>
          <pc:docMk/>
          <pc:sldMk cId="1128977601" sldId="1008"/>
        </pc:sldMkLst>
      </pc:sldChg>
      <pc:sldChg chg="del">
        <pc:chgData name="Guodong Gao" userId="f35b5dbc-a565-444c-a393-77373414943f" providerId="ADAL" clId="{FFF6B66F-E8D1-AE41-9CF2-F358D60F1C05}" dt="2023-04-24T04:24:34.143" v="1" actId="2696"/>
        <pc:sldMkLst>
          <pc:docMk/>
          <pc:sldMk cId="2595105587" sldId="1012"/>
        </pc:sldMkLst>
      </pc:sldChg>
      <pc:sldChg chg="del">
        <pc:chgData name="Guodong Gao" userId="f35b5dbc-a565-444c-a393-77373414943f" providerId="ADAL" clId="{FFF6B66F-E8D1-AE41-9CF2-F358D60F1C05}" dt="2023-04-24T04:24:34.143" v="1" actId="2696"/>
        <pc:sldMkLst>
          <pc:docMk/>
          <pc:sldMk cId="2714231311" sldId="1013"/>
        </pc:sldMkLst>
      </pc:sldChg>
      <pc:sldChg chg="del">
        <pc:chgData name="Guodong Gao" userId="f35b5dbc-a565-444c-a393-77373414943f" providerId="ADAL" clId="{FFF6B66F-E8D1-AE41-9CF2-F358D60F1C05}" dt="2023-04-24T04:24:34.143" v="1" actId="2696"/>
        <pc:sldMkLst>
          <pc:docMk/>
          <pc:sldMk cId="2328139130" sldId="1015"/>
        </pc:sldMkLst>
      </pc:sldChg>
      <pc:sldChg chg="del">
        <pc:chgData name="Guodong Gao" userId="f35b5dbc-a565-444c-a393-77373414943f" providerId="ADAL" clId="{FFF6B66F-E8D1-AE41-9CF2-F358D60F1C05}" dt="2023-04-24T04:24:34.143" v="1" actId="2696"/>
        <pc:sldMkLst>
          <pc:docMk/>
          <pc:sldMk cId="3486155099" sldId="1016"/>
        </pc:sldMkLst>
      </pc:sldChg>
      <pc:sldChg chg="del">
        <pc:chgData name="Guodong Gao" userId="f35b5dbc-a565-444c-a393-77373414943f" providerId="ADAL" clId="{FFF6B66F-E8D1-AE41-9CF2-F358D60F1C05}" dt="2023-04-24T04:24:34.143" v="1" actId="2696"/>
        <pc:sldMkLst>
          <pc:docMk/>
          <pc:sldMk cId="2889465359" sldId="1017"/>
        </pc:sldMkLst>
      </pc:sldChg>
      <pc:sldChg chg="del">
        <pc:chgData name="Guodong Gao" userId="f35b5dbc-a565-444c-a393-77373414943f" providerId="ADAL" clId="{FFF6B66F-E8D1-AE41-9CF2-F358D60F1C05}" dt="2023-04-24T04:24:34.143" v="1" actId="2696"/>
        <pc:sldMkLst>
          <pc:docMk/>
          <pc:sldMk cId="2323191465" sldId="1019"/>
        </pc:sldMkLst>
      </pc:sldChg>
      <pc:sldChg chg="add">
        <pc:chgData name="Guodong Gao" userId="f35b5dbc-a565-444c-a393-77373414943f" providerId="ADAL" clId="{FFF6B66F-E8D1-AE41-9CF2-F358D60F1C05}" dt="2023-04-24T04:25:00.056" v="3"/>
        <pc:sldMkLst>
          <pc:docMk/>
          <pc:sldMk cId="835282594" sldId="1021"/>
        </pc:sldMkLst>
      </pc:sldChg>
      <pc:sldChg chg="add">
        <pc:chgData name="Guodong Gao" userId="f35b5dbc-a565-444c-a393-77373414943f" providerId="ADAL" clId="{FFF6B66F-E8D1-AE41-9CF2-F358D60F1C05}" dt="2023-04-24T04:24:49.355" v="2"/>
        <pc:sldMkLst>
          <pc:docMk/>
          <pc:sldMk cId="1043559074" sldId="1031"/>
        </pc:sldMkLst>
      </pc:sldChg>
      <pc:sldChg chg="modSp new mod">
        <pc:chgData name="Guodong Gao" userId="f35b5dbc-a565-444c-a393-77373414943f" providerId="ADAL" clId="{FFF6B66F-E8D1-AE41-9CF2-F358D60F1C05}" dt="2023-04-24T13:19:07.374" v="178" actId="20577"/>
        <pc:sldMkLst>
          <pc:docMk/>
          <pc:sldMk cId="3926136615" sldId="1032"/>
        </pc:sldMkLst>
      </pc:sldChg>
    </pc:docChg>
  </pc:docChgLst>
  <pc:docChgLst>
    <pc:chgData name="Gordon Gao" userId="f35b5dbc-a565-444c-a393-77373414943f" providerId="ADAL" clId="{8ADEED4C-A88E-4D43-898F-5E5D901054DA}"/>
    <pc:docChg chg="delSld">
      <pc:chgData name="Gordon Gao" userId="f35b5dbc-a565-444c-a393-77373414943f" providerId="ADAL" clId="{8ADEED4C-A88E-4D43-898F-5E5D901054DA}" dt="2025-02-20T03:02:50.812" v="0" actId="2696"/>
      <pc:docMkLst>
        <pc:docMk/>
      </pc:docMkLst>
      <pc:sldChg chg="del">
        <pc:chgData name="Gordon Gao" userId="f35b5dbc-a565-444c-a393-77373414943f" providerId="ADAL" clId="{8ADEED4C-A88E-4D43-898F-5E5D901054DA}" dt="2025-02-20T03:02:50.812" v="0" actId="2696"/>
        <pc:sldMkLst>
          <pc:docMk/>
          <pc:sldMk cId="3937230140" sldId="265"/>
        </pc:sldMkLst>
      </pc:sldChg>
      <pc:sldChg chg="del">
        <pc:chgData name="Gordon Gao" userId="f35b5dbc-a565-444c-a393-77373414943f" providerId="ADAL" clId="{8ADEED4C-A88E-4D43-898F-5E5D901054DA}" dt="2025-02-20T03:02:50.812" v="0" actId="2696"/>
        <pc:sldMkLst>
          <pc:docMk/>
          <pc:sldMk cId="674632355" sldId="266"/>
        </pc:sldMkLst>
      </pc:sldChg>
      <pc:sldChg chg="del">
        <pc:chgData name="Gordon Gao" userId="f35b5dbc-a565-444c-a393-77373414943f" providerId="ADAL" clId="{8ADEED4C-A88E-4D43-898F-5E5D901054DA}" dt="2025-02-20T03:02:50.812" v="0" actId="2696"/>
        <pc:sldMkLst>
          <pc:docMk/>
          <pc:sldMk cId="3386995701" sldId="292"/>
        </pc:sldMkLst>
      </pc:sldChg>
      <pc:sldChg chg="del">
        <pc:chgData name="Gordon Gao" userId="f35b5dbc-a565-444c-a393-77373414943f" providerId="ADAL" clId="{8ADEED4C-A88E-4D43-898F-5E5D901054DA}" dt="2025-02-20T03:02:50.812" v="0" actId="2696"/>
        <pc:sldMkLst>
          <pc:docMk/>
          <pc:sldMk cId="1204890074" sldId="293"/>
        </pc:sldMkLst>
      </pc:sldChg>
      <pc:sldChg chg="del">
        <pc:chgData name="Gordon Gao" userId="f35b5dbc-a565-444c-a393-77373414943f" providerId="ADAL" clId="{8ADEED4C-A88E-4D43-898F-5E5D901054DA}" dt="2025-02-20T03:02:50.812" v="0" actId="2696"/>
        <pc:sldMkLst>
          <pc:docMk/>
          <pc:sldMk cId="3737620561" sldId="295"/>
        </pc:sldMkLst>
      </pc:sldChg>
      <pc:sldChg chg="del">
        <pc:chgData name="Gordon Gao" userId="f35b5dbc-a565-444c-a393-77373414943f" providerId="ADAL" clId="{8ADEED4C-A88E-4D43-898F-5E5D901054DA}" dt="2025-02-20T03:02:50.812" v="0" actId="2696"/>
        <pc:sldMkLst>
          <pc:docMk/>
          <pc:sldMk cId="1994061667" sldId="1363"/>
        </pc:sldMkLst>
      </pc:sldChg>
      <pc:sldChg chg="del">
        <pc:chgData name="Gordon Gao" userId="f35b5dbc-a565-444c-a393-77373414943f" providerId="ADAL" clId="{8ADEED4C-A88E-4D43-898F-5E5D901054DA}" dt="2025-02-20T03:02:50.812" v="0" actId="2696"/>
        <pc:sldMkLst>
          <pc:docMk/>
          <pc:sldMk cId="448763413" sldId="1365"/>
        </pc:sldMkLst>
      </pc:sldChg>
      <pc:sldChg chg="del">
        <pc:chgData name="Gordon Gao" userId="f35b5dbc-a565-444c-a393-77373414943f" providerId="ADAL" clId="{8ADEED4C-A88E-4D43-898F-5E5D901054DA}" dt="2025-02-20T03:02:50.812" v="0" actId="2696"/>
        <pc:sldMkLst>
          <pc:docMk/>
          <pc:sldMk cId="2950847682" sldId="1369"/>
        </pc:sldMkLst>
      </pc:sldChg>
      <pc:sldChg chg="del">
        <pc:chgData name="Gordon Gao" userId="f35b5dbc-a565-444c-a393-77373414943f" providerId="ADAL" clId="{8ADEED4C-A88E-4D43-898F-5E5D901054DA}" dt="2025-02-20T03:02:50.812" v="0" actId="2696"/>
        <pc:sldMkLst>
          <pc:docMk/>
          <pc:sldMk cId="2001302560" sldId="1370"/>
        </pc:sldMkLst>
      </pc:sldChg>
      <pc:sldChg chg="del">
        <pc:chgData name="Gordon Gao" userId="f35b5dbc-a565-444c-a393-77373414943f" providerId="ADAL" clId="{8ADEED4C-A88E-4D43-898F-5E5D901054DA}" dt="2025-02-20T03:02:50.812" v="0" actId="2696"/>
        <pc:sldMkLst>
          <pc:docMk/>
          <pc:sldMk cId="3924738816" sldId="13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C1B1D-4A78-2441-BE5E-86C4E28CBBE1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A08E3-38CE-D547-9B35-FE3F6E8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89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0B703-8FC3-A049-B9F3-19628A6BC3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52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0B703-8FC3-A049-B9F3-19628A6BC3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97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2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1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7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0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0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7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89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84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2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7BCBE-A2DD-2248-8676-657FEEB7468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4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4 Review and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0F569-CBDD-01DB-7A5B-42E49D96F46A}"/>
              </a:ext>
            </a:extLst>
          </p:cNvPr>
          <p:cNvSpPr txBox="1"/>
          <p:nvPr/>
        </p:nvSpPr>
        <p:spPr>
          <a:xfrm>
            <a:off x="9677400" y="14913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22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7270-CFB6-4046-8E08-AC07B080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 (CNN)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8210B-73D1-5C45-88FA-8BC3373C7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3ADB0-B02C-7349-9CE3-23EDAB5EA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2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CFD32E-4EB6-BD47-984B-687D41C6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326" y="1870075"/>
            <a:ext cx="7378700" cy="364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55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4386C-D053-104E-850B-C6E7DB64D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 descr="A picture containing outdoor, mammal, grass, domestic cat&#10;&#10;Description automatically generated">
            <a:extLst>
              <a:ext uri="{FF2B5EF4-FFF2-40B4-BE49-F238E27FC236}">
                <a16:creationId xmlns:a16="http://schemas.microsoft.com/office/drawing/2014/main" id="{DECCC26D-15A8-8443-B2F0-CFBA63486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032" y="1397209"/>
            <a:ext cx="4572937" cy="4779754"/>
          </a:xfrm>
          <a:prstGeom prst="rect">
            <a:avLst/>
          </a:prstGeom>
        </p:spPr>
      </p:pic>
      <p:pic>
        <p:nvPicPr>
          <p:cNvPr id="6" name="Picture 5" descr="A picture containing linedrawing&#10;&#10;Description automatically generated">
            <a:extLst>
              <a:ext uri="{FF2B5EF4-FFF2-40B4-BE49-F238E27FC236}">
                <a16:creationId xmlns:a16="http://schemas.microsoft.com/office/drawing/2014/main" id="{35660C70-98E9-BD49-BFA4-1F5DC8482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032" y="1401972"/>
            <a:ext cx="4572936" cy="4779752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E96CAC-CC1A-DE42-AAE7-88738E91AAA7}"/>
              </a:ext>
            </a:extLst>
          </p:cNvPr>
          <p:cNvSpPr txBox="1"/>
          <p:nvPr/>
        </p:nvSpPr>
        <p:spPr>
          <a:xfrm>
            <a:off x="2358351" y="189519"/>
            <a:ext cx="4850035" cy="1117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6D5DA-A375-414F-BAB5-50F4E89C9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Filtering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080CC4-28B1-444B-BE3F-25EE15033AC4}"/>
              </a:ext>
            </a:extLst>
          </p:cNvPr>
          <p:cNvGrpSpPr/>
          <p:nvPr/>
        </p:nvGrpSpPr>
        <p:grpSpPr>
          <a:xfrm>
            <a:off x="3601008" y="1238181"/>
            <a:ext cx="927101" cy="780394"/>
            <a:chOff x="8871508" y="2882901"/>
            <a:chExt cx="927101" cy="7803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911E28-B7D5-BD43-88D5-9701C1BD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71509" y="2921001"/>
              <a:ext cx="927100" cy="736600"/>
            </a:xfrm>
            <a:prstGeom prst="rect">
              <a:avLst/>
            </a:prstGeom>
            <a:pattFill prst="pct5">
              <a:fgClr>
                <a:schemeClr val="accent3"/>
              </a:fgClr>
              <a:bgClr>
                <a:schemeClr val="bg1"/>
              </a:bgClr>
            </a:pattFill>
            <a:ln w="190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248BCF-1EC2-5D45-9D9B-0BA6D33EA203}"/>
                </a:ext>
              </a:extLst>
            </p:cNvPr>
            <p:cNvSpPr txBox="1"/>
            <p:nvPr/>
          </p:nvSpPr>
          <p:spPr>
            <a:xfrm>
              <a:off x="8871508" y="2882901"/>
              <a:ext cx="927100" cy="780394"/>
            </a:xfrm>
            <a:prstGeom prst="rect">
              <a:avLst/>
            </a:prstGeom>
            <a:solidFill>
              <a:schemeClr val="accent1">
                <a:alpha val="36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3528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45 -0.00787 L 0.22683 -0.0030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64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2509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772584" y="5388971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087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710047" y="933373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2509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246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7087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7929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8771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6246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7087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7929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8771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6246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7087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7929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8771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6256036" y="5259802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7087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7929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8771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3008714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3454824" y="2402206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3956953" y="2405350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2509111" y="2810239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2691365" y="1732535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TW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3956953" y="3767518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087891" y="478406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7644536" y="936721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8169025" y="1405709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>
            <a:off x="7087891" y="478405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6237060" y="2785872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6256036" y="5262586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/>
          <p:nvPr/>
        </p:nvCxnSpPr>
        <p:spPr>
          <a:xfrm>
            <a:off x="2453398" y="2425786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2404631" y="3761564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4F2F2-428D-5040-8EE5-C4E1FDB1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7E1601-4842-7744-AC30-47C87AA2ACC9}"/>
              </a:ext>
            </a:extLst>
          </p:cNvPr>
          <p:cNvSpPr txBox="1"/>
          <p:nvPr/>
        </p:nvSpPr>
        <p:spPr>
          <a:xfrm>
            <a:off x="8169024" y="6356350"/>
            <a:ext cx="1989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Hung-</a:t>
            </a:r>
            <a:r>
              <a:rPr lang="en-US" dirty="0" err="1"/>
              <a:t>yi</a:t>
            </a:r>
            <a:r>
              <a:rPr lang="en-US" dirty="0"/>
              <a:t> Lee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27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8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Max Pooling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2419269" y="218167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3261098" y="218167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4102927" y="218167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4944756" y="218167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2419269" y="298177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3261098" y="298177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4102927" y="298177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4944756" y="298177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2419269" y="383954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3261098" y="383954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4102927" y="383954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4944756" y="383954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2419269" y="463964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3261098" y="463964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4102927" y="463964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4944756" y="463964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2419269" y="2181675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4102926" y="2181675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2419269" y="3837238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/>
        </p:nvSpPr>
        <p:spPr>
          <a:xfrm>
            <a:off x="4102926" y="3837238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4EBA1-8FE9-E848-8292-DDFAE9B71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4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" grpId="0" animBg="1"/>
      <p:bldP spid="68" grpId="0" animBg="1"/>
      <p:bldP spid="69" grpId="0" animBg="1"/>
      <p:bldP spid="7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138</Words>
  <Application>Microsoft Macintosh PowerPoint</Application>
  <PresentationFormat>Widescreen</PresentationFormat>
  <Paragraphs>91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Week 4 Review and Discussion</vt:lpstr>
      <vt:lpstr>Convolutional Neural Network (CNN)</vt:lpstr>
      <vt:lpstr>Filtering</vt:lpstr>
      <vt:lpstr>CNN – Convolution</vt:lpstr>
      <vt:lpstr>CNN – Max Pooling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Wu Coral</dc:creator>
  <cp:lastModifiedBy>Gordon Gao</cp:lastModifiedBy>
  <cp:revision>2</cp:revision>
  <dcterms:created xsi:type="dcterms:W3CDTF">2014-01-14T12:05:24Z</dcterms:created>
  <dcterms:modified xsi:type="dcterms:W3CDTF">2025-02-20T03:03:00Z</dcterms:modified>
</cp:coreProperties>
</file>