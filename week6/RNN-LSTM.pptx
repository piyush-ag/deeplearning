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85" r:id="rId5"/>
  </p:sldMasterIdLst>
  <p:notesMasterIdLst>
    <p:notesMasterId r:id="rId27"/>
  </p:notesMasterIdLst>
  <p:sldIdLst>
    <p:sldId id="1315" r:id="rId6"/>
    <p:sldId id="434" r:id="rId7"/>
    <p:sldId id="1021" r:id="rId8"/>
    <p:sldId id="872" r:id="rId9"/>
    <p:sldId id="435" r:id="rId10"/>
    <p:sldId id="1089" r:id="rId11"/>
    <p:sldId id="1090" r:id="rId12"/>
    <p:sldId id="1097" r:id="rId13"/>
    <p:sldId id="1100" r:id="rId14"/>
    <p:sldId id="1318" r:id="rId15"/>
    <p:sldId id="1319" r:id="rId16"/>
    <p:sldId id="1316" r:id="rId17"/>
    <p:sldId id="1317" r:id="rId18"/>
    <p:sldId id="1024" r:id="rId19"/>
    <p:sldId id="1025" r:id="rId20"/>
    <p:sldId id="1019" r:id="rId21"/>
    <p:sldId id="873" r:id="rId22"/>
    <p:sldId id="1015" r:id="rId23"/>
    <p:sldId id="1016" r:id="rId24"/>
    <p:sldId id="1022" r:id="rId25"/>
    <p:sldId id="102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DD7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060"/>
    <p:restoredTop sz="88571" autoAdjust="0"/>
  </p:normalViewPr>
  <p:slideViewPr>
    <p:cSldViewPr snapToGrid="0">
      <p:cViewPr varScale="1">
        <p:scale>
          <a:sx n="108" d="100"/>
          <a:sy n="108" d="100"/>
        </p:scale>
        <p:origin x="160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rdon Gao" userId="f35b5dbc-a565-444c-a393-77373414943f" providerId="ADAL" clId="{4FFA89F3-C515-014D-B510-B8A8A6C9936F}"/>
    <pc:docChg chg="custSel modMainMaster">
      <pc:chgData name="Gordon Gao" userId="f35b5dbc-a565-444c-a393-77373414943f" providerId="ADAL" clId="{4FFA89F3-C515-014D-B510-B8A8A6C9936F}" dt="2024-10-07T21:47:57.724" v="0" actId="478"/>
      <pc:docMkLst>
        <pc:docMk/>
      </pc:docMkLst>
      <pc:sldMasterChg chg="delSp mod">
        <pc:chgData name="Gordon Gao" userId="f35b5dbc-a565-444c-a393-77373414943f" providerId="ADAL" clId="{4FFA89F3-C515-014D-B510-B8A8A6C9936F}" dt="2024-10-07T21:47:57.724" v="0" actId="478"/>
        <pc:sldMasterMkLst>
          <pc:docMk/>
          <pc:sldMasterMk cId="897456575" sldId="2147483660"/>
        </pc:sldMasterMkLst>
        <pc:picChg chg="del">
          <ac:chgData name="Gordon Gao" userId="f35b5dbc-a565-444c-a393-77373414943f" providerId="ADAL" clId="{4FFA89F3-C515-014D-B510-B8A8A6C9936F}" dt="2024-10-07T21:47:57.724" v="0" actId="478"/>
          <ac:picMkLst>
            <pc:docMk/>
            <pc:sldMasterMk cId="897456575" sldId="2147483660"/>
            <ac:picMk id="10" creationId="{CF8BE943-A813-C5B5-415A-C83B2ADC6F9F}"/>
          </ac:picMkLst>
        </pc:pic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99E22E-8046-4F56-9A14-A47560B0B200}" type="datetimeFigureOut">
              <a:rPr lang="en-US" smtClean="0"/>
              <a:t>10/7/24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DBE519-F82B-4FCF-949D-9DB2D38E913C}" type="slidenum">
              <a:rPr lang="en-US" smtClean="0"/>
              <a:t>‹#›</a:t>
            </a:fld>
            <a:endParaRPr lang="en-US"/>
          </a:p>
        </p:txBody>
      </p:sp>
    </p:spTree>
    <p:extLst>
      <p:ext uri="{BB962C8B-B14F-4D97-AF65-F5344CB8AC3E}">
        <p14:creationId xmlns:p14="http://schemas.microsoft.com/office/powerpoint/2010/main" val="26588281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0D0D0D"/>
                </a:solidFill>
                <a:effectLst/>
                <a:highlight>
                  <a:srgbClr val="FFFFFF"/>
                </a:highlight>
                <a:latin typeface="ui-sans-serif"/>
              </a:rPr>
              <a:t>It can be initialized in different ways depending on the specific application and implementation. Here are a few common approaches:</a:t>
            </a:r>
          </a:p>
          <a:p>
            <a:pPr algn="l">
              <a:buFont typeface="+mj-lt"/>
              <a:buAutoNum type="arabicPeriod"/>
            </a:pPr>
            <a:r>
              <a:rPr lang="en-US" b="1" i="0" dirty="0">
                <a:solidFill>
                  <a:srgbClr val="0D0D0D"/>
                </a:solidFill>
                <a:effectLst/>
                <a:highlight>
                  <a:srgbClr val="FFFFFF"/>
                </a:highlight>
                <a:latin typeface="ui-sans-serif"/>
              </a:rPr>
              <a:t>Zero Initialization:</a:t>
            </a:r>
            <a:r>
              <a:rPr lang="en-US" b="0" i="0" dirty="0">
                <a:solidFill>
                  <a:srgbClr val="0D0D0D"/>
                </a:solidFill>
                <a:effectLst/>
                <a:highlight>
                  <a:srgbClr val="FFFFFF"/>
                </a:highlight>
                <a:latin typeface="ui-sans-serif"/>
              </a:rPr>
              <a:t> Setting </a:t>
            </a:r>
            <a:r>
              <a:rPr lang="en-US" b="0" i="0" dirty="0">
                <a:solidFill>
                  <a:srgbClr val="0D0D0D"/>
                </a:solidFill>
                <a:effectLst/>
                <a:highlight>
                  <a:srgbClr val="FFFFFF"/>
                </a:highlight>
                <a:latin typeface="KaTeX_Main"/>
              </a:rPr>
              <a:t>ℎ0</a:t>
            </a:r>
            <a:r>
              <a:rPr lang="en-US" b="0" i="1" dirty="0">
                <a:solidFill>
                  <a:srgbClr val="0D0D0D"/>
                </a:solidFill>
                <a:effectLst/>
                <a:highlight>
                  <a:srgbClr val="FFFFFF"/>
                </a:highlight>
                <a:latin typeface="KaTeX_Math"/>
              </a:rPr>
              <a:t>h</a:t>
            </a:r>
            <a:r>
              <a:rPr lang="en-US" b="0" i="0" dirty="0">
                <a:solidFill>
                  <a:srgbClr val="0D0D0D"/>
                </a:solidFill>
                <a:effectLst/>
                <a:highlight>
                  <a:srgbClr val="FFFFFF"/>
                </a:highlight>
                <a:latin typeface="KaTeX_Main"/>
              </a:rPr>
              <a:t>0​</a:t>
            </a:r>
            <a:r>
              <a:rPr lang="en-US" b="0" i="0" dirty="0">
                <a:solidFill>
                  <a:srgbClr val="0D0D0D"/>
                </a:solidFill>
                <a:effectLst/>
                <a:highlight>
                  <a:srgbClr val="FFFFFF"/>
                </a:highlight>
                <a:latin typeface="ui-sans-serif"/>
              </a:rPr>
              <a:t> to a vector of zeros is a common practice. This is simple and often effective.</a:t>
            </a:r>
          </a:p>
          <a:p>
            <a:pPr algn="l">
              <a:buFont typeface="+mj-lt"/>
              <a:buAutoNum type="arabicPeriod"/>
            </a:pPr>
            <a:r>
              <a:rPr lang="en-US" b="1" i="0" dirty="0">
                <a:solidFill>
                  <a:srgbClr val="0D0D0D"/>
                </a:solidFill>
                <a:effectLst/>
                <a:highlight>
                  <a:srgbClr val="FFFFFF"/>
                </a:highlight>
                <a:latin typeface="ui-sans-serif"/>
              </a:rPr>
              <a:t>Random Initialization:</a:t>
            </a:r>
            <a:r>
              <a:rPr lang="en-US" b="0" i="0" dirty="0">
                <a:solidFill>
                  <a:srgbClr val="0D0D0D"/>
                </a:solidFill>
                <a:effectLst/>
                <a:highlight>
                  <a:srgbClr val="FFFFFF"/>
                </a:highlight>
                <a:latin typeface="ui-sans-serif"/>
              </a:rPr>
              <a:t> Initializing </a:t>
            </a:r>
            <a:r>
              <a:rPr lang="en-US" b="0" i="0" dirty="0">
                <a:solidFill>
                  <a:srgbClr val="0D0D0D"/>
                </a:solidFill>
                <a:effectLst/>
                <a:highlight>
                  <a:srgbClr val="FFFFFF"/>
                </a:highlight>
                <a:latin typeface="KaTeX_Main"/>
              </a:rPr>
              <a:t>ℎ0</a:t>
            </a:r>
            <a:r>
              <a:rPr lang="en-US" b="0" i="1" dirty="0">
                <a:solidFill>
                  <a:srgbClr val="0D0D0D"/>
                </a:solidFill>
                <a:effectLst/>
                <a:highlight>
                  <a:srgbClr val="FFFFFF"/>
                </a:highlight>
                <a:latin typeface="KaTeX_Math"/>
              </a:rPr>
              <a:t>h</a:t>
            </a:r>
            <a:r>
              <a:rPr lang="en-US" b="0" i="0" dirty="0">
                <a:solidFill>
                  <a:srgbClr val="0D0D0D"/>
                </a:solidFill>
                <a:effectLst/>
                <a:highlight>
                  <a:srgbClr val="FFFFFF"/>
                </a:highlight>
                <a:latin typeface="KaTeX_Main"/>
              </a:rPr>
              <a:t>0​</a:t>
            </a:r>
            <a:r>
              <a:rPr lang="en-US" b="0" i="0" dirty="0">
                <a:solidFill>
                  <a:srgbClr val="0D0D0D"/>
                </a:solidFill>
                <a:effectLst/>
                <a:highlight>
                  <a:srgbClr val="FFFFFF"/>
                </a:highlight>
                <a:latin typeface="ui-sans-serif"/>
              </a:rPr>
              <a:t> with small random values, typically drawn from a normal or uniform distribution, can be used to break symmetry and encourage learning.</a:t>
            </a:r>
          </a:p>
          <a:p>
            <a:pPr algn="l">
              <a:buFont typeface="+mj-lt"/>
              <a:buAutoNum type="arabicPeriod"/>
            </a:pPr>
            <a:r>
              <a:rPr lang="en-US" b="1" i="0" dirty="0">
                <a:solidFill>
                  <a:srgbClr val="0D0D0D"/>
                </a:solidFill>
                <a:effectLst/>
                <a:highlight>
                  <a:srgbClr val="FFFFFF"/>
                </a:highlight>
                <a:latin typeface="ui-sans-serif"/>
              </a:rPr>
              <a:t>Learned Initialization:</a:t>
            </a:r>
            <a:r>
              <a:rPr lang="en-US" b="0" i="0" dirty="0">
                <a:solidFill>
                  <a:srgbClr val="0D0D0D"/>
                </a:solidFill>
                <a:effectLst/>
                <a:highlight>
                  <a:srgbClr val="FFFFFF"/>
                </a:highlight>
                <a:latin typeface="ui-sans-serif"/>
              </a:rPr>
              <a:t> Treating </a:t>
            </a:r>
            <a:r>
              <a:rPr lang="en-US" b="0" i="0" dirty="0">
                <a:solidFill>
                  <a:srgbClr val="0D0D0D"/>
                </a:solidFill>
                <a:effectLst/>
                <a:highlight>
                  <a:srgbClr val="FFFFFF"/>
                </a:highlight>
                <a:latin typeface="KaTeX_Main"/>
              </a:rPr>
              <a:t>ℎ0</a:t>
            </a:r>
            <a:r>
              <a:rPr lang="en-US" b="0" i="1" dirty="0">
                <a:solidFill>
                  <a:srgbClr val="0D0D0D"/>
                </a:solidFill>
                <a:effectLst/>
                <a:highlight>
                  <a:srgbClr val="FFFFFF"/>
                </a:highlight>
                <a:latin typeface="KaTeX_Math"/>
              </a:rPr>
              <a:t>h</a:t>
            </a:r>
            <a:r>
              <a:rPr lang="en-US" b="0" i="0" dirty="0">
                <a:solidFill>
                  <a:srgbClr val="0D0D0D"/>
                </a:solidFill>
                <a:effectLst/>
                <a:highlight>
                  <a:srgbClr val="FFFFFF"/>
                </a:highlight>
                <a:latin typeface="KaTeX_Main"/>
              </a:rPr>
              <a:t>0​</a:t>
            </a:r>
            <a:r>
              <a:rPr lang="en-US" b="0" i="0" dirty="0">
                <a:solidFill>
                  <a:srgbClr val="0D0D0D"/>
                </a:solidFill>
                <a:effectLst/>
                <a:highlight>
                  <a:srgbClr val="FFFFFF"/>
                </a:highlight>
                <a:latin typeface="ui-sans-serif"/>
              </a:rPr>
              <a:t> as a learnable parameter that is optimized during the training process.</a:t>
            </a:r>
          </a:p>
          <a:p>
            <a:pPr algn="l">
              <a:buFont typeface="+mj-lt"/>
              <a:buAutoNum type="arabicPeriod"/>
            </a:pPr>
            <a:r>
              <a:rPr lang="en-US" b="1" i="0" dirty="0">
                <a:solidFill>
                  <a:srgbClr val="0D0D0D"/>
                </a:solidFill>
                <a:effectLst/>
                <a:highlight>
                  <a:srgbClr val="FFFFFF"/>
                </a:highlight>
                <a:latin typeface="ui-sans-serif"/>
              </a:rPr>
              <a:t>Context-Specific Initialization:</a:t>
            </a:r>
            <a:r>
              <a:rPr lang="en-US" b="0" i="0" dirty="0">
                <a:solidFill>
                  <a:srgbClr val="0D0D0D"/>
                </a:solidFill>
                <a:effectLst/>
                <a:highlight>
                  <a:srgbClr val="FFFFFF"/>
                </a:highlight>
                <a:latin typeface="ui-sans-serif"/>
              </a:rPr>
              <a:t> In some cases, </a:t>
            </a:r>
            <a:r>
              <a:rPr lang="en-US" b="0" i="0" dirty="0">
                <a:solidFill>
                  <a:srgbClr val="0D0D0D"/>
                </a:solidFill>
                <a:effectLst/>
                <a:highlight>
                  <a:srgbClr val="FFFFFF"/>
                </a:highlight>
                <a:latin typeface="KaTeX_Main"/>
              </a:rPr>
              <a:t>ℎ0</a:t>
            </a:r>
            <a:r>
              <a:rPr lang="en-US" b="0" i="1" dirty="0">
                <a:solidFill>
                  <a:srgbClr val="0D0D0D"/>
                </a:solidFill>
                <a:effectLst/>
                <a:highlight>
                  <a:srgbClr val="FFFFFF"/>
                </a:highlight>
                <a:latin typeface="KaTeX_Math"/>
              </a:rPr>
              <a:t>h</a:t>
            </a:r>
            <a:r>
              <a:rPr lang="en-US" b="0" i="0" dirty="0">
                <a:solidFill>
                  <a:srgbClr val="0D0D0D"/>
                </a:solidFill>
                <a:effectLst/>
                <a:highlight>
                  <a:srgbClr val="FFFFFF"/>
                </a:highlight>
                <a:latin typeface="KaTeX_Main"/>
              </a:rPr>
              <a:t>0​</a:t>
            </a:r>
            <a:r>
              <a:rPr lang="en-US" b="0" i="0" dirty="0">
                <a:solidFill>
                  <a:srgbClr val="0D0D0D"/>
                </a:solidFill>
                <a:effectLst/>
                <a:highlight>
                  <a:srgbClr val="FFFFFF"/>
                </a:highlight>
                <a:latin typeface="ui-sans-serif"/>
              </a:rPr>
              <a:t> can be set based on some context-specific information, such as using the output of another neural network.</a:t>
            </a:r>
          </a:p>
          <a:p>
            <a:pPr algn="l"/>
            <a:r>
              <a:rPr lang="en-US" b="0" i="0" dirty="0">
                <a:solidFill>
                  <a:srgbClr val="0D0D0D"/>
                </a:solidFill>
                <a:effectLst/>
                <a:highlight>
                  <a:srgbClr val="FFFFFF"/>
                </a:highlight>
                <a:latin typeface="ui-sans-serif"/>
              </a:rPr>
              <a:t>The choice of initialization method can affect the performance of the RNN and might require experimentation to find the best approach for a particular task.</a:t>
            </a:r>
          </a:p>
        </p:txBody>
      </p:sp>
      <p:sp>
        <p:nvSpPr>
          <p:cNvPr id="4" name="Slide Number Placeholder 3"/>
          <p:cNvSpPr>
            <a:spLocks noGrp="1"/>
          </p:cNvSpPr>
          <p:nvPr>
            <p:ph type="sldNum" sz="quarter" idx="5"/>
          </p:nvPr>
        </p:nvSpPr>
        <p:spPr/>
        <p:txBody>
          <a:bodyPr/>
          <a:lstStyle/>
          <a:p>
            <a:fld id="{D9EF6C70-389B-4EF8-A569-A752A97ABCC6}" type="slidenum">
              <a:rPr lang="en-US" smtClean="0"/>
              <a:t>6</a:t>
            </a:fld>
            <a:endParaRPr lang="en-US"/>
          </a:p>
        </p:txBody>
      </p:sp>
    </p:spTree>
    <p:extLst>
      <p:ext uri="{BB962C8B-B14F-4D97-AF65-F5344CB8AC3E}">
        <p14:creationId xmlns:p14="http://schemas.microsoft.com/office/powerpoint/2010/main" val="14645308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14:m>
                  <m:oMath xmlns:m="http://schemas.openxmlformats.org/officeDocument/2006/math">
                    <a:fld id="{825F15A7-03F4-43D7-82C5-3E23DA2F108C}" type="mathplaceholder">
                      <a:rPr lang="en-US" i="1" smtClean="0">
                        <a:latin typeface="Cambria Math" panose="02040503050406030204" pitchFamily="18" charset="0"/>
                      </a:rPr>
                      <a:t>Type equation here.</a:t>
                    </a:fld>
                  </m:oMath>
                </a14:m>
                <a:r>
                  <a:rPr lang="en-US" dirty="0"/>
                  <a:t>Ht0=? In RNN, what is the ht0 </a:t>
                </a:r>
              </a:p>
            </p:txBody>
          </p:sp>
        </mc:Choice>
        <mc:Fallback xmlns="">
          <p:sp>
            <p:nvSpPr>
              <p:cNvPr id="3" name="Notes Placeholder 2"/>
              <p:cNvSpPr>
                <a:spLocks noGrp="1"/>
              </p:cNvSpPr>
              <p:nvPr>
                <p:ph type="body" idx="1"/>
              </p:nvPr>
            </p:nvSpPr>
            <p:spPr/>
            <p:txBody>
              <a:bodyPr/>
              <a:lstStyle/>
              <a:p>
                <a:r>
                  <a:rPr lang="en-US" i="0">
                    <a:latin typeface="Cambria Math" panose="02040503050406030204" pitchFamily="18" charset="0"/>
                  </a:rPr>
                  <a:t>"Type equation here."</a:t>
                </a:r>
                <a:r>
                  <a:rPr lang="en-US" dirty="0"/>
                  <a:t>Ht0=? In RNN, what is the ht0 </a:t>
                </a:r>
              </a:p>
            </p:txBody>
          </p:sp>
        </mc:Fallback>
      </mc:AlternateContent>
      <p:sp>
        <p:nvSpPr>
          <p:cNvPr id="4" name="Slide Number Placeholder 3"/>
          <p:cNvSpPr>
            <a:spLocks noGrp="1"/>
          </p:cNvSpPr>
          <p:nvPr>
            <p:ph type="sldNum" sz="quarter" idx="5"/>
          </p:nvPr>
        </p:nvSpPr>
        <p:spPr/>
        <p:txBody>
          <a:bodyPr/>
          <a:lstStyle/>
          <a:p>
            <a:fld id="{D9EF6C70-389B-4EF8-A569-A752A97ABCC6}" type="slidenum">
              <a:rPr lang="en-US" smtClean="0"/>
              <a:t>7</a:t>
            </a:fld>
            <a:endParaRPr lang="en-US"/>
          </a:p>
        </p:txBody>
      </p:sp>
    </p:spTree>
    <p:extLst>
      <p:ext uri="{BB962C8B-B14F-4D97-AF65-F5344CB8AC3E}">
        <p14:creationId xmlns:p14="http://schemas.microsoft.com/office/powerpoint/2010/main" val="24937256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0D0D0D"/>
                </a:solidFill>
                <a:effectLst/>
                <a:highlight>
                  <a:srgbClr val="FFFFFF"/>
                </a:highlight>
                <a:latin typeface="ui-sans-serif"/>
              </a:rPr>
              <a:t>It can be initialized in different ways depending on the specific application and implementation. Here are a few common approaches:</a:t>
            </a:r>
          </a:p>
          <a:p>
            <a:pPr algn="l">
              <a:buFont typeface="+mj-lt"/>
              <a:buAutoNum type="arabicPeriod"/>
            </a:pPr>
            <a:r>
              <a:rPr lang="en-US" b="1" i="0" dirty="0">
                <a:solidFill>
                  <a:srgbClr val="0D0D0D"/>
                </a:solidFill>
                <a:effectLst/>
                <a:highlight>
                  <a:srgbClr val="FFFFFF"/>
                </a:highlight>
                <a:latin typeface="ui-sans-serif"/>
              </a:rPr>
              <a:t>Zero Initialization:</a:t>
            </a:r>
            <a:r>
              <a:rPr lang="en-US" b="0" i="0" dirty="0">
                <a:solidFill>
                  <a:srgbClr val="0D0D0D"/>
                </a:solidFill>
                <a:effectLst/>
                <a:highlight>
                  <a:srgbClr val="FFFFFF"/>
                </a:highlight>
                <a:latin typeface="ui-sans-serif"/>
              </a:rPr>
              <a:t> Setting </a:t>
            </a:r>
            <a:r>
              <a:rPr lang="en-US" b="0" i="0" dirty="0">
                <a:solidFill>
                  <a:srgbClr val="0D0D0D"/>
                </a:solidFill>
                <a:effectLst/>
                <a:highlight>
                  <a:srgbClr val="FFFFFF"/>
                </a:highlight>
                <a:latin typeface="KaTeX_Main"/>
              </a:rPr>
              <a:t>ℎ0</a:t>
            </a:r>
            <a:r>
              <a:rPr lang="en-US" b="0" i="1" dirty="0">
                <a:solidFill>
                  <a:srgbClr val="0D0D0D"/>
                </a:solidFill>
                <a:effectLst/>
                <a:highlight>
                  <a:srgbClr val="FFFFFF"/>
                </a:highlight>
                <a:latin typeface="KaTeX_Math"/>
              </a:rPr>
              <a:t>h</a:t>
            </a:r>
            <a:r>
              <a:rPr lang="en-US" b="0" i="0" dirty="0">
                <a:solidFill>
                  <a:srgbClr val="0D0D0D"/>
                </a:solidFill>
                <a:effectLst/>
                <a:highlight>
                  <a:srgbClr val="FFFFFF"/>
                </a:highlight>
                <a:latin typeface="KaTeX_Main"/>
              </a:rPr>
              <a:t>0​</a:t>
            </a:r>
            <a:r>
              <a:rPr lang="en-US" b="0" i="0" dirty="0">
                <a:solidFill>
                  <a:srgbClr val="0D0D0D"/>
                </a:solidFill>
                <a:effectLst/>
                <a:highlight>
                  <a:srgbClr val="FFFFFF"/>
                </a:highlight>
                <a:latin typeface="ui-sans-serif"/>
              </a:rPr>
              <a:t> to a vector of zeros is a common practice. This is simple and often effective.</a:t>
            </a:r>
          </a:p>
          <a:p>
            <a:pPr algn="l">
              <a:buFont typeface="+mj-lt"/>
              <a:buAutoNum type="arabicPeriod"/>
            </a:pPr>
            <a:r>
              <a:rPr lang="en-US" b="1" i="0" dirty="0">
                <a:solidFill>
                  <a:srgbClr val="0D0D0D"/>
                </a:solidFill>
                <a:effectLst/>
                <a:highlight>
                  <a:srgbClr val="FFFFFF"/>
                </a:highlight>
                <a:latin typeface="ui-sans-serif"/>
              </a:rPr>
              <a:t>Random Initialization:</a:t>
            </a:r>
            <a:r>
              <a:rPr lang="en-US" b="0" i="0" dirty="0">
                <a:solidFill>
                  <a:srgbClr val="0D0D0D"/>
                </a:solidFill>
                <a:effectLst/>
                <a:highlight>
                  <a:srgbClr val="FFFFFF"/>
                </a:highlight>
                <a:latin typeface="ui-sans-serif"/>
              </a:rPr>
              <a:t> Initializing </a:t>
            </a:r>
            <a:r>
              <a:rPr lang="en-US" b="0" i="0" dirty="0">
                <a:solidFill>
                  <a:srgbClr val="0D0D0D"/>
                </a:solidFill>
                <a:effectLst/>
                <a:highlight>
                  <a:srgbClr val="FFFFFF"/>
                </a:highlight>
                <a:latin typeface="KaTeX_Main"/>
              </a:rPr>
              <a:t>ℎ0</a:t>
            </a:r>
            <a:r>
              <a:rPr lang="en-US" b="0" i="1" dirty="0">
                <a:solidFill>
                  <a:srgbClr val="0D0D0D"/>
                </a:solidFill>
                <a:effectLst/>
                <a:highlight>
                  <a:srgbClr val="FFFFFF"/>
                </a:highlight>
                <a:latin typeface="KaTeX_Math"/>
              </a:rPr>
              <a:t>h</a:t>
            </a:r>
            <a:r>
              <a:rPr lang="en-US" b="0" i="0" dirty="0">
                <a:solidFill>
                  <a:srgbClr val="0D0D0D"/>
                </a:solidFill>
                <a:effectLst/>
                <a:highlight>
                  <a:srgbClr val="FFFFFF"/>
                </a:highlight>
                <a:latin typeface="KaTeX_Main"/>
              </a:rPr>
              <a:t>0​</a:t>
            </a:r>
            <a:r>
              <a:rPr lang="en-US" b="0" i="0" dirty="0">
                <a:solidFill>
                  <a:srgbClr val="0D0D0D"/>
                </a:solidFill>
                <a:effectLst/>
                <a:highlight>
                  <a:srgbClr val="FFFFFF"/>
                </a:highlight>
                <a:latin typeface="ui-sans-serif"/>
              </a:rPr>
              <a:t> with small random values, typically drawn from a normal or uniform distribution, can be used to break symmetry and encourage learning.</a:t>
            </a:r>
          </a:p>
          <a:p>
            <a:pPr algn="l">
              <a:buFont typeface="+mj-lt"/>
              <a:buAutoNum type="arabicPeriod"/>
            </a:pPr>
            <a:r>
              <a:rPr lang="en-US" b="1" i="0" dirty="0">
                <a:solidFill>
                  <a:srgbClr val="0D0D0D"/>
                </a:solidFill>
                <a:effectLst/>
                <a:highlight>
                  <a:srgbClr val="FFFFFF"/>
                </a:highlight>
                <a:latin typeface="ui-sans-serif"/>
              </a:rPr>
              <a:t>Learned Initialization:</a:t>
            </a:r>
            <a:r>
              <a:rPr lang="en-US" b="0" i="0" dirty="0">
                <a:solidFill>
                  <a:srgbClr val="0D0D0D"/>
                </a:solidFill>
                <a:effectLst/>
                <a:highlight>
                  <a:srgbClr val="FFFFFF"/>
                </a:highlight>
                <a:latin typeface="ui-sans-serif"/>
              </a:rPr>
              <a:t> Treating </a:t>
            </a:r>
            <a:r>
              <a:rPr lang="en-US" b="0" i="0" dirty="0">
                <a:solidFill>
                  <a:srgbClr val="0D0D0D"/>
                </a:solidFill>
                <a:effectLst/>
                <a:highlight>
                  <a:srgbClr val="FFFFFF"/>
                </a:highlight>
                <a:latin typeface="KaTeX_Main"/>
              </a:rPr>
              <a:t>ℎ0</a:t>
            </a:r>
            <a:r>
              <a:rPr lang="en-US" b="0" i="1" dirty="0">
                <a:solidFill>
                  <a:srgbClr val="0D0D0D"/>
                </a:solidFill>
                <a:effectLst/>
                <a:highlight>
                  <a:srgbClr val="FFFFFF"/>
                </a:highlight>
                <a:latin typeface="KaTeX_Math"/>
              </a:rPr>
              <a:t>h</a:t>
            </a:r>
            <a:r>
              <a:rPr lang="en-US" b="0" i="0" dirty="0">
                <a:solidFill>
                  <a:srgbClr val="0D0D0D"/>
                </a:solidFill>
                <a:effectLst/>
                <a:highlight>
                  <a:srgbClr val="FFFFFF"/>
                </a:highlight>
                <a:latin typeface="KaTeX_Main"/>
              </a:rPr>
              <a:t>0​</a:t>
            </a:r>
            <a:r>
              <a:rPr lang="en-US" b="0" i="0" dirty="0">
                <a:solidFill>
                  <a:srgbClr val="0D0D0D"/>
                </a:solidFill>
                <a:effectLst/>
                <a:highlight>
                  <a:srgbClr val="FFFFFF"/>
                </a:highlight>
                <a:latin typeface="ui-sans-serif"/>
              </a:rPr>
              <a:t> as a learnable parameter that is optimized during the training process.</a:t>
            </a:r>
          </a:p>
          <a:p>
            <a:pPr algn="l">
              <a:buFont typeface="+mj-lt"/>
              <a:buAutoNum type="arabicPeriod"/>
            </a:pPr>
            <a:r>
              <a:rPr lang="en-US" b="1" i="0" dirty="0">
                <a:solidFill>
                  <a:srgbClr val="0D0D0D"/>
                </a:solidFill>
                <a:effectLst/>
                <a:highlight>
                  <a:srgbClr val="FFFFFF"/>
                </a:highlight>
                <a:latin typeface="ui-sans-serif"/>
              </a:rPr>
              <a:t>Context-Specific Initialization:</a:t>
            </a:r>
            <a:r>
              <a:rPr lang="en-US" b="0" i="0" dirty="0">
                <a:solidFill>
                  <a:srgbClr val="0D0D0D"/>
                </a:solidFill>
                <a:effectLst/>
                <a:highlight>
                  <a:srgbClr val="FFFFFF"/>
                </a:highlight>
                <a:latin typeface="ui-sans-serif"/>
              </a:rPr>
              <a:t> In some cases, </a:t>
            </a:r>
            <a:r>
              <a:rPr lang="en-US" b="0" i="0" dirty="0">
                <a:solidFill>
                  <a:srgbClr val="0D0D0D"/>
                </a:solidFill>
                <a:effectLst/>
                <a:highlight>
                  <a:srgbClr val="FFFFFF"/>
                </a:highlight>
                <a:latin typeface="KaTeX_Main"/>
              </a:rPr>
              <a:t>ℎ0</a:t>
            </a:r>
            <a:r>
              <a:rPr lang="en-US" b="0" i="1" dirty="0">
                <a:solidFill>
                  <a:srgbClr val="0D0D0D"/>
                </a:solidFill>
                <a:effectLst/>
                <a:highlight>
                  <a:srgbClr val="FFFFFF"/>
                </a:highlight>
                <a:latin typeface="KaTeX_Math"/>
              </a:rPr>
              <a:t>h</a:t>
            </a:r>
            <a:r>
              <a:rPr lang="en-US" b="0" i="0" dirty="0">
                <a:solidFill>
                  <a:srgbClr val="0D0D0D"/>
                </a:solidFill>
                <a:effectLst/>
                <a:highlight>
                  <a:srgbClr val="FFFFFF"/>
                </a:highlight>
                <a:latin typeface="KaTeX_Main"/>
              </a:rPr>
              <a:t>0​</a:t>
            </a:r>
            <a:r>
              <a:rPr lang="en-US" b="0" i="0" dirty="0">
                <a:solidFill>
                  <a:srgbClr val="0D0D0D"/>
                </a:solidFill>
                <a:effectLst/>
                <a:highlight>
                  <a:srgbClr val="FFFFFF"/>
                </a:highlight>
                <a:latin typeface="ui-sans-serif"/>
              </a:rPr>
              <a:t> can be set based on some context-specific information, such as using the output of another neural network.</a:t>
            </a:r>
          </a:p>
          <a:p>
            <a:pPr algn="l"/>
            <a:r>
              <a:rPr lang="en-US" b="0" i="0" dirty="0">
                <a:solidFill>
                  <a:srgbClr val="0D0D0D"/>
                </a:solidFill>
                <a:effectLst/>
                <a:highlight>
                  <a:srgbClr val="FFFFFF"/>
                </a:highlight>
                <a:latin typeface="ui-sans-serif"/>
              </a:rPr>
              <a:t>The choice of initialization method can affect the performance of the RNN and might require experimentation to find the best approach for a particular task.</a:t>
            </a:r>
          </a:p>
        </p:txBody>
      </p:sp>
      <p:sp>
        <p:nvSpPr>
          <p:cNvPr id="4" name="Slide Number Placeholder 3"/>
          <p:cNvSpPr>
            <a:spLocks noGrp="1"/>
          </p:cNvSpPr>
          <p:nvPr>
            <p:ph type="sldNum" sz="quarter" idx="5"/>
          </p:nvPr>
        </p:nvSpPr>
        <p:spPr/>
        <p:txBody>
          <a:bodyPr/>
          <a:lstStyle/>
          <a:p>
            <a:fld id="{D9EF6C70-389B-4EF8-A569-A752A97ABCC6}" type="slidenum">
              <a:rPr lang="en-US" smtClean="0"/>
              <a:t>8</a:t>
            </a:fld>
            <a:endParaRPr lang="en-US"/>
          </a:p>
        </p:txBody>
      </p:sp>
    </p:spTree>
    <p:extLst>
      <p:ext uri="{BB962C8B-B14F-4D97-AF65-F5344CB8AC3E}">
        <p14:creationId xmlns:p14="http://schemas.microsoft.com/office/powerpoint/2010/main" val="28581648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14:m>
                  <m:oMath xmlns:m="http://schemas.openxmlformats.org/officeDocument/2006/math">
                    <a:fld id="{825F15A7-03F4-43D7-82C5-3E23DA2F108C}" type="mathplaceholder">
                      <a:rPr lang="en-US" i="1" smtClean="0">
                        <a:latin typeface="Cambria Math" panose="02040503050406030204" pitchFamily="18" charset="0"/>
                      </a:rPr>
                      <a:t>Type equation here.</a:t>
                    </a:fld>
                  </m:oMath>
                </a14:m>
                <a:r>
                  <a:rPr lang="en-US" dirty="0"/>
                  <a:t>Ht0=? In RNN, what is the ht0 </a:t>
                </a:r>
              </a:p>
            </p:txBody>
          </p:sp>
        </mc:Choice>
        <mc:Fallback xmlns="">
          <p:sp>
            <p:nvSpPr>
              <p:cNvPr id="3" name="Notes Placeholder 2"/>
              <p:cNvSpPr>
                <a:spLocks noGrp="1"/>
              </p:cNvSpPr>
              <p:nvPr>
                <p:ph type="body" idx="1"/>
              </p:nvPr>
            </p:nvSpPr>
            <p:spPr/>
            <p:txBody>
              <a:bodyPr/>
              <a:lstStyle/>
              <a:p>
                <a:r>
                  <a:rPr lang="en-US" i="0">
                    <a:latin typeface="Cambria Math" panose="02040503050406030204" pitchFamily="18" charset="0"/>
                  </a:rPr>
                  <a:t>"Type equation here."</a:t>
                </a:r>
                <a:r>
                  <a:rPr lang="en-US" dirty="0"/>
                  <a:t>Ht0=? In RNN, what is the ht0 </a:t>
                </a:r>
              </a:p>
            </p:txBody>
          </p:sp>
        </mc:Fallback>
      </mc:AlternateContent>
      <p:sp>
        <p:nvSpPr>
          <p:cNvPr id="4" name="Slide Number Placeholder 3"/>
          <p:cNvSpPr>
            <a:spLocks noGrp="1"/>
          </p:cNvSpPr>
          <p:nvPr>
            <p:ph type="sldNum" sz="quarter" idx="5"/>
          </p:nvPr>
        </p:nvSpPr>
        <p:spPr/>
        <p:txBody>
          <a:bodyPr/>
          <a:lstStyle/>
          <a:p>
            <a:fld id="{D9EF6C70-389B-4EF8-A569-A752A97ABCC6}" type="slidenum">
              <a:rPr lang="en-US" smtClean="0"/>
              <a:t>9</a:t>
            </a:fld>
            <a:endParaRPr lang="en-US"/>
          </a:p>
        </p:txBody>
      </p:sp>
    </p:spTree>
    <p:extLst>
      <p:ext uri="{BB962C8B-B14F-4D97-AF65-F5344CB8AC3E}">
        <p14:creationId xmlns:p14="http://schemas.microsoft.com/office/powerpoint/2010/main" val="20995527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0D0D0D"/>
                </a:solidFill>
                <a:effectLst/>
                <a:highlight>
                  <a:srgbClr val="FFFFFF"/>
                </a:highlight>
                <a:latin typeface="ui-sans-serif"/>
              </a:rPr>
              <a:t>It can be initialized in different ways depending on the specific application and implementation. Here are a few common approaches:</a:t>
            </a:r>
          </a:p>
          <a:p>
            <a:pPr algn="l">
              <a:buFont typeface="+mj-lt"/>
              <a:buAutoNum type="arabicPeriod"/>
            </a:pPr>
            <a:r>
              <a:rPr lang="en-US" b="1" i="0" dirty="0">
                <a:solidFill>
                  <a:srgbClr val="0D0D0D"/>
                </a:solidFill>
                <a:effectLst/>
                <a:highlight>
                  <a:srgbClr val="FFFFFF"/>
                </a:highlight>
                <a:latin typeface="ui-sans-serif"/>
              </a:rPr>
              <a:t>Zero Initialization:</a:t>
            </a:r>
            <a:r>
              <a:rPr lang="en-US" b="0" i="0" dirty="0">
                <a:solidFill>
                  <a:srgbClr val="0D0D0D"/>
                </a:solidFill>
                <a:effectLst/>
                <a:highlight>
                  <a:srgbClr val="FFFFFF"/>
                </a:highlight>
                <a:latin typeface="ui-sans-serif"/>
              </a:rPr>
              <a:t> Setting </a:t>
            </a:r>
            <a:r>
              <a:rPr lang="en-US" b="0" i="0" dirty="0">
                <a:solidFill>
                  <a:srgbClr val="0D0D0D"/>
                </a:solidFill>
                <a:effectLst/>
                <a:highlight>
                  <a:srgbClr val="FFFFFF"/>
                </a:highlight>
                <a:latin typeface="KaTeX_Main"/>
              </a:rPr>
              <a:t>ℎ0</a:t>
            </a:r>
            <a:r>
              <a:rPr lang="en-US" b="0" i="1" dirty="0">
                <a:solidFill>
                  <a:srgbClr val="0D0D0D"/>
                </a:solidFill>
                <a:effectLst/>
                <a:highlight>
                  <a:srgbClr val="FFFFFF"/>
                </a:highlight>
                <a:latin typeface="KaTeX_Math"/>
              </a:rPr>
              <a:t>h</a:t>
            </a:r>
            <a:r>
              <a:rPr lang="en-US" b="0" i="0" dirty="0">
                <a:solidFill>
                  <a:srgbClr val="0D0D0D"/>
                </a:solidFill>
                <a:effectLst/>
                <a:highlight>
                  <a:srgbClr val="FFFFFF"/>
                </a:highlight>
                <a:latin typeface="KaTeX_Main"/>
              </a:rPr>
              <a:t>0​</a:t>
            </a:r>
            <a:r>
              <a:rPr lang="en-US" b="0" i="0" dirty="0">
                <a:solidFill>
                  <a:srgbClr val="0D0D0D"/>
                </a:solidFill>
                <a:effectLst/>
                <a:highlight>
                  <a:srgbClr val="FFFFFF"/>
                </a:highlight>
                <a:latin typeface="ui-sans-serif"/>
              </a:rPr>
              <a:t> to a vector of zeros is a common practice. This is simple and often effective.</a:t>
            </a:r>
          </a:p>
          <a:p>
            <a:pPr algn="l">
              <a:buFont typeface="+mj-lt"/>
              <a:buAutoNum type="arabicPeriod"/>
            </a:pPr>
            <a:r>
              <a:rPr lang="en-US" b="1" i="0" dirty="0">
                <a:solidFill>
                  <a:srgbClr val="0D0D0D"/>
                </a:solidFill>
                <a:effectLst/>
                <a:highlight>
                  <a:srgbClr val="FFFFFF"/>
                </a:highlight>
                <a:latin typeface="ui-sans-serif"/>
              </a:rPr>
              <a:t>Random Initialization:</a:t>
            </a:r>
            <a:r>
              <a:rPr lang="en-US" b="0" i="0" dirty="0">
                <a:solidFill>
                  <a:srgbClr val="0D0D0D"/>
                </a:solidFill>
                <a:effectLst/>
                <a:highlight>
                  <a:srgbClr val="FFFFFF"/>
                </a:highlight>
                <a:latin typeface="ui-sans-serif"/>
              </a:rPr>
              <a:t> Initializing </a:t>
            </a:r>
            <a:r>
              <a:rPr lang="en-US" b="0" i="0" dirty="0">
                <a:solidFill>
                  <a:srgbClr val="0D0D0D"/>
                </a:solidFill>
                <a:effectLst/>
                <a:highlight>
                  <a:srgbClr val="FFFFFF"/>
                </a:highlight>
                <a:latin typeface="KaTeX_Main"/>
              </a:rPr>
              <a:t>ℎ0</a:t>
            </a:r>
            <a:r>
              <a:rPr lang="en-US" b="0" i="1" dirty="0">
                <a:solidFill>
                  <a:srgbClr val="0D0D0D"/>
                </a:solidFill>
                <a:effectLst/>
                <a:highlight>
                  <a:srgbClr val="FFFFFF"/>
                </a:highlight>
                <a:latin typeface="KaTeX_Math"/>
              </a:rPr>
              <a:t>h</a:t>
            </a:r>
            <a:r>
              <a:rPr lang="en-US" b="0" i="0" dirty="0">
                <a:solidFill>
                  <a:srgbClr val="0D0D0D"/>
                </a:solidFill>
                <a:effectLst/>
                <a:highlight>
                  <a:srgbClr val="FFFFFF"/>
                </a:highlight>
                <a:latin typeface="KaTeX_Main"/>
              </a:rPr>
              <a:t>0​</a:t>
            </a:r>
            <a:r>
              <a:rPr lang="en-US" b="0" i="0" dirty="0">
                <a:solidFill>
                  <a:srgbClr val="0D0D0D"/>
                </a:solidFill>
                <a:effectLst/>
                <a:highlight>
                  <a:srgbClr val="FFFFFF"/>
                </a:highlight>
                <a:latin typeface="ui-sans-serif"/>
              </a:rPr>
              <a:t> with small random values, typically drawn from a normal or uniform distribution, can be used to break symmetry and encourage learning.</a:t>
            </a:r>
          </a:p>
          <a:p>
            <a:pPr algn="l">
              <a:buFont typeface="+mj-lt"/>
              <a:buAutoNum type="arabicPeriod"/>
            </a:pPr>
            <a:r>
              <a:rPr lang="en-US" b="1" i="0" dirty="0">
                <a:solidFill>
                  <a:srgbClr val="0D0D0D"/>
                </a:solidFill>
                <a:effectLst/>
                <a:highlight>
                  <a:srgbClr val="FFFFFF"/>
                </a:highlight>
                <a:latin typeface="ui-sans-serif"/>
              </a:rPr>
              <a:t>Learned Initialization:</a:t>
            </a:r>
            <a:r>
              <a:rPr lang="en-US" b="0" i="0" dirty="0">
                <a:solidFill>
                  <a:srgbClr val="0D0D0D"/>
                </a:solidFill>
                <a:effectLst/>
                <a:highlight>
                  <a:srgbClr val="FFFFFF"/>
                </a:highlight>
                <a:latin typeface="ui-sans-serif"/>
              </a:rPr>
              <a:t> Treating </a:t>
            </a:r>
            <a:r>
              <a:rPr lang="en-US" b="0" i="0" dirty="0">
                <a:solidFill>
                  <a:srgbClr val="0D0D0D"/>
                </a:solidFill>
                <a:effectLst/>
                <a:highlight>
                  <a:srgbClr val="FFFFFF"/>
                </a:highlight>
                <a:latin typeface="KaTeX_Main"/>
              </a:rPr>
              <a:t>ℎ0</a:t>
            </a:r>
            <a:r>
              <a:rPr lang="en-US" b="0" i="1" dirty="0">
                <a:solidFill>
                  <a:srgbClr val="0D0D0D"/>
                </a:solidFill>
                <a:effectLst/>
                <a:highlight>
                  <a:srgbClr val="FFFFFF"/>
                </a:highlight>
                <a:latin typeface="KaTeX_Math"/>
              </a:rPr>
              <a:t>h</a:t>
            </a:r>
            <a:r>
              <a:rPr lang="en-US" b="0" i="0" dirty="0">
                <a:solidFill>
                  <a:srgbClr val="0D0D0D"/>
                </a:solidFill>
                <a:effectLst/>
                <a:highlight>
                  <a:srgbClr val="FFFFFF"/>
                </a:highlight>
                <a:latin typeface="KaTeX_Main"/>
              </a:rPr>
              <a:t>0​</a:t>
            </a:r>
            <a:r>
              <a:rPr lang="en-US" b="0" i="0" dirty="0">
                <a:solidFill>
                  <a:srgbClr val="0D0D0D"/>
                </a:solidFill>
                <a:effectLst/>
                <a:highlight>
                  <a:srgbClr val="FFFFFF"/>
                </a:highlight>
                <a:latin typeface="ui-sans-serif"/>
              </a:rPr>
              <a:t> as a learnable parameter that is optimized during the training process.</a:t>
            </a:r>
          </a:p>
          <a:p>
            <a:pPr algn="l">
              <a:buFont typeface="+mj-lt"/>
              <a:buAutoNum type="arabicPeriod"/>
            </a:pPr>
            <a:r>
              <a:rPr lang="en-US" b="1" i="0" dirty="0">
                <a:solidFill>
                  <a:srgbClr val="0D0D0D"/>
                </a:solidFill>
                <a:effectLst/>
                <a:highlight>
                  <a:srgbClr val="FFFFFF"/>
                </a:highlight>
                <a:latin typeface="ui-sans-serif"/>
              </a:rPr>
              <a:t>Context-Specific Initialization:</a:t>
            </a:r>
            <a:r>
              <a:rPr lang="en-US" b="0" i="0" dirty="0">
                <a:solidFill>
                  <a:srgbClr val="0D0D0D"/>
                </a:solidFill>
                <a:effectLst/>
                <a:highlight>
                  <a:srgbClr val="FFFFFF"/>
                </a:highlight>
                <a:latin typeface="ui-sans-serif"/>
              </a:rPr>
              <a:t> In some cases, </a:t>
            </a:r>
            <a:r>
              <a:rPr lang="en-US" b="0" i="0" dirty="0">
                <a:solidFill>
                  <a:srgbClr val="0D0D0D"/>
                </a:solidFill>
                <a:effectLst/>
                <a:highlight>
                  <a:srgbClr val="FFFFFF"/>
                </a:highlight>
                <a:latin typeface="KaTeX_Main"/>
              </a:rPr>
              <a:t>ℎ0</a:t>
            </a:r>
            <a:r>
              <a:rPr lang="en-US" b="0" i="1" dirty="0">
                <a:solidFill>
                  <a:srgbClr val="0D0D0D"/>
                </a:solidFill>
                <a:effectLst/>
                <a:highlight>
                  <a:srgbClr val="FFFFFF"/>
                </a:highlight>
                <a:latin typeface="KaTeX_Math"/>
              </a:rPr>
              <a:t>h</a:t>
            </a:r>
            <a:r>
              <a:rPr lang="en-US" b="0" i="0" dirty="0">
                <a:solidFill>
                  <a:srgbClr val="0D0D0D"/>
                </a:solidFill>
                <a:effectLst/>
                <a:highlight>
                  <a:srgbClr val="FFFFFF"/>
                </a:highlight>
                <a:latin typeface="KaTeX_Main"/>
              </a:rPr>
              <a:t>0​</a:t>
            </a:r>
            <a:r>
              <a:rPr lang="en-US" b="0" i="0" dirty="0">
                <a:solidFill>
                  <a:srgbClr val="0D0D0D"/>
                </a:solidFill>
                <a:effectLst/>
                <a:highlight>
                  <a:srgbClr val="FFFFFF"/>
                </a:highlight>
                <a:latin typeface="ui-sans-serif"/>
              </a:rPr>
              <a:t> can be set based on some context-specific information, such as using the output of another neural network.</a:t>
            </a:r>
          </a:p>
          <a:p>
            <a:pPr algn="l"/>
            <a:r>
              <a:rPr lang="en-US" b="0" i="0" dirty="0">
                <a:solidFill>
                  <a:srgbClr val="0D0D0D"/>
                </a:solidFill>
                <a:effectLst/>
                <a:highlight>
                  <a:srgbClr val="FFFFFF"/>
                </a:highlight>
                <a:latin typeface="ui-sans-serif"/>
              </a:rPr>
              <a:t>The choice of initialization method can affect the performance of the RNN and might require experimentation to find the best approach for a particular task.</a:t>
            </a:r>
          </a:p>
        </p:txBody>
      </p:sp>
      <p:sp>
        <p:nvSpPr>
          <p:cNvPr id="4" name="Slide Number Placeholder 3"/>
          <p:cNvSpPr>
            <a:spLocks noGrp="1"/>
          </p:cNvSpPr>
          <p:nvPr>
            <p:ph type="sldNum" sz="quarter" idx="5"/>
          </p:nvPr>
        </p:nvSpPr>
        <p:spPr/>
        <p:txBody>
          <a:bodyPr/>
          <a:lstStyle/>
          <a:p>
            <a:fld id="{D9EF6C70-389B-4EF8-A569-A752A97ABCC6}" type="slidenum">
              <a:rPr lang="en-US" smtClean="0"/>
              <a:t>10</a:t>
            </a:fld>
            <a:endParaRPr lang="en-US"/>
          </a:p>
        </p:txBody>
      </p:sp>
    </p:spTree>
    <p:extLst>
      <p:ext uri="{BB962C8B-B14F-4D97-AF65-F5344CB8AC3E}">
        <p14:creationId xmlns:p14="http://schemas.microsoft.com/office/powerpoint/2010/main" val="20856185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14:m>
                  <m:oMath xmlns:m="http://schemas.openxmlformats.org/officeDocument/2006/math">
                    <a:fld id="{825F15A7-03F4-43D7-82C5-3E23DA2F108C}" type="mathplaceholder">
                      <a:rPr lang="en-US" i="1" smtClean="0">
                        <a:latin typeface="Cambria Math" panose="02040503050406030204" pitchFamily="18" charset="0"/>
                      </a:rPr>
                      <a:t>Type equation here.</a:t>
                    </a:fld>
                  </m:oMath>
                </a14:m>
                <a:r>
                  <a:rPr lang="en-US" dirty="0"/>
                  <a:t>Ht0=? In RNN, what is the ht0 </a:t>
                </a:r>
              </a:p>
            </p:txBody>
          </p:sp>
        </mc:Choice>
        <mc:Fallback xmlns="">
          <p:sp>
            <p:nvSpPr>
              <p:cNvPr id="3" name="Notes Placeholder 2"/>
              <p:cNvSpPr>
                <a:spLocks noGrp="1"/>
              </p:cNvSpPr>
              <p:nvPr>
                <p:ph type="body" idx="1"/>
              </p:nvPr>
            </p:nvSpPr>
            <p:spPr/>
            <p:txBody>
              <a:bodyPr/>
              <a:lstStyle/>
              <a:p>
                <a:r>
                  <a:rPr lang="en-US" i="0">
                    <a:latin typeface="Cambria Math" panose="02040503050406030204" pitchFamily="18" charset="0"/>
                  </a:rPr>
                  <a:t>"Type equation here."</a:t>
                </a:r>
                <a:r>
                  <a:rPr lang="en-US" dirty="0"/>
                  <a:t>Ht0=? In RNN, what is the ht0 </a:t>
                </a:r>
              </a:p>
            </p:txBody>
          </p:sp>
        </mc:Fallback>
      </mc:AlternateContent>
      <p:sp>
        <p:nvSpPr>
          <p:cNvPr id="4" name="Slide Number Placeholder 3"/>
          <p:cNvSpPr>
            <a:spLocks noGrp="1"/>
          </p:cNvSpPr>
          <p:nvPr>
            <p:ph type="sldNum" sz="quarter" idx="5"/>
          </p:nvPr>
        </p:nvSpPr>
        <p:spPr/>
        <p:txBody>
          <a:bodyPr/>
          <a:lstStyle/>
          <a:p>
            <a:fld id="{D9EF6C70-389B-4EF8-A569-A752A97ABCC6}" type="slidenum">
              <a:rPr lang="en-US" smtClean="0"/>
              <a:t>11</a:t>
            </a:fld>
            <a:endParaRPr lang="en-US"/>
          </a:p>
        </p:txBody>
      </p:sp>
    </p:spTree>
    <p:extLst>
      <p:ext uri="{BB962C8B-B14F-4D97-AF65-F5344CB8AC3E}">
        <p14:creationId xmlns:p14="http://schemas.microsoft.com/office/powerpoint/2010/main" val="39720694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0D0D0D"/>
                </a:solidFill>
                <a:effectLst/>
                <a:highlight>
                  <a:srgbClr val="FFFFFF"/>
                </a:highlight>
                <a:latin typeface="ui-sans-serif"/>
              </a:rPr>
              <a:t>It can be initialized in different ways depending on the specific application and implementation. Here are a few common approaches:</a:t>
            </a:r>
          </a:p>
          <a:p>
            <a:pPr algn="l">
              <a:buFont typeface="+mj-lt"/>
              <a:buAutoNum type="arabicPeriod"/>
            </a:pPr>
            <a:r>
              <a:rPr lang="en-US" b="1" i="0" dirty="0">
                <a:solidFill>
                  <a:srgbClr val="0D0D0D"/>
                </a:solidFill>
                <a:effectLst/>
                <a:highlight>
                  <a:srgbClr val="FFFFFF"/>
                </a:highlight>
                <a:latin typeface="ui-sans-serif"/>
              </a:rPr>
              <a:t>Zero Initialization:</a:t>
            </a:r>
            <a:r>
              <a:rPr lang="en-US" b="0" i="0" dirty="0">
                <a:solidFill>
                  <a:srgbClr val="0D0D0D"/>
                </a:solidFill>
                <a:effectLst/>
                <a:highlight>
                  <a:srgbClr val="FFFFFF"/>
                </a:highlight>
                <a:latin typeface="ui-sans-serif"/>
              </a:rPr>
              <a:t> Setting </a:t>
            </a:r>
            <a:r>
              <a:rPr lang="en-US" b="0" i="0" dirty="0">
                <a:solidFill>
                  <a:srgbClr val="0D0D0D"/>
                </a:solidFill>
                <a:effectLst/>
                <a:highlight>
                  <a:srgbClr val="FFFFFF"/>
                </a:highlight>
                <a:latin typeface="KaTeX_Main"/>
              </a:rPr>
              <a:t>ℎ0</a:t>
            </a:r>
            <a:r>
              <a:rPr lang="en-US" b="0" i="1" dirty="0">
                <a:solidFill>
                  <a:srgbClr val="0D0D0D"/>
                </a:solidFill>
                <a:effectLst/>
                <a:highlight>
                  <a:srgbClr val="FFFFFF"/>
                </a:highlight>
                <a:latin typeface="KaTeX_Math"/>
              </a:rPr>
              <a:t>h</a:t>
            </a:r>
            <a:r>
              <a:rPr lang="en-US" b="0" i="0" dirty="0">
                <a:solidFill>
                  <a:srgbClr val="0D0D0D"/>
                </a:solidFill>
                <a:effectLst/>
                <a:highlight>
                  <a:srgbClr val="FFFFFF"/>
                </a:highlight>
                <a:latin typeface="KaTeX_Main"/>
              </a:rPr>
              <a:t>0​</a:t>
            </a:r>
            <a:r>
              <a:rPr lang="en-US" b="0" i="0" dirty="0">
                <a:solidFill>
                  <a:srgbClr val="0D0D0D"/>
                </a:solidFill>
                <a:effectLst/>
                <a:highlight>
                  <a:srgbClr val="FFFFFF"/>
                </a:highlight>
                <a:latin typeface="ui-sans-serif"/>
              </a:rPr>
              <a:t> to a vector of zeros is a common practice. This is simple and often effective.</a:t>
            </a:r>
          </a:p>
          <a:p>
            <a:pPr algn="l">
              <a:buFont typeface="+mj-lt"/>
              <a:buAutoNum type="arabicPeriod"/>
            </a:pPr>
            <a:r>
              <a:rPr lang="en-US" b="1" i="0" dirty="0">
                <a:solidFill>
                  <a:srgbClr val="0D0D0D"/>
                </a:solidFill>
                <a:effectLst/>
                <a:highlight>
                  <a:srgbClr val="FFFFFF"/>
                </a:highlight>
                <a:latin typeface="ui-sans-serif"/>
              </a:rPr>
              <a:t>Random Initialization:</a:t>
            </a:r>
            <a:r>
              <a:rPr lang="en-US" b="0" i="0" dirty="0">
                <a:solidFill>
                  <a:srgbClr val="0D0D0D"/>
                </a:solidFill>
                <a:effectLst/>
                <a:highlight>
                  <a:srgbClr val="FFFFFF"/>
                </a:highlight>
                <a:latin typeface="ui-sans-serif"/>
              </a:rPr>
              <a:t> Initializing </a:t>
            </a:r>
            <a:r>
              <a:rPr lang="en-US" b="0" i="0" dirty="0">
                <a:solidFill>
                  <a:srgbClr val="0D0D0D"/>
                </a:solidFill>
                <a:effectLst/>
                <a:highlight>
                  <a:srgbClr val="FFFFFF"/>
                </a:highlight>
                <a:latin typeface="KaTeX_Main"/>
              </a:rPr>
              <a:t>ℎ0</a:t>
            </a:r>
            <a:r>
              <a:rPr lang="en-US" b="0" i="1" dirty="0">
                <a:solidFill>
                  <a:srgbClr val="0D0D0D"/>
                </a:solidFill>
                <a:effectLst/>
                <a:highlight>
                  <a:srgbClr val="FFFFFF"/>
                </a:highlight>
                <a:latin typeface="KaTeX_Math"/>
              </a:rPr>
              <a:t>h</a:t>
            </a:r>
            <a:r>
              <a:rPr lang="en-US" b="0" i="0" dirty="0">
                <a:solidFill>
                  <a:srgbClr val="0D0D0D"/>
                </a:solidFill>
                <a:effectLst/>
                <a:highlight>
                  <a:srgbClr val="FFFFFF"/>
                </a:highlight>
                <a:latin typeface="KaTeX_Main"/>
              </a:rPr>
              <a:t>0​</a:t>
            </a:r>
            <a:r>
              <a:rPr lang="en-US" b="0" i="0" dirty="0">
                <a:solidFill>
                  <a:srgbClr val="0D0D0D"/>
                </a:solidFill>
                <a:effectLst/>
                <a:highlight>
                  <a:srgbClr val="FFFFFF"/>
                </a:highlight>
                <a:latin typeface="ui-sans-serif"/>
              </a:rPr>
              <a:t> with small random values, typically drawn from a normal or uniform distribution, can be used to break symmetry and encourage learning.</a:t>
            </a:r>
          </a:p>
          <a:p>
            <a:pPr algn="l">
              <a:buFont typeface="+mj-lt"/>
              <a:buAutoNum type="arabicPeriod"/>
            </a:pPr>
            <a:r>
              <a:rPr lang="en-US" b="1" i="0" dirty="0">
                <a:solidFill>
                  <a:srgbClr val="0D0D0D"/>
                </a:solidFill>
                <a:effectLst/>
                <a:highlight>
                  <a:srgbClr val="FFFFFF"/>
                </a:highlight>
                <a:latin typeface="ui-sans-serif"/>
              </a:rPr>
              <a:t>Learned Initialization:</a:t>
            </a:r>
            <a:r>
              <a:rPr lang="en-US" b="0" i="0" dirty="0">
                <a:solidFill>
                  <a:srgbClr val="0D0D0D"/>
                </a:solidFill>
                <a:effectLst/>
                <a:highlight>
                  <a:srgbClr val="FFFFFF"/>
                </a:highlight>
                <a:latin typeface="ui-sans-serif"/>
              </a:rPr>
              <a:t> Treating </a:t>
            </a:r>
            <a:r>
              <a:rPr lang="en-US" b="0" i="0" dirty="0">
                <a:solidFill>
                  <a:srgbClr val="0D0D0D"/>
                </a:solidFill>
                <a:effectLst/>
                <a:highlight>
                  <a:srgbClr val="FFFFFF"/>
                </a:highlight>
                <a:latin typeface="KaTeX_Main"/>
              </a:rPr>
              <a:t>ℎ0</a:t>
            </a:r>
            <a:r>
              <a:rPr lang="en-US" b="0" i="1" dirty="0">
                <a:solidFill>
                  <a:srgbClr val="0D0D0D"/>
                </a:solidFill>
                <a:effectLst/>
                <a:highlight>
                  <a:srgbClr val="FFFFFF"/>
                </a:highlight>
                <a:latin typeface="KaTeX_Math"/>
              </a:rPr>
              <a:t>h</a:t>
            </a:r>
            <a:r>
              <a:rPr lang="en-US" b="0" i="0" dirty="0">
                <a:solidFill>
                  <a:srgbClr val="0D0D0D"/>
                </a:solidFill>
                <a:effectLst/>
                <a:highlight>
                  <a:srgbClr val="FFFFFF"/>
                </a:highlight>
                <a:latin typeface="KaTeX_Main"/>
              </a:rPr>
              <a:t>0​</a:t>
            </a:r>
            <a:r>
              <a:rPr lang="en-US" b="0" i="0" dirty="0">
                <a:solidFill>
                  <a:srgbClr val="0D0D0D"/>
                </a:solidFill>
                <a:effectLst/>
                <a:highlight>
                  <a:srgbClr val="FFFFFF"/>
                </a:highlight>
                <a:latin typeface="ui-sans-serif"/>
              </a:rPr>
              <a:t> as a learnable parameter that is optimized during the training process.</a:t>
            </a:r>
          </a:p>
          <a:p>
            <a:pPr algn="l">
              <a:buFont typeface="+mj-lt"/>
              <a:buAutoNum type="arabicPeriod"/>
            </a:pPr>
            <a:r>
              <a:rPr lang="en-US" b="1" i="0" dirty="0">
                <a:solidFill>
                  <a:srgbClr val="0D0D0D"/>
                </a:solidFill>
                <a:effectLst/>
                <a:highlight>
                  <a:srgbClr val="FFFFFF"/>
                </a:highlight>
                <a:latin typeface="ui-sans-serif"/>
              </a:rPr>
              <a:t>Context-Specific Initialization:</a:t>
            </a:r>
            <a:r>
              <a:rPr lang="en-US" b="0" i="0" dirty="0">
                <a:solidFill>
                  <a:srgbClr val="0D0D0D"/>
                </a:solidFill>
                <a:effectLst/>
                <a:highlight>
                  <a:srgbClr val="FFFFFF"/>
                </a:highlight>
                <a:latin typeface="ui-sans-serif"/>
              </a:rPr>
              <a:t> In some cases, </a:t>
            </a:r>
            <a:r>
              <a:rPr lang="en-US" b="0" i="0" dirty="0">
                <a:solidFill>
                  <a:srgbClr val="0D0D0D"/>
                </a:solidFill>
                <a:effectLst/>
                <a:highlight>
                  <a:srgbClr val="FFFFFF"/>
                </a:highlight>
                <a:latin typeface="KaTeX_Main"/>
              </a:rPr>
              <a:t>ℎ0</a:t>
            </a:r>
            <a:r>
              <a:rPr lang="en-US" b="0" i="1" dirty="0">
                <a:solidFill>
                  <a:srgbClr val="0D0D0D"/>
                </a:solidFill>
                <a:effectLst/>
                <a:highlight>
                  <a:srgbClr val="FFFFFF"/>
                </a:highlight>
                <a:latin typeface="KaTeX_Math"/>
              </a:rPr>
              <a:t>h</a:t>
            </a:r>
            <a:r>
              <a:rPr lang="en-US" b="0" i="0" dirty="0">
                <a:solidFill>
                  <a:srgbClr val="0D0D0D"/>
                </a:solidFill>
                <a:effectLst/>
                <a:highlight>
                  <a:srgbClr val="FFFFFF"/>
                </a:highlight>
                <a:latin typeface="KaTeX_Main"/>
              </a:rPr>
              <a:t>0​</a:t>
            </a:r>
            <a:r>
              <a:rPr lang="en-US" b="0" i="0" dirty="0">
                <a:solidFill>
                  <a:srgbClr val="0D0D0D"/>
                </a:solidFill>
                <a:effectLst/>
                <a:highlight>
                  <a:srgbClr val="FFFFFF"/>
                </a:highlight>
                <a:latin typeface="ui-sans-serif"/>
              </a:rPr>
              <a:t> can be set based on some context-specific information, such as using the output of another neural network.</a:t>
            </a:r>
          </a:p>
          <a:p>
            <a:pPr algn="l"/>
            <a:r>
              <a:rPr lang="en-US" b="0" i="0" dirty="0">
                <a:solidFill>
                  <a:srgbClr val="0D0D0D"/>
                </a:solidFill>
                <a:effectLst/>
                <a:highlight>
                  <a:srgbClr val="FFFFFF"/>
                </a:highlight>
                <a:latin typeface="ui-sans-serif"/>
              </a:rPr>
              <a:t>The choice of initialization method can affect the performance of the RNN and might require experimentation to find the best approach for a particular task.</a:t>
            </a:r>
          </a:p>
        </p:txBody>
      </p:sp>
      <p:sp>
        <p:nvSpPr>
          <p:cNvPr id="4" name="Slide Number Placeholder 3"/>
          <p:cNvSpPr>
            <a:spLocks noGrp="1"/>
          </p:cNvSpPr>
          <p:nvPr>
            <p:ph type="sldNum" sz="quarter" idx="5"/>
          </p:nvPr>
        </p:nvSpPr>
        <p:spPr/>
        <p:txBody>
          <a:bodyPr/>
          <a:lstStyle/>
          <a:p>
            <a:fld id="{D9EF6C70-389B-4EF8-A569-A752A97ABCC6}" type="slidenum">
              <a:rPr lang="en-US" smtClean="0"/>
              <a:t>12</a:t>
            </a:fld>
            <a:endParaRPr lang="en-US"/>
          </a:p>
        </p:txBody>
      </p:sp>
    </p:spTree>
    <p:extLst>
      <p:ext uri="{BB962C8B-B14F-4D97-AF65-F5344CB8AC3E}">
        <p14:creationId xmlns:p14="http://schemas.microsoft.com/office/powerpoint/2010/main" val="2314622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14:m>
                  <m:oMath xmlns:m="http://schemas.openxmlformats.org/officeDocument/2006/math">
                    <a:fld id="{825F15A7-03F4-43D7-82C5-3E23DA2F108C}" type="mathplaceholder">
                      <a:rPr lang="en-US" i="1" smtClean="0">
                        <a:latin typeface="Cambria Math" panose="02040503050406030204" pitchFamily="18" charset="0"/>
                      </a:rPr>
                      <a:t>Type equation here.</a:t>
                    </a:fld>
                  </m:oMath>
                </a14:m>
                <a:r>
                  <a:rPr lang="en-US" dirty="0"/>
                  <a:t>Ht0=? In RNN, what is the ht0 </a:t>
                </a:r>
              </a:p>
            </p:txBody>
          </p:sp>
        </mc:Choice>
        <mc:Fallback xmlns="">
          <p:sp>
            <p:nvSpPr>
              <p:cNvPr id="3" name="Notes Placeholder 2"/>
              <p:cNvSpPr>
                <a:spLocks noGrp="1"/>
              </p:cNvSpPr>
              <p:nvPr>
                <p:ph type="body" idx="1"/>
              </p:nvPr>
            </p:nvSpPr>
            <p:spPr/>
            <p:txBody>
              <a:bodyPr/>
              <a:lstStyle/>
              <a:p>
                <a:r>
                  <a:rPr lang="en-US" i="0">
                    <a:latin typeface="Cambria Math" panose="02040503050406030204" pitchFamily="18" charset="0"/>
                  </a:rPr>
                  <a:t>"Type equation here."</a:t>
                </a:r>
                <a:r>
                  <a:rPr lang="en-US" dirty="0"/>
                  <a:t>Ht0=? In RNN, what is the ht0 </a:t>
                </a:r>
              </a:p>
            </p:txBody>
          </p:sp>
        </mc:Fallback>
      </mc:AlternateContent>
      <p:sp>
        <p:nvSpPr>
          <p:cNvPr id="4" name="Slide Number Placeholder 3"/>
          <p:cNvSpPr>
            <a:spLocks noGrp="1"/>
          </p:cNvSpPr>
          <p:nvPr>
            <p:ph type="sldNum" sz="quarter" idx="5"/>
          </p:nvPr>
        </p:nvSpPr>
        <p:spPr/>
        <p:txBody>
          <a:bodyPr/>
          <a:lstStyle/>
          <a:p>
            <a:fld id="{D9EF6C70-389B-4EF8-A569-A752A97ABCC6}" type="slidenum">
              <a:rPr lang="en-US" smtClean="0"/>
              <a:t>13</a:t>
            </a:fld>
            <a:endParaRPr lang="en-US"/>
          </a:p>
        </p:txBody>
      </p:sp>
    </p:spTree>
    <p:extLst>
      <p:ext uri="{BB962C8B-B14F-4D97-AF65-F5344CB8AC3E}">
        <p14:creationId xmlns:p14="http://schemas.microsoft.com/office/powerpoint/2010/main" val="11408092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Glucophage (metformin):</a:t>
            </a:r>
            <a:r>
              <a:rPr lang="en-US" dirty="0"/>
              <a:t> “I had diarrhea, nausea, vomiting, headaches and muscle pain. It did not control my blood sugar either. I never want to feel like that again. But on the other hand my husband is able to take it with no side effects and it keeps his blood sugar between 90 and 130.”</a:t>
            </a:r>
          </a:p>
          <a:p>
            <a:endParaRPr lang="en-US" dirty="0"/>
          </a:p>
        </p:txBody>
      </p:sp>
      <p:sp>
        <p:nvSpPr>
          <p:cNvPr id="4" name="Slide Number Placeholder 3"/>
          <p:cNvSpPr>
            <a:spLocks noGrp="1"/>
          </p:cNvSpPr>
          <p:nvPr>
            <p:ph type="sldNum" sz="quarter" idx="5"/>
          </p:nvPr>
        </p:nvSpPr>
        <p:spPr/>
        <p:txBody>
          <a:bodyPr/>
          <a:lstStyle/>
          <a:p>
            <a:fld id="{D9EF6C70-389B-4EF8-A569-A752A97ABCC6}" type="slidenum">
              <a:rPr lang="en-US" smtClean="0"/>
              <a:t>16</a:t>
            </a:fld>
            <a:endParaRPr lang="en-US"/>
          </a:p>
        </p:txBody>
      </p:sp>
    </p:spTree>
    <p:extLst>
      <p:ext uri="{BB962C8B-B14F-4D97-AF65-F5344CB8AC3E}">
        <p14:creationId xmlns:p14="http://schemas.microsoft.com/office/powerpoint/2010/main" val="25114038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EF6C70-389B-4EF8-A569-A752A97ABCC6}" type="slidenum">
              <a:rPr lang="en-US" smtClean="0"/>
              <a:t>17</a:t>
            </a:fld>
            <a:endParaRPr lang="en-US"/>
          </a:p>
        </p:txBody>
      </p:sp>
    </p:spTree>
    <p:extLst>
      <p:ext uri="{BB962C8B-B14F-4D97-AF65-F5344CB8AC3E}">
        <p14:creationId xmlns:p14="http://schemas.microsoft.com/office/powerpoint/2010/main" val="39709172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when the new information is in, how much it should replace the old information (which is just a matrix)</a:t>
            </a:r>
          </a:p>
        </p:txBody>
      </p:sp>
      <p:sp>
        <p:nvSpPr>
          <p:cNvPr id="4" name="Slide Number Placeholder 3"/>
          <p:cNvSpPr>
            <a:spLocks noGrp="1"/>
          </p:cNvSpPr>
          <p:nvPr>
            <p:ph type="sldNum" sz="quarter" idx="5"/>
          </p:nvPr>
        </p:nvSpPr>
        <p:spPr/>
        <p:txBody>
          <a:bodyPr/>
          <a:lstStyle/>
          <a:p>
            <a:fld id="{D9EF6C70-389B-4EF8-A569-A752A97ABCC6}" type="slidenum">
              <a:rPr lang="en-US" smtClean="0"/>
              <a:t>18</a:t>
            </a:fld>
            <a:endParaRPr lang="en-US"/>
          </a:p>
        </p:txBody>
      </p:sp>
    </p:spTree>
    <p:extLst>
      <p:ext uri="{BB962C8B-B14F-4D97-AF65-F5344CB8AC3E}">
        <p14:creationId xmlns:p14="http://schemas.microsoft.com/office/powerpoint/2010/main" val="12433232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EF6C70-389B-4EF8-A569-A752A97ABCC6}" type="slidenum">
              <a:rPr lang="en-US" smtClean="0"/>
              <a:t>19</a:t>
            </a:fld>
            <a:endParaRPr lang="en-US"/>
          </a:p>
        </p:txBody>
      </p:sp>
    </p:spTree>
    <p:extLst>
      <p:ext uri="{BB962C8B-B14F-4D97-AF65-F5344CB8AC3E}">
        <p14:creationId xmlns:p14="http://schemas.microsoft.com/office/powerpoint/2010/main" val="24961703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Normal neuron</a:t>
            </a:r>
          </a:p>
          <a:p>
            <a:r>
              <a:rPr lang="en-US" altLang="zh-TW" dirty="0"/>
              <a:t>1</a:t>
            </a:r>
            <a:r>
              <a:rPr lang="en-US" altLang="zh-TW" baseline="0" dirty="0"/>
              <a:t> input, 1 output</a:t>
            </a:r>
          </a:p>
          <a:p>
            <a:endParaRPr lang="en-US" altLang="zh-TW" baseline="0" dirty="0"/>
          </a:p>
          <a:p>
            <a:r>
              <a:rPr lang="en-US" altLang="zh-TW" baseline="0" dirty="0"/>
              <a:t>This one</a:t>
            </a:r>
          </a:p>
          <a:p>
            <a:r>
              <a:rPr lang="en-US" altLang="zh-TW" baseline="0" dirty="0"/>
              <a:t>4 input, 1 output</a:t>
            </a:r>
            <a:endParaRPr lang="zh-TW" altLang="en-US" dirty="0"/>
          </a:p>
        </p:txBody>
      </p:sp>
      <p:sp>
        <p:nvSpPr>
          <p:cNvPr id="4" name="投影片編號版面配置區 3"/>
          <p:cNvSpPr>
            <a:spLocks noGrp="1"/>
          </p:cNvSpPr>
          <p:nvPr>
            <p:ph type="sldNum" sz="quarter" idx="10"/>
          </p:nvPr>
        </p:nvSpPr>
        <p:spPr/>
        <p:txBody>
          <a:bodyPr/>
          <a:lstStyle/>
          <a:p>
            <a:fld id="{B0F65742-51E4-418D-8157-79EC9C21EBA9}" type="slidenum">
              <a:rPr lang="zh-TW" altLang="en-US" smtClean="0"/>
              <a:t>20</a:t>
            </a:fld>
            <a:endParaRPr lang="zh-TW" altLang="en-US"/>
          </a:p>
        </p:txBody>
      </p:sp>
    </p:spTree>
    <p:extLst>
      <p:ext uri="{BB962C8B-B14F-4D97-AF65-F5344CB8AC3E}">
        <p14:creationId xmlns:p14="http://schemas.microsoft.com/office/powerpoint/2010/main" val="35384162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19CE7-F6A7-70D4-5E1D-CE50841D85A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7C16BDA-54C3-A3BC-26FF-86173B7FBA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Slide Number Placeholder 5">
            <a:extLst>
              <a:ext uri="{FF2B5EF4-FFF2-40B4-BE49-F238E27FC236}">
                <a16:creationId xmlns:a16="http://schemas.microsoft.com/office/drawing/2014/main" id="{B1190EE9-9157-1245-27C8-6343E4513A35}"/>
              </a:ext>
            </a:extLst>
          </p:cNvPr>
          <p:cNvSpPr>
            <a:spLocks noGrp="1"/>
          </p:cNvSpPr>
          <p:nvPr>
            <p:ph type="sldNum" sz="quarter" idx="12"/>
          </p:nvPr>
        </p:nvSpPr>
        <p:spPr>
          <a:xfrm>
            <a:off x="9180256" y="6406941"/>
            <a:ext cx="2905844" cy="365125"/>
          </a:xfrm>
        </p:spPr>
        <p:txBody>
          <a:bodyPr/>
          <a:lstStyle/>
          <a:p>
            <a:fld id="{18772ED8-610E-4373-80B3-D4E94A1FEDFC}" type="slidenum">
              <a:rPr lang="en-US" smtClean="0"/>
              <a:t>‹#›</a:t>
            </a:fld>
            <a:endParaRPr lang="en-US"/>
          </a:p>
        </p:txBody>
      </p:sp>
    </p:spTree>
    <p:extLst>
      <p:ext uri="{BB962C8B-B14F-4D97-AF65-F5344CB8AC3E}">
        <p14:creationId xmlns:p14="http://schemas.microsoft.com/office/powerpoint/2010/main" val="1833358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F4B0B-1F2E-EE33-8BD9-054C89C78A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477C9A-08F8-C12F-192A-5A7C771E39B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C9C9EF0-B645-19D2-A4D7-CAC657AF9B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E47608-4C0E-90BE-9457-3FAC4EA05433}"/>
              </a:ext>
            </a:extLst>
          </p:cNvPr>
          <p:cNvSpPr>
            <a:spLocks noGrp="1"/>
          </p:cNvSpPr>
          <p:nvPr>
            <p:ph type="sldNum" sz="quarter" idx="12"/>
          </p:nvPr>
        </p:nvSpPr>
        <p:spPr/>
        <p:txBody>
          <a:bodyPr/>
          <a:lstStyle/>
          <a:p>
            <a:fld id="{18772ED8-610E-4373-80B3-D4E94A1FEDFC}" type="slidenum">
              <a:rPr lang="en-US" smtClean="0"/>
              <a:t>‹#›</a:t>
            </a:fld>
            <a:endParaRPr lang="en-US"/>
          </a:p>
        </p:txBody>
      </p:sp>
    </p:spTree>
    <p:extLst>
      <p:ext uri="{BB962C8B-B14F-4D97-AF65-F5344CB8AC3E}">
        <p14:creationId xmlns:p14="http://schemas.microsoft.com/office/powerpoint/2010/main" val="18689216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51610-7530-F89B-9569-1A4C9EBEC85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A24E37A-324D-B341-EFE7-76A775B1155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5" name="Footer Placeholder 4">
            <a:extLst>
              <a:ext uri="{FF2B5EF4-FFF2-40B4-BE49-F238E27FC236}">
                <a16:creationId xmlns:a16="http://schemas.microsoft.com/office/drawing/2014/main" id="{8CC206F4-5DE6-93B1-7F8F-F44C77A5B8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2C55CE-F465-3E8D-FBA4-F93F8CC41D75}"/>
              </a:ext>
            </a:extLst>
          </p:cNvPr>
          <p:cNvSpPr>
            <a:spLocks noGrp="1"/>
          </p:cNvSpPr>
          <p:nvPr>
            <p:ph type="sldNum" sz="quarter" idx="12"/>
          </p:nvPr>
        </p:nvSpPr>
        <p:spPr/>
        <p:txBody>
          <a:bodyPr/>
          <a:lstStyle/>
          <a:p>
            <a:fld id="{18772ED8-610E-4373-80B3-D4E94A1FEDFC}" type="slidenum">
              <a:rPr lang="en-US" smtClean="0"/>
              <a:t>‹#›</a:t>
            </a:fld>
            <a:endParaRPr lang="en-US"/>
          </a:p>
        </p:txBody>
      </p:sp>
    </p:spTree>
    <p:extLst>
      <p:ext uri="{BB962C8B-B14F-4D97-AF65-F5344CB8AC3E}">
        <p14:creationId xmlns:p14="http://schemas.microsoft.com/office/powerpoint/2010/main" val="27344317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A98D1-D729-EA04-6E01-6026F79463D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3F4059-70F6-0099-4600-F5E35DE833D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787418D-A894-2D90-A9EA-BAC245C807D6}"/>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92678C9-0AB9-DDC7-A480-E795CFE998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8690E0-BA94-878B-EF26-631962BAEC89}"/>
              </a:ext>
            </a:extLst>
          </p:cNvPr>
          <p:cNvSpPr>
            <a:spLocks noGrp="1"/>
          </p:cNvSpPr>
          <p:nvPr>
            <p:ph type="sldNum" sz="quarter" idx="12"/>
          </p:nvPr>
        </p:nvSpPr>
        <p:spPr/>
        <p:txBody>
          <a:bodyPr/>
          <a:lstStyle/>
          <a:p>
            <a:fld id="{18772ED8-610E-4373-80B3-D4E94A1FEDFC}" type="slidenum">
              <a:rPr lang="en-US" smtClean="0"/>
              <a:t>‹#›</a:t>
            </a:fld>
            <a:endParaRPr lang="en-US"/>
          </a:p>
        </p:txBody>
      </p:sp>
    </p:spTree>
    <p:extLst>
      <p:ext uri="{BB962C8B-B14F-4D97-AF65-F5344CB8AC3E}">
        <p14:creationId xmlns:p14="http://schemas.microsoft.com/office/powerpoint/2010/main" val="41337690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8DE42-D75B-535A-795C-CD34045137F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96C6A5E-6129-B6BA-5862-6BF0BA092D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E952370-A796-C8D4-4D28-BA932CB623FC}"/>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ED2D8B5-A196-FE1E-971C-301504CEB5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180AFD3-EDF9-C0BD-25C2-016E9B9414DA}"/>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84BB3B8F-4CE9-E0AD-167C-FF38F31F791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9780C56-1A70-4005-26E5-4836AA871D85}"/>
              </a:ext>
            </a:extLst>
          </p:cNvPr>
          <p:cNvSpPr>
            <a:spLocks noGrp="1"/>
          </p:cNvSpPr>
          <p:nvPr>
            <p:ph type="sldNum" sz="quarter" idx="12"/>
          </p:nvPr>
        </p:nvSpPr>
        <p:spPr/>
        <p:txBody>
          <a:bodyPr/>
          <a:lstStyle/>
          <a:p>
            <a:fld id="{18772ED8-610E-4373-80B3-D4E94A1FEDFC}" type="slidenum">
              <a:rPr lang="en-US" smtClean="0"/>
              <a:t>‹#›</a:t>
            </a:fld>
            <a:endParaRPr lang="en-US"/>
          </a:p>
        </p:txBody>
      </p:sp>
    </p:spTree>
    <p:extLst>
      <p:ext uri="{BB962C8B-B14F-4D97-AF65-F5344CB8AC3E}">
        <p14:creationId xmlns:p14="http://schemas.microsoft.com/office/powerpoint/2010/main" val="36885027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16729-D945-004D-C7FE-6E1B7B54339C}"/>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10D88DD1-19DB-9570-0553-5BAB48B361C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F0E4D89-D2CE-6E0F-C860-9D31EFCA0402}"/>
              </a:ext>
            </a:extLst>
          </p:cNvPr>
          <p:cNvSpPr>
            <a:spLocks noGrp="1"/>
          </p:cNvSpPr>
          <p:nvPr>
            <p:ph type="sldNum" sz="quarter" idx="12"/>
          </p:nvPr>
        </p:nvSpPr>
        <p:spPr/>
        <p:txBody>
          <a:bodyPr/>
          <a:lstStyle/>
          <a:p>
            <a:fld id="{18772ED8-610E-4373-80B3-D4E94A1FEDFC}" type="slidenum">
              <a:rPr lang="en-US" smtClean="0"/>
              <a:t>‹#›</a:t>
            </a:fld>
            <a:endParaRPr lang="en-US"/>
          </a:p>
        </p:txBody>
      </p:sp>
    </p:spTree>
    <p:extLst>
      <p:ext uri="{BB962C8B-B14F-4D97-AF65-F5344CB8AC3E}">
        <p14:creationId xmlns:p14="http://schemas.microsoft.com/office/powerpoint/2010/main" val="2559689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934659F-FD8C-8E47-1E59-FD7A6D7288F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15619F-DFFE-0635-7528-3ED944E26FF5}"/>
              </a:ext>
            </a:extLst>
          </p:cNvPr>
          <p:cNvSpPr>
            <a:spLocks noGrp="1"/>
          </p:cNvSpPr>
          <p:nvPr>
            <p:ph type="sldNum" sz="quarter" idx="12"/>
          </p:nvPr>
        </p:nvSpPr>
        <p:spPr/>
        <p:txBody>
          <a:bodyPr/>
          <a:lstStyle/>
          <a:p>
            <a:fld id="{18772ED8-610E-4373-80B3-D4E94A1FEDFC}" type="slidenum">
              <a:rPr lang="en-US" smtClean="0"/>
              <a:t>‹#›</a:t>
            </a:fld>
            <a:endParaRPr lang="en-US"/>
          </a:p>
        </p:txBody>
      </p:sp>
    </p:spTree>
    <p:extLst>
      <p:ext uri="{BB962C8B-B14F-4D97-AF65-F5344CB8AC3E}">
        <p14:creationId xmlns:p14="http://schemas.microsoft.com/office/powerpoint/2010/main" val="2707368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C7E23-165C-F9C1-5017-0E0BE89AE1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5F0C7C6-E677-6882-1B4B-BE7EA91E21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56110DF-B15F-7718-5F1C-D6650F50CB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6" name="Footer Placeholder 5">
            <a:extLst>
              <a:ext uri="{FF2B5EF4-FFF2-40B4-BE49-F238E27FC236}">
                <a16:creationId xmlns:a16="http://schemas.microsoft.com/office/drawing/2014/main" id="{FAC0A144-1D59-0476-CAC1-37169EFAA9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8E2176-11A6-31ED-8AAE-FC8BF657B279}"/>
              </a:ext>
            </a:extLst>
          </p:cNvPr>
          <p:cNvSpPr>
            <a:spLocks noGrp="1"/>
          </p:cNvSpPr>
          <p:nvPr>
            <p:ph type="sldNum" sz="quarter" idx="12"/>
          </p:nvPr>
        </p:nvSpPr>
        <p:spPr/>
        <p:txBody>
          <a:bodyPr/>
          <a:lstStyle/>
          <a:p>
            <a:fld id="{18772ED8-610E-4373-80B3-D4E94A1FEDFC}" type="slidenum">
              <a:rPr lang="en-US" smtClean="0"/>
              <a:t>‹#›</a:t>
            </a:fld>
            <a:endParaRPr lang="en-US"/>
          </a:p>
        </p:txBody>
      </p:sp>
    </p:spTree>
    <p:extLst>
      <p:ext uri="{BB962C8B-B14F-4D97-AF65-F5344CB8AC3E}">
        <p14:creationId xmlns:p14="http://schemas.microsoft.com/office/powerpoint/2010/main" val="592557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88771-A977-E64B-7CBA-A29EE1E2F2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FE80D18-89F1-BDA8-24A1-D75595363B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E4DAE14-6734-D502-7508-6AD6DE4646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6" name="Footer Placeholder 5">
            <a:extLst>
              <a:ext uri="{FF2B5EF4-FFF2-40B4-BE49-F238E27FC236}">
                <a16:creationId xmlns:a16="http://schemas.microsoft.com/office/drawing/2014/main" id="{F7A05FEF-BD4B-3731-D9A4-D4B11B6106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2421BF-A78E-4581-25BA-D2837068A93C}"/>
              </a:ext>
            </a:extLst>
          </p:cNvPr>
          <p:cNvSpPr>
            <a:spLocks noGrp="1"/>
          </p:cNvSpPr>
          <p:nvPr>
            <p:ph type="sldNum" sz="quarter" idx="12"/>
          </p:nvPr>
        </p:nvSpPr>
        <p:spPr/>
        <p:txBody>
          <a:bodyPr/>
          <a:lstStyle/>
          <a:p>
            <a:fld id="{18772ED8-610E-4373-80B3-D4E94A1FEDFC}" type="slidenum">
              <a:rPr lang="en-US" smtClean="0"/>
              <a:t>‹#›</a:t>
            </a:fld>
            <a:endParaRPr lang="en-US"/>
          </a:p>
        </p:txBody>
      </p:sp>
    </p:spTree>
    <p:extLst>
      <p:ext uri="{BB962C8B-B14F-4D97-AF65-F5344CB8AC3E}">
        <p14:creationId xmlns:p14="http://schemas.microsoft.com/office/powerpoint/2010/main" val="34601145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ACEF2-E51B-7501-8FB4-4B18F24AACC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B4FCA19-242B-8543-BFE2-76A83B41E82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18F9D109-5827-C6DF-EE55-C3F8D49AFC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DB1721-DB25-4651-3353-62D931288363}"/>
              </a:ext>
            </a:extLst>
          </p:cNvPr>
          <p:cNvSpPr>
            <a:spLocks noGrp="1"/>
          </p:cNvSpPr>
          <p:nvPr>
            <p:ph type="sldNum" sz="quarter" idx="12"/>
          </p:nvPr>
        </p:nvSpPr>
        <p:spPr/>
        <p:txBody>
          <a:bodyPr/>
          <a:lstStyle/>
          <a:p>
            <a:fld id="{18772ED8-610E-4373-80B3-D4E94A1FEDFC}" type="slidenum">
              <a:rPr lang="en-US" smtClean="0"/>
              <a:t>‹#›</a:t>
            </a:fld>
            <a:endParaRPr lang="en-US"/>
          </a:p>
        </p:txBody>
      </p:sp>
    </p:spTree>
    <p:extLst>
      <p:ext uri="{BB962C8B-B14F-4D97-AF65-F5344CB8AC3E}">
        <p14:creationId xmlns:p14="http://schemas.microsoft.com/office/powerpoint/2010/main" val="14146520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6613102-CF82-6C4D-E614-C0F146F88B1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1555572-BA59-111F-2F5A-7FABDEDB058B}"/>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073728B1-0299-F6EF-C571-0EEC6F39EB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D3240C-C9CB-64CC-FB61-C2A71B5F9C8E}"/>
              </a:ext>
            </a:extLst>
          </p:cNvPr>
          <p:cNvSpPr>
            <a:spLocks noGrp="1"/>
          </p:cNvSpPr>
          <p:nvPr>
            <p:ph type="sldNum" sz="quarter" idx="12"/>
          </p:nvPr>
        </p:nvSpPr>
        <p:spPr/>
        <p:txBody>
          <a:bodyPr/>
          <a:lstStyle/>
          <a:p>
            <a:fld id="{18772ED8-610E-4373-80B3-D4E94A1FEDFC}" type="slidenum">
              <a:rPr lang="en-US" smtClean="0"/>
              <a:t>‹#›</a:t>
            </a:fld>
            <a:endParaRPr lang="en-US"/>
          </a:p>
        </p:txBody>
      </p:sp>
    </p:spTree>
    <p:extLst>
      <p:ext uri="{BB962C8B-B14F-4D97-AF65-F5344CB8AC3E}">
        <p14:creationId xmlns:p14="http://schemas.microsoft.com/office/powerpoint/2010/main" val="23276118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73C9406-6241-E347-92A4-3671034B9113}"/>
              </a:ext>
            </a:extLst>
          </p:cNvPr>
          <p:cNvPicPr>
            <a:picLocks noChangeAspect="1"/>
          </p:cNvPicPr>
          <p:nvPr/>
        </p:nvPicPr>
        <p:blipFill>
          <a:blip r:embed="rId2"/>
          <a:stretch>
            <a:fillRect/>
          </a:stretch>
        </p:blipFill>
        <p:spPr>
          <a:xfrm>
            <a:off x="0" y="0"/>
            <a:ext cx="12227442" cy="6858000"/>
          </a:xfrm>
          <a:prstGeom prst="rect">
            <a:avLst/>
          </a:prstGeom>
        </p:spPr>
      </p:pic>
      <p:pic>
        <p:nvPicPr>
          <p:cNvPr id="6" name="Picture 5">
            <a:extLst>
              <a:ext uri="{FF2B5EF4-FFF2-40B4-BE49-F238E27FC236}">
                <a16:creationId xmlns:a16="http://schemas.microsoft.com/office/drawing/2014/main" id="{161CA9BC-9563-844E-B786-04D58F7BF61B}"/>
              </a:ext>
            </a:extLst>
          </p:cNvPr>
          <p:cNvPicPr>
            <a:picLocks noChangeAspect="1"/>
          </p:cNvPicPr>
          <p:nvPr/>
        </p:nvPicPr>
        <p:blipFill>
          <a:blip r:embed="rId3"/>
          <a:stretch>
            <a:fillRect/>
          </a:stretch>
        </p:blipFill>
        <p:spPr>
          <a:xfrm>
            <a:off x="139454" y="878741"/>
            <a:ext cx="4899976" cy="2019479"/>
          </a:xfrm>
          <a:prstGeom prst="rect">
            <a:avLst/>
          </a:prstGeom>
        </p:spPr>
      </p:pic>
      <p:sp>
        <p:nvSpPr>
          <p:cNvPr id="7" name="Rectangle 6">
            <a:extLst>
              <a:ext uri="{FF2B5EF4-FFF2-40B4-BE49-F238E27FC236}">
                <a16:creationId xmlns:a16="http://schemas.microsoft.com/office/drawing/2014/main" id="{0DA85D32-B018-6A46-851B-7305F0540A88}"/>
              </a:ext>
            </a:extLst>
          </p:cNvPr>
          <p:cNvSpPr/>
          <p:nvPr/>
        </p:nvSpPr>
        <p:spPr>
          <a:xfrm>
            <a:off x="1" y="2831605"/>
            <a:ext cx="12192000" cy="1139477"/>
          </a:xfrm>
          <a:prstGeom prst="rect">
            <a:avLst/>
          </a:prstGeom>
          <a:solidFill>
            <a:srgbClr val="6DADE4">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9E1B"/>
              </a:solidFill>
            </a:endParaRPr>
          </a:p>
        </p:txBody>
      </p:sp>
      <p:sp>
        <p:nvSpPr>
          <p:cNvPr id="12" name="Title 4">
            <a:extLst>
              <a:ext uri="{FF2B5EF4-FFF2-40B4-BE49-F238E27FC236}">
                <a16:creationId xmlns:a16="http://schemas.microsoft.com/office/drawing/2014/main" id="{BE5927E4-3324-6048-88B6-62B4BCEDE7FE}"/>
              </a:ext>
            </a:extLst>
          </p:cNvPr>
          <p:cNvSpPr>
            <a:spLocks noGrp="1"/>
          </p:cNvSpPr>
          <p:nvPr>
            <p:ph type="title"/>
          </p:nvPr>
        </p:nvSpPr>
        <p:spPr>
          <a:xfrm>
            <a:off x="858981" y="3135601"/>
            <a:ext cx="8229600" cy="563562"/>
          </a:xfrm>
          <a:prstGeom prst="rect">
            <a:avLst/>
          </a:prstGeom>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4291820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0F583A-EF24-8C40-880E-6C8011274011}"/>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l="-436"/>
          <a:stretch/>
        </p:blipFill>
        <p:spPr>
          <a:xfrm>
            <a:off x="0" y="0"/>
            <a:ext cx="12192000" cy="6858000"/>
          </a:xfrm>
          <a:prstGeom prst="rect">
            <a:avLst/>
          </a:prstGeom>
        </p:spPr>
      </p:pic>
      <p:sp>
        <p:nvSpPr>
          <p:cNvPr id="8" name="Rectangle 7">
            <a:extLst>
              <a:ext uri="{FF2B5EF4-FFF2-40B4-BE49-F238E27FC236}">
                <a16:creationId xmlns:a16="http://schemas.microsoft.com/office/drawing/2014/main" id="{074198F2-EEA6-C345-B4E5-70967EA6D75F}"/>
              </a:ext>
            </a:extLst>
          </p:cNvPr>
          <p:cNvSpPr/>
          <p:nvPr/>
        </p:nvSpPr>
        <p:spPr>
          <a:xfrm>
            <a:off x="7407729" y="0"/>
            <a:ext cx="4784271" cy="6858000"/>
          </a:xfrm>
          <a:prstGeom prst="rect">
            <a:avLst/>
          </a:prstGeom>
          <a:solidFill>
            <a:srgbClr val="002D7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hasCustomPrompt="1"/>
          </p:nvPr>
        </p:nvSpPr>
        <p:spPr>
          <a:xfrm>
            <a:off x="7848600" y="2353591"/>
            <a:ext cx="3853543" cy="2432277"/>
          </a:xfrm>
          <a:prstGeom prst="rect">
            <a:avLst/>
          </a:prstGeom>
        </p:spPr>
        <p:txBody>
          <a:bodyPr anchor="t"/>
          <a:lstStyle>
            <a:lvl1pPr algn="l">
              <a:defRPr sz="6000">
                <a:solidFill>
                  <a:schemeClr val="bg1"/>
                </a:solidFill>
              </a:defRPr>
            </a:lvl1pPr>
          </a:lstStyle>
          <a:p>
            <a:r>
              <a:rPr lang="en-US" dirty="0"/>
              <a:t>Section title</a:t>
            </a:r>
          </a:p>
        </p:txBody>
      </p:sp>
      <p:sp>
        <p:nvSpPr>
          <p:cNvPr id="3" name="Subtitle 2"/>
          <p:cNvSpPr>
            <a:spLocks noGrp="1"/>
          </p:cNvSpPr>
          <p:nvPr>
            <p:ph type="subTitle" idx="1" hasCustomPrompt="1"/>
          </p:nvPr>
        </p:nvSpPr>
        <p:spPr>
          <a:xfrm>
            <a:off x="7848601" y="3325589"/>
            <a:ext cx="3877234" cy="1461564"/>
          </a:xfrm>
          <a:prstGeom prst="rect">
            <a:avLst/>
          </a:prstGeo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Section title subtext</a:t>
            </a:r>
          </a:p>
        </p:txBody>
      </p:sp>
      <p:sp>
        <p:nvSpPr>
          <p:cNvPr id="6" name="Slide Number Placeholder 5"/>
          <p:cNvSpPr>
            <a:spLocks noGrp="1"/>
          </p:cNvSpPr>
          <p:nvPr>
            <p:ph type="sldNum" sz="quarter" idx="12"/>
          </p:nvPr>
        </p:nvSpPr>
        <p:spPr>
          <a:xfrm>
            <a:off x="8915400" y="6248773"/>
            <a:ext cx="2743200" cy="365125"/>
          </a:xfrm>
          <a:prstGeom prst="rect">
            <a:avLst/>
          </a:prstGeom>
        </p:spPr>
        <p:txBody>
          <a:bodyPr/>
          <a:lstStyle>
            <a:lvl1pPr algn="r">
              <a:defRPr>
                <a:solidFill>
                  <a:schemeClr val="bg1"/>
                </a:solidFill>
              </a:defRPr>
            </a:lvl1pPr>
          </a:lstStyle>
          <a:p>
            <a:fld id="{7585F1DB-7299-46F0-A294-AA8393461B28}" type="slidenum">
              <a:rPr lang="en-US" smtClean="0"/>
              <a:t>‹#›</a:t>
            </a:fld>
            <a:endParaRPr lang="en-US"/>
          </a:p>
        </p:txBody>
      </p:sp>
      <p:sp>
        <p:nvSpPr>
          <p:cNvPr id="14" name="Rectangle 13">
            <a:extLst>
              <a:ext uri="{FF2B5EF4-FFF2-40B4-BE49-F238E27FC236}">
                <a16:creationId xmlns:a16="http://schemas.microsoft.com/office/drawing/2014/main" id="{57B1D904-1C3D-5845-A707-9938053942EA}"/>
              </a:ext>
            </a:extLst>
          </p:cNvPr>
          <p:cNvSpPr/>
          <p:nvPr/>
        </p:nvSpPr>
        <p:spPr>
          <a:xfrm>
            <a:off x="7869110" y="2307263"/>
            <a:ext cx="3844805" cy="63794"/>
          </a:xfrm>
          <a:prstGeom prst="rect">
            <a:avLst/>
          </a:prstGeom>
          <a:solidFill>
            <a:srgbClr val="6DAD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124799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4_Title Slid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96E6ECF-A249-0D40-9B75-0B32CB9D082C}"/>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Rectangle 7">
            <a:extLst>
              <a:ext uri="{FF2B5EF4-FFF2-40B4-BE49-F238E27FC236}">
                <a16:creationId xmlns:a16="http://schemas.microsoft.com/office/drawing/2014/main" id="{074198F2-EEA6-C345-B4E5-70967EA6D75F}"/>
              </a:ext>
            </a:extLst>
          </p:cNvPr>
          <p:cNvSpPr/>
          <p:nvPr/>
        </p:nvSpPr>
        <p:spPr>
          <a:xfrm>
            <a:off x="0" y="0"/>
            <a:ext cx="4784271" cy="6858000"/>
          </a:xfrm>
          <a:prstGeom prst="rect">
            <a:avLst/>
          </a:prstGeom>
          <a:solidFill>
            <a:srgbClr val="002D7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hasCustomPrompt="1"/>
          </p:nvPr>
        </p:nvSpPr>
        <p:spPr>
          <a:xfrm>
            <a:off x="440871" y="2353591"/>
            <a:ext cx="3853543" cy="2432277"/>
          </a:xfrm>
          <a:prstGeom prst="rect">
            <a:avLst/>
          </a:prstGeom>
        </p:spPr>
        <p:txBody>
          <a:bodyPr anchor="t"/>
          <a:lstStyle>
            <a:lvl1pPr algn="l">
              <a:defRPr sz="6000">
                <a:solidFill>
                  <a:schemeClr val="bg1"/>
                </a:solidFill>
              </a:defRPr>
            </a:lvl1pPr>
          </a:lstStyle>
          <a:p>
            <a:r>
              <a:rPr lang="en-US" dirty="0"/>
              <a:t>Section title</a:t>
            </a:r>
          </a:p>
        </p:txBody>
      </p:sp>
      <p:sp>
        <p:nvSpPr>
          <p:cNvPr id="3" name="Subtitle 2"/>
          <p:cNvSpPr>
            <a:spLocks noGrp="1"/>
          </p:cNvSpPr>
          <p:nvPr>
            <p:ph type="subTitle" idx="1" hasCustomPrompt="1"/>
          </p:nvPr>
        </p:nvSpPr>
        <p:spPr>
          <a:xfrm>
            <a:off x="440872" y="3325589"/>
            <a:ext cx="3877234" cy="1461564"/>
          </a:xfrm>
          <a:prstGeom prst="rect">
            <a:avLst/>
          </a:prstGeo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Section title subtext</a:t>
            </a:r>
          </a:p>
        </p:txBody>
      </p:sp>
      <p:sp>
        <p:nvSpPr>
          <p:cNvPr id="6" name="Slide Number Placeholder 5"/>
          <p:cNvSpPr>
            <a:spLocks noGrp="1"/>
          </p:cNvSpPr>
          <p:nvPr>
            <p:ph type="sldNum" sz="quarter" idx="12"/>
          </p:nvPr>
        </p:nvSpPr>
        <p:spPr>
          <a:xfrm>
            <a:off x="470178" y="6248773"/>
            <a:ext cx="2743200" cy="365125"/>
          </a:xfrm>
          <a:prstGeom prst="rect">
            <a:avLst/>
          </a:prstGeom>
        </p:spPr>
        <p:txBody>
          <a:bodyPr/>
          <a:lstStyle>
            <a:lvl1pPr algn="l">
              <a:defRPr>
                <a:solidFill>
                  <a:schemeClr val="bg1"/>
                </a:solidFill>
              </a:defRPr>
            </a:lvl1pPr>
          </a:lstStyle>
          <a:p>
            <a:fld id="{7585F1DB-7299-46F0-A294-AA8393461B28}" type="slidenum">
              <a:rPr lang="en-US" smtClean="0"/>
              <a:t>‹#›</a:t>
            </a:fld>
            <a:endParaRPr lang="en-US"/>
          </a:p>
        </p:txBody>
      </p:sp>
      <p:sp>
        <p:nvSpPr>
          <p:cNvPr id="14" name="Rectangle 13">
            <a:extLst>
              <a:ext uri="{FF2B5EF4-FFF2-40B4-BE49-F238E27FC236}">
                <a16:creationId xmlns:a16="http://schemas.microsoft.com/office/drawing/2014/main" id="{57B1D904-1C3D-5845-A707-9938053942EA}"/>
              </a:ext>
            </a:extLst>
          </p:cNvPr>
          <p:cNvSpPr/>
          <p:nvPr/>
        </p:nvSpPr>
        <p:spPr>
          <a:xfrm>
            <a:off x="461381" y="2307263"/>
            <a:ext cx="3844805" cy="63794"/>
          </a:xfrm>
          <a:prstGeom prst="rect">
            <a:avLst/>
          </a:prstGeom>
          <a:solidFill>
            <a:srgbClr val="FF9E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59160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_Title Sli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0F583A-EF24-8C40-880E-6C8011274011}"/>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 y="1"/>
            <a:ext cx="12192001" cy="6857999"/>
          </a:xfrm>
          <a:prstGeom prst="rect">
            <a:avLst/>
          </a:prstGeom>
        </p:spPr>
      </p:pic>
      <p:sp>
        <p:nvSpPr>
          <p:cNvPr id="8" name="Rectangle 7">
            <a:extLst>
              <a:ext uri="{FF2B5EF4-FFF2-40B4-BE49-F238E27FC236}">
                <a16:creationId xmlns:a16="http://schemas.microsoft.com/office/drawing/2014/main" id="{074198F2-EEA6-C345-B4E5-70967EA6D75F}"/>
              </a:ext>
            </a:extLst>
          </p:cNvPr>
          <p:cNvSpPr/>
          <p:nvPr/>
        </p:nvSpPr>
        <p:spPr>
          <a:xfrm>
            <a:off x="7407729" y="0"/>
            <a:ext cx="4784271" cy="6858000"/>
          </a:xfrm>
          <a:prstGeom prst="rect">
            <a:avLst/>
          </a:prstGeom>
          <a:solidFill>
            <a:srgbClr val="002D7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hasCustomPrompt="1"/>
          </p:nvPr>
        </p:nvSpPr>
        <p:spPr>
          <a:xfrm>
            <a:off x="7848600" y="2353591"/>
            <a:ext cx="3853543" cy="2432277"/>
          </a:xfrm>
          <a:prstGeom prst="rect">
            <a:avLst/>
          </a:prstGeom>
        </p:spPr>
        <p:txBody>
          <a:bodyPr anchor="t"/>
          <a:lstStyle>
            <a:lvl1pPr algn="l">
              <a:defRPr sz="6000">
                <a:solidFill>
                  <a:schemeClr val="bg1"/>
                </a:solidFill>
              </a:defRPr>
            </a:lvl1pPr>
          </a:lstStyle>
          <a:p>
            <a:r>
              <a:rPr lang="en-US" dirty="0"/>
              <a:t>Section title</a:t>
            </a:r>
          </a:p>
        </p:txBody>
      </p:sp>
      <p:sp>
        <p:nvSpPr>
          <p:cNvPr id="3" name="Subtitle 2"/>
          <p:cNvSpPr>
            <a:spLocks noGrp="1"/>
          </p:cNvSpPr>
          <p:nvPr>
            <p:ph type="subTitle" idx="1" hasCustomPrompt="1"/>
          </p:nvPr>
        </p:nvSpPr>
        <p:spPr>
          <a:xfrm>
            <a:off x="7848601" y="3325589"/>
            <a:ext cx="3877234" cy="1461564"/>
          </a:xfrm>
          <a:prstGeom prst="rect">
            <a:avLst/>
          </a:prstGeo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Section title subtext</a:t>
            </a:r>
          </a:p>
        </p:txBody>
      </p:sp>
      <p:sp>
        <p:nvSpPr>
          <p:cNvPr id="6" name="Slide Number Placeholder 5"/>
          <p:cNvSpPr>
            <a:spLocks noGrp="1"/>
          </p:cNvSpPr>
          <p:nvPr>
            <p:ph type="sldNum" sz="quarter" idx="12"/>
          </p:nvPr>
        </p:nvSpPr>
        <p:spPr>
          <a:xfrm>
            <a:off x="8915400" y="6248773"/>
            <a:ext cx="2743200" cy="365125"/>
          </a:xfrm>
          <a:prstGeom prst="rect">
            <a:avLst/>
          </a:prstGeom>
        </p:spPr>
        <p:txBody>
          <a:bodyPr/>
          <a:lstStyle>
            <a:lvl1pPr algn="r">
              <a:defRPr>
                <a:solidFill>
                  <a:schemeClr val="bg1"/>
                </a:solidFill>
              </a:defRPr>
            </a:lvl1pPr>
          </a:lstStyle>
          <a:p>
            <a:fld id="{7585F1DB-7299-46F0-A294-AA8393461B28}" type="slidenum">
              <a:rPr lang="en-US" smtClean="0"/>
              <a:t>‹#›</a:t>
            </a:fld>
            <a:endParaRPr lang="en-US"/>
          </a:p>
        </p:txBody>
      </p:sp>
      <p:sp>
        <p:nvSpPr>
          <p:cNvPr id="14" name="Rectangle 13">
            <a:extLst>
              <a:ext uri="{FF2B5EF4-FFF2-40B4-BE49-F238E27FC236}">
                <a16:creationId xmlns:a16="http://schemas.microsoft.com/office/drawing/2014/main" id="{57B1D904-1C3D-5845-A707-9938053942EA}"/>
              </a:ext>
            </a:extLst>
          </p:cNvPr>
          <p:cNvSpPr/>
          <p:nvPr/>
        </p:nvSpPr>
        <p:spPr>
          <a:xfrm>
            <a:off x="7869110" y="2307263"/>
            <a:ext cx="3844805" cy="63794"/>
          </a:xfrm>
          <a:prstGeom prst="rect">
            <a:avLst/>
          </a:prstGeom>
          <a:solidFill>
            <a:srgbClr val="9861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93810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6_Title Sli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0F583A-EF24-8C40-880E-6C8011274011}"/>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0" y="1"/>
            <a:ext cx="12177345" cy="6857999"/>
          </a:xfrm>
          <a:prstGeom prst="rect">
            <a:avLst/>
          </a:prstGeom>
        </p:spPr>
      </p:pic>
      <p:sp>
        <p:nvSpPr>
          <p:cNvPr id="8" name="Rectangle 7">
            <a:extLst>
              <a:ext uri="{FF2B5EF4-FFF2-40B4-BE49-F238E27FC236}">
                <a16:creationId xmlns:a16="http://schemas.microsoft.com/office/drawing/2014/main" id="{074198F2-EEA6-C345-B4E5-70967EA6D75F}"/>
              </a:ext>
            </a:extLst>
          </p:cNvPr>
          <p:cNvSpPr/>
          <p:nvPr/>
        </p:nvSpPr>
        <p:spPr>
          <a:xfrm>
            <a:off x="7407729" y="0"/>
            <a:ext cx="4784271" cy="6858000"/>
          </a:xfrm>
          <a:prstGeom prst="rect">
            <a:avLst/>
          </a:prstGeom>
          <a:solidFill>
            <a:srgbClr val="002D7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hasCustomPrompt="1"/>
          </p:nvPr>
        </p:nvSpPr>
        <p:spPr>
          <a:xfrm>
            <a:off x="7848600" y="2353591"/>
            <a:ext cx="3853543" cy="2432277"/>
          </a:xfrm>
          <a:prstGeom prst="rect">
            <a:avLst/>
          </a:prstGeom>
        </p:spPr>
        <p:txBody>
          <a:bodyPr anchor="t"/>
          <a:lstStyle>
            <a:lvl1pPr algn="l">
              <a:defRPr sz="6000">
                <a:solidFill>
                  <a:schemeClr val="bg1"/>
                </a:solidFill>
              </a:defRPr>
            </a:lvl1pPr>
          </a:lstStyle>
          <a:p>
            <a:r>
              <a:rPr lang="en-US" dirty="0"/>
              <a:t>Section title</a:t>
            </a:r>
          </a:p>
        </p:txBody>
      </p:sp>
      <p:sp>
        <p:nvSpPr>
          <p:cNvPr id="3" name="Subtitle 2"/>
          <p:cNvSpPr>
            <a:spLocks noGrp="1"/>
          </p:cNvSpPr>
          <p:nvPr>
            <p:ph type="subTitle" idx="1" hasCustomPrompt="1"/>
          </p:nvPr>
        </p:nvSpPr>
        <p:spPr>
          <a:xfrm>
            <a:off x="7848601" y="3325589"/>
            <a:ext cx="3877234" cy="1461564"/>
          </a:xfrm>
          <a:prstGeom prst="rect">
            <a:avLst/>
          </a:prstGeo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Section title subtext</a:t>
            </a:r>
          </a:p>
        </p:txBody>
      </p:sp>
      <p:sp>
        <p:nvSpPr>
          <p:cNvPr id="6" name="Slide Number Placeholder 5"/>
          <p:cNvSpPr>
            <a:spLocks noGrp="1"/>
          </p:cNvSpPr>
          <p:nvPr>
            <p:ph type="sldNum" sz="quarter" idx="12"/>
          </p:nvPr>
        </p:nvSpPr>
        <p:spPr>
          <a:xfrm>
            <a:off x="8915400" y="6248773"/>
            <a:ext cx="2743200" cy="365125"/>
          </a:xfrm>
          <a:prstGeom prst="rect">
            <a:avLst/>
          </a:prstGeom>
        </p:spPr>
        <p:txBody>
          <a:bodyPr/>
          <a:lstStyle>
            <a:lvl1pPr algn="r">
              <a:defRPr>
                <a:solidFill>
                  <a:schemeClr val="bg1"/>
                </a:solidFill>
              </a:defRPr>
            </a:lvl1pPr>
          </a:lstStyle>
          <a:p>
            <a:fld id="{7585F1DB-7299-46F0-A294-AA8393461B28}" type="slidenum">
              <a:rPr lang="en-US" smtClean="0"/>
              <a:t>‹#›</a:t>
            </a:fld>
            <a:endParaRPr lang="en-US"/>
          </a:p>
        </p:txBody>
      </p:sp>
      <p:sp>
        <p:nvSpPr>
          <p:cNvPr id="14" name="Rectangle 13">
            <a:extLst>
              <a:ext uri="{FF2B5EF4-FFF2-40B4-BE49-F238E27FC236}">
                <a16:creationId xmlns:a16="http://schemas.microsoft.com/office/drawing/2014/main" id="{57B1D904-1C3D-5845-A707-9938053942EA}"/>
              </a:ext>
            </a:extLst>
          </p:cNvPr>
          <p:cNvSpPr/>
          <p:nvPr/>
        </p:nvSpPr>
        <p:spPr>
          <a:xfrm>
            <a:off x="7869110" y="2307263"/>
            <a:ext cx="3844805" cy="63794"/>
          </a:xfrm>
          <a:prstGeom prst="rect">
            <a:avLst/>
          </a:prstGeom>
          <a:solidFill>
            <a:srgbClr val="95C1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76632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5_Title Slid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96E6ECF-A249-0D40-9B75-0B32CB9D082C}"/>
              </a:ext>
            </a:extLst>
          </p:cNvPr>
          <p:cNvPicPr>
            <a:picLocks noChangeAspect="1"/>
          </p:cNvPicPr>
          <p:nvPr/>
        </p:nvPicPr>
        <p:blipFill rotWithShape="1">
          <a:blip r:embed="rId2">
            <a:extLst>
              <a:ext uri="{28A0092B-C50C-407E-A947-70E740481C1C}">
                <a14:useLocalDpi xmlns:a14="http://schemas.microsoft.com/office/drawing/2010/main"/>
              </a:ext>
            </a:extLst>
          </a:blip>
          <a:srcRect/>
          <a:stretch/>
        </p:blipFill>
        <p:spPr>
          <a:xfrm>
            <a:off x="1" y="-1"/>
            <a:ext cx="12192000" cy="6858001"/>
          </a:xfrm>
          <a:prstGeom prst="rect">
            <a:avLst/>
          </a:prstGeom>
        </p:spPr>
      </p:pic>
      <p:sp>
        <p:nvSpPr>
          <p:cNvPr id="8" name="Rectangle 7">
            <a:extLst>
              <a:ext uri="{FF2B5EF4-FFF2-40B4-BE49-F238E27FC236}">
                <a16:creationId xmlns:a16="http://schemas.microsoft.com/office/drawing/2014/main" id="{074198F2-EEA6-C345-B4E5-70967EA6D75F}"/>
              </a:ext>
            </a:extLst>
          </p:cNvPr>
          <p:cNvSpPr/>
          <p:nvPr/>
        </p:nvSpPr>
        <p:spPr>
          <a:xfrm>
            <a:off x="0" y="0"/>
            <a:ext cx="4784271" cy="6858000"/>
          </a:xfrm>
          <a:prstGeom prst="rect">
            <a:avLst/>
          </a:prstGeom>
          <a:solidFill>
            <a:srgbClr val="002D7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hasCustomPrompt="1"/>
          </p:nvPr>
        </p:nvSpPr>
        <p:spPr>
          <a:xfrm>
            <a:off x="440871" y="2353591"/>
            <a:ext cx="3853543" cy="2432277"/>
          </a:xfrm>
          <a:prstGeom prst="rect">
            <a:avLst/>
          </a:prstGeom>
        </p:spPr>
        <p:txBody>
          <a:bodyPr anchor="t"/>
          <a:lstStyle>
            <a:lvl1pPr algn="l">
              <a:defRPr sz="6000">
                <a:solidFill>
                  <a:schemeClr val="bg1"/>
                </a:solidFill>
              </a:defRPr>
            </a:lvl1pPr>
          </a:lstStyle>
          <a:p>
            <a:r>
              <a:rPr lang="en-US" dirty="0"/>
              <a:t>Section title</a:t>
            </a:r>
          </a:p>
        </p:txBody>
      </p:sp>
      <p:sp>
        <p:nvSpPr>
          <p:cNvPr id="3" name="Subtitle 2"/>
          <p:cNvSpPr>
            <a:spLocks noGrp="1"/>
          </p:cNvSpPr>
          <p:nvPr>
            <p:ph type="subTitle" idx="1" hasCustomPrompt="1"/>
          </p:nvPr>
        </p:nvSpPr>
        <p:spPr>
          <a:xfrm>
            <a:off x="440872" y="3325589"/>
            <a:ext cx="3877234" cy="1461564"/>
          </a:xfrm>
          <a:prstGeom prst="rect">
            <a:avLst/>
          </a:prstGeo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Section title subtext</a:t>
            </a:r>
          </a:p>
        </p:txBody>
      </p:sp>
      <p:sp>
        <p:nvSpPr>
          <p:cNvPr id="6" name="Slide Number Placeholder 5"/>
          <p:cNvSpPr>
            <a:spLocks noGrp="1"/>
          </p:cNvSpPr>
          <p:nvPr>
            <p:ph type="sldNum" sz="quarter" idx="12"/>
          </p:nvPr>
        </p:nvSpPr>
        <p:spPr>
          <a:xfrm>
            <a:off x="470178" y="6248773"/>
            <a:ext cx="2743200" cy="365125"/>
          </a:xfrm>
          <a:prstGeom prst="rect">
            <a:avLst/>
          </a:prstGeom>
        </p:spPr>
        <p:txBody>
          <a:bodyPr/>
          <a:lstStyle>
            <a:lvl1pPr algn="l">
              <a:defRPr>
                <a:solidFill>
                  <a:schemeClr val="bg1"/>
                </a:solidFill>
              </a:defRPr>
            </a:lvl1pPr>
          </a:lstStyle>
          <a:p>
            <a:fld id="{7585F1DB-7299-46F0-A294-AA8393461B28}" type="slidenum">
              <a:rPr lang="en-US" smtClean="0"/>
              <a:t>‹#›</a:t>
            </a:fld>
            <a:endParaRPr lang="en-US"/>
          </a:p>
        </p:txBody>
      </p:sp>
      <p:sp>
        <p:nvSpPr>
          <p:cNvPr id="14" name="Rectangle 13">
            <a:extLst>
              <a:ext uri="{FF2B5EF4-FFF2-40B4-BE49-F238E27FC236}">
                <a16:creationId xmlns:a16="http://schemas.microsoft.com/office/drawing/2014/main" id="{57B1D904-1C3D-5845-A707-9938053942EA}"/>
              </a:ext>
            </a:extLst>
          </p:cNvPr>
          <p:cNvSpPr/>
          <p:nvPr/>
        </p:nvSpPr>
        <p:spPr>
          <a:xfrm>
            <a:off x="461381" y="2307263"/>
            <a:ext cx="3844805" cy="63794"/>
          </a:xfrm>
          <a:prstGeom prst="rect">
            <a:avLst/>
          </a:prstGeom>
          <a:solidFill>
            <a:srgbClr val="CED1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615309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7_Title Sli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0F583A-EF24-8C40-880E-6C8011274011}"/>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Rectangle 7">
            <a:extLst>
              <a:ext uri="{FF2B5EF4-FFF2-40B4-BE49-F238E27FC236}">
                <a16:creationId xmlns:a16="http://schemas.microsoft.com/office/drawing/2014/main" id="{074198F2-EEA6-C345-B4E5-70967EA6D75F}"/>
              </a:ext>
            </a:extLst>
          </p:cNvPr>
          <p:cNvSpPr/>
          <p:nvPr/>
        </p:nvSpPr>
        <p:spPr>
          <a:xfrm>
            <a:off x="7407729" y="0"/>
            <a:ext cx="4784271" cy="6858000"/>
          </a:xfrm>
          <a:prstGeom prst="rect">
            <a:avLst/>
          </a:prstGeom>
          <a:solidFill>
            <a:srgbClr val="002D7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hasCustomPrompt="1"/>
          </p:nvPr>
        </p:nvSpPr>
        <p:spPr>
          <a:xfrm>
            <a:off x="7848600" y="2353591"/>
            <a:ext cx="3853543" cy="2432277"/>
          </a:xfrm>
          <a:prstGeom prst="rect">
            <a:avLst/>
          </a:prstGeom>
        </p:spPr>
        <p:txBody>
          <a:bodyPr anchor="t"/>
          <a:lstStyle>
            <a:lvl1pPr algn="l">
              <a:defRPr sz="6000">
                <a:solidFill>
                  <a:schemeClr val="bg1"/>
                </a:solidFill>
              </a:defRPr>
            </a:lvl1pPr>
          </a:lstStyle>
          <a:p>
            <a:r>
              <a:rPr lang="en-US" dirty="0"/>
              <a:t>Section title</a:t>
            </a:r>
          </a:p>
        </p:txBody>
      </p:sp>
      <p:sp>
        <p:nvSpPr>
          <p:cNvPr id="3" name="Subtitle 2"/>
          <p:cNvSpPr>
            <a:spLocks noGrp="1"/>
          </p:cNvSpPr>
          <p:nvPr>
            <p:ph type="subTitle" idx="1" hasCustomPrompt="1"/>
          </p:nvPr>
        </p:nvSpPr>
        <p:spPr>
          <a:xfrm>
            <a:off x="7848601" y="3325589"/>
            <a:ext cx="3877234" cy="1461564"/>
          </a:xfrm>
          <a:prstGeom prst="rect">
            <a:avLst/>
          </a:prstGeo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Section title subtext</a:t>
            </a:r>
          </a:p>
        </p:txBody>
      </p:sp>
      <p:sp>
        <p:nvSpPr>
          <p:cNvPr id="6" name="Slide Number Placeholder 5"/>
          <p:cNvSpPr>
            <a:spLocks noGrp="1"/>
          </p:cNvSpPr>
          <p:nvPr>
            <p:ph type="sldNum" sz="quarter" idx="12"/>
          </p:nvPr>
        </p:nvSpPr>
        <p:spPr>
          <a:xfrm>
            <a:off x="8915400" y="6248773"/>
            <a:ext cx="2743200" cy="365125"/>
          </a:xfrm>
          <a:prstGeom prst="rect">
            <a:avLst/>
          </a:prstGeom>
        </p:spPr>
        <p:txBody>
          <a:bodyPr/>
          <a:lstStyle>
            <a:lvl1pPr algn="r">
              <a:defRPr>
                <a:solidFill>
                  <a:schemeClr val="bg1"/>
                </a:solidFill>
              </a:defRPr>
            </a:lvl1pPr>
          </a:lstStyle>
          <a:p>
            <a:fld id="{7585F1DB-7299-46F0-A294-AA8393461B28}" type="slidenum">
              <a:rPr lang="en-US" smtClean="0"/>
              <a:t>‹#›</a:t>
            </a:fld>
            <a:endParaRPr lang="en-US"/>
          </a:p>
        </p:txBody>
      </p:sp>
      <p:sp>
        <p:nvSpPr>
          <p:cNvPr id="14" name="Rectangle 13">
            <a:extLst>
              <a:ext uri="{FF2B5EF4-FFF2-40B4-BE49-F238E27FC236}">
                <a16:creationId xmlns:a16="http://schemas.microsoft.com/office/drawing/2014/main" id="{57B1D904-1C3D-5845-A707-9938053942EA}"/>
              </a:ext>
            </a:extLst>
          </p:cNvPr>
          <p:cNvSpPr/>
          <p:nvPr/>
        </p:nvSpPr>
        <p:spPr>
          <a:xfrm>
            <a:off x="7869110" y="2307263"/>
            <a:ext cx="3844805" cy="63794"/>
          </a:xfrm>
          <a:prstGeom prst="rect">
            <a:avLst/>
          </a:prstGeom>
          <a:solidFill>
            <a:srgbClr val="9861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569834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9_Title Slid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96E6ECF-A249-0D40-9B75-0B32CB9D082C}"/>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23459" y="0"/>
            <a:ext cx="12215460" cy="6858000"/>
          </a:xfrm>
          <a:prstGeom prst="rect">
            <a:avLst/>
          </a:prstGeom>
        </p:spPr>
      </p:pic>
      <p:sp>
        <p:nvSpPr>
          <p:cNvPr id="8" name="Rectangle 7">
            <a:extLst>
              <a:ext uri="{FF2B5EF4-FFF2-40B4-BE49-F238E27FC236}">
                <a16:creationId xmlns:a16="http://schemas.microsoft.com/office/drawing/2014/main" id="{074198F2-EEA6-C345-B4E5-70967EA6D75F}"/>
              </a:ext>
            </a:extLst>
          </p:cNvPr>
          <p:cNvSpPr/>
          <p:nvPr/>
        </p:nvSpPr>
        <p:spPr>
          <a:xfrm>
            <a:off x="0" y="0"/>
            <a:ext cx="4784271" cy="6858000"/>
          </a:xfrm>
          <a:prstGeom prst="rect">
            <a:avLst/>
          </a:prstGeom>
          <a:solidFill>
            <a:srgbClr val="002D7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hasCustomPrompt="1"/>
          </p:nvPr>
        </p:nvSpPr>
        <p:spPr>
          <a:xfrm>
            <a:off x="440871" y="2353591"/>
            <a:ext cx="3853543" cy="2432277"/>
          </a:xfrm>
          <a:prstGeom prst="rect">
            <a:avLst/>
          </a:prstGeom>
        </p:spPr>
        <p:txBody>
          <a:bodyPr anchor="t"/>
          <a:lstStyle>
            <a:lvl1pPr algn="l">
              <a:defRPr sz="6000">
                <a:solidFill>
                  <a:schemeClr val="bg1"/>
                </a:solidFill>
              </a:defRPr>
            </a:lvl1pPr>
          </a:lstStyle>
          <a:p>
            <a:r>
              <a:rPr lang="en-US" dirty="0"/>
              <a:t>Section title</a:t>
            </a:r>
          </a:p>
        </p:txBody>
      </p:sp>
      <p:sp>
        <p:nvSpPr>
          <p:cNvPr id="3" name="Subtitle 2"/>
          <p:cNvSpPr>
            <a:spLocks noGrp="1"/>
          </p:cNvSpPr>
          <p:nvPr>
            <p:ph type="subTitle" idx="1" hasCustomPrompt="1"/>
          </p:nvPr>
        </p:nvSpPr>
        <p:spPr>
          <a:xfrm>
            <a:off x="440872" y="3325589"/>
            <a:ext cx="3877234" cy="1461564"/>
          </a:xfrm>
          <a:prstGeom prst="rect">
            <a:avLst/>
          </a:prstGeo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Section title subtext</a:t>
            </a:r>
          </a:p>
        </p:txBody>
      </p:sp>
      <p:sp>
        <p:nvSpPr>
          <p:cNvPr id="6" name="Slide Number Placeholder 5"/>
          <p:cNvSpPr>
            <a:spLocks noGrp="1"/>
          </p:cNvSpPr>
          <p:nvPr>
            <p:ph type="sldNum" sz="quarter" idx="12"/>
          </p:nvPr>
        </p:nvSpPr>
        <p:spPr>
          <a:xfrm>
            <a:off x="470178" y="6248773"/>
            <a:ext cx="2743200" cy="365125"/>
          </a:xfrm>
          <a:prstGeom prst="rect">
            <a:avLst/>
          </a:prstGeom>
        </p:spPr>
        <p:txBody>
          <a:bodyPr/>
          <a:lstStyle>
            <a:lvl1pPr algn="l">
              <a:defRPr>
                <a:solidFill>
                  <a:schemeClr val="bg1"/>
                </a:solidFill>
              </a:defRPr>
            </a:lvl1pPr>
          </a:lstStyle>
          <a:p>
            <a:fld id="{7585F1DB-7299-46F0-A294-AA8393461B28}" type="slidenum">
              <a:rPr lang="en-US" smtClean="0"/>
              <a:t>‹#›</a:t>
            </a:fld>
            <a:endParaRPr lang="en-US"/>
          </a:p>
        </p:txBody>
      </p:sp>
      <p:sp>
        <p:nvSpPr>
          <p:cNvPr id="14" name="Rectangle 13">
            <a:extLst>
              <a:ext uri="{FF2B5EF4-FFF2-40B4-BE49-F238E27FC236}">
                <a16:creationId xmlns:a16="http://schemas.microsoft.com/office/drawing/2014/main" id="{57B1D904-1C3D-5845-A707-9938053942EA}"/>
              </a:ext>
            </a:extLst>
          </p:cNvPr>
          <p:cNvSpPr/>
          <p:nvPr/>
        </p:nvSpPr>
        <p:spPr>
          <a:xfrm>
            <a:off x="461381" y="2307263"/>
            <a:ext cx="3844805" cy="63794"/>
          </a:xfrm>
          <a:prstGeom prst="rect">
            <a:avLst/>
          </a:prstGeom>
          <a:solidFill>
            <a:srgbClr val="FF9E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882490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8_Title Sli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0F583A-EF24-8C40-880E-6C8011274011}"/>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0" y="0"/>
            <a:ext cx="12184363" cy="6858000"/>
          </a:xfrm>
          <a:prstGeom prst="rect">
            <a:avLst/>
          </a:prstGeom>
        </p:spPr>
      </p:pic>
      <p:sp>
        <p:nvSpPr>
          <p:cNvPr id="8" name="Rectangle 7">
            <a:extLst>
              <a:ext uri="{FF2B5EF4-FFF2-40B4-BE49-F238E27FC236}">
                <a16:creationId xmlns:a16="http://schemas.microsoft.com/office/drawing/2014/main" id="{074198F2-EEA6-C345-B4E5-70967EA6D75F}"/>
              </a:ext>
            </a:extLst>
          </p:cNvPr>
          <p:cNvSpPr/>
          <p:nvPr/>
        </p:nvSpPr>
        <p:spPr>
          <a:xfrm>
            <a:off x="7407729" y="0"/>
            <a:ext cx="4784271" cy="6858000"/>
          </a:xfrm>
          <a:prstGeom prst="rect">
            <a:avLst/>
          </a:prstGeom>
          <a:solidFill>
            <a:srgbClr val="002D7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hasCustomPrompt="1"/>
          </p:nvPr>
        </p:nvSpPr>
        <p:spPr>
          <a:xfrm>
            <a:off x="7848600" y="2353591"/>
            <a:ext cx="3853543" cy="2432277"/>
          </a:xfrm>
          <a:prstGeom prst="rect">
            <a:avLst/>
          </a:prstGeom>
        </p:spPr>
        <p:txBody>
          <a:bodyPr anchor="t"/>
          <a:lstStyle>
            <a:lvl1pPr algn="l">
              <a:defRPr sz="6000">
                <a:solidFill>
                  <a:schemeClr val="bg1"/>
                </a:solidFill>
              </a:defRPr>
            </a:lvl1pPr>
          </a:lstStyle>
          <a:p>
            <a:r>
              <a:rPr lang="en-US" dirty="0"/>
              <a:t>Section title</a:t>
            </a:r>
          </a:p>
        </p:txBody>
      </p:sp>
      <p:sp>
        <p:nvSpPr>
          <p:cNvPr id="3" name="Subtitle 2"/>
          <p:cNvSpPr>
            <a:spLocks noGrp="1"/>
          </p:cNvSpPr>
          <p:nvPr>
            <p:ph type="subTitle" idx="1" hasCustomPrompt="1"/>
          </p:nvPr>
        </p:nvSpPr>
        <p:spPr>
          <a:xfrm>
            <a:off x="7848601" y="3325589"/>
            <a:ext cx="3877234" cy="1461564"/>
          </a:xfrm>
          <a:prstGeom prst="rect">
            <a:avLst/>
          </a:prstGeo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Section title subtext</a:t>
            </a:r>
          </a:p>
        </p:txBody>
      </p:sp>
      <p:sp>
        <p:nvSpPr>
          <p:cNvPr id="6" name="Slide Number Placeholder 5"/>
          <p:cNvSpPr>
            <a:spLocks noGrp="1"/>
          </p:cNvSpPr>
          <p:nvPr>
            <p:ph type="sldNum" sz="quarter" idx="12"/>
          </p:nvPr>
        </p:nvSpPr>
        <p:spPr>
          <a:xfrm>
            <a:off x="8915400" y="6248773"/>
            <a:ext cx="2743200" cy="365125"/>
          </a:xfrm>
          <a:prstGeom prst="rect">
            <a:avLst/>
          </a:prstGeom>
        </p:spPr>
        <p:txBody>
          <a:bodyPr/>
          <a:lstStyle>
            <a:lvl1pPr algn="r">
              <a:defRPr>
                <a:solidFill>
                  <a:schemeClr val="bg1"/>
                </a:solidFill>
              </a:defRPr>
            </a:lvl1pPr>
          </a:lstStyle>
          <a:p>
            <a:fld id="{7585F1DB-7299-46F0-A294-AA8393461B28}" type="slidenum">
              <a:rPr lang="en-US" smtClean="0"/>
              <a:t>‹#›</a:t>
            </a:fld>
            <a:endParaRPr lang="en-US"/>
          </a:p>
        </p:txBody>
      </p:sp>
      <p:sp>
        <p:nvSpPr>
          <p:cNvPr id="14" name="Rectangle 13">
            <a:extLst>
              <a:ext uri="{FF2B5EF4-FFF2-40B4-BE49-F238E27FC236}">
                <a16:creationId xmlns:a16="http://schemas.microsoft.com/office/drawing/2014/main" id="{57B1D904-1C3D-5845-A707-9938053942EA}"/>
              </a:ext>
            </a:extLst>
          </p:cNvPr>
          <p:cNvSpPr/>
          <p:nvPr/>
        </p:nvSpPr>
        <p:spPr>
          <a:xfrm>
            <a:off x="7869110" y="2307263"/>
            <a:ext cx="3844805" cy="63794"/>
          </a:xfrm>
          <a:prstGeom prst="rect">
            <a:avLst/>
          </a:prstGeom>
          <a:solidFill>
            <a:srgbClr val="95C1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331925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0_Title Slid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96E6ECF-A249-0D40-9B75-0B32CB9D082C}"/>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 y="-1"/>
            <a:ext cx="12192000" cy="6858001"/>
          </a:xfrm>
          <a:prstGeom prst="rect">
            <a:avLst/>
          </a:prstGeom>
        </p:spPr>
      </p:pic>
      <p:sp>
        <p:nvSpPr>
          <p:cNvPr id="8" name="Rectangle 7">
            <a:extLst>
              <a:ext uri="{FF2B5EF4-FFF2-40B4-BE49-F238E27FC236}">
                <a16:creationId xmlns:a16="http://schemas.microsoft.com/office/drawing/2014/main" id="{074198F2-EEA6-C345-B4E5-70967EA6D75F}"/>
              </a:ext>
            </a:extLst>
          </p:cNvPr>
          <p:cNvSpPr/>
          <p:nvPr/>
        </p:nvSpPr>
        <p:spPr>
          <a:xfrm>
            <a:off x="0" y="0"/>
            <a:ext cx="4784271" cy="6858000"/>
          </a:xfrm>
          <a:prstGeom prst="rect">
            <a:avLst/>
          </a:prstGeom>
          <a:solidFill>
            <a:srgbClr val="002D7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hasCustomPrompt="1"/>
          </p:nvPr>
        </p:nvSpPr>
        <p:spPr>
          <a:xfrm>
            <a:off x="440871" y="2353591"/>
            <a:ext cx="3853543" cy="2432277"/>
          </a:xfrm>
          <a:prstGeom prst="rect">
            <a:avLst/>
          </a:prstGeom>
        </p:spPr>
        <p:txBody>
          <a:bodyPr anchor="t"/>
          <a:lstStyle>
            <a:lvl1pPr algn="l">
              <a:defRPr sz="6000">
                <a:solidFill>
                  <a:schemeClr val="bg1"/>
                </a:solidFill>
              </a:defRPr>
            </a:lvl1pPr>
          </a:lstStyle>
          <a:p>
            <a:r>
              <a:rPr lang="en-US" dirty="0"/>
              <a:t>Section title</a:t>
            </a:r>
          </a:p>
        </p:txBody>
      </p:sp>
      <p:sp>
        <p:nvSpPr>
          <p:cNvPr id="3" name="Subtitle 2"/>
          <p:cNvSpPr>
            <a:spLocks noGrp="1"/>
          </p:cNvSpPr>
          <p:nvPr>
            <p:ph type="subTitle" idx="1" hasCustomPrompt="1"/>
          </p:nvPr>
        </p:nvSpPr>
        <p:spPr>
          <a:xfrm>
            <a:off x="440872" y="3325589"/>
            <a:ext cx="3877234" cy="1461564"/>
          </a:xfrm>
          <a:prstGeom prst="rect">
            <a:avLst/>
          </a:prstGeo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Section title subtext</a:t>
            </a:r>
          </a:p>
        </p:txBody>
      </p:sp>
      <p:sp>
        <p:nvSpPr>
          <p:cNvPr id="6" name="Slide Number Placeholder 5"/>
          <p:cNvSpPr>
            <a:spLocks noGrp="1"/>
          </p:cNvSpPr>
          <p:nvPr>
            <p:ph type="sldNum" sz="quarter" idx="12"/>
          </p:nvPr>
        </p:nvSpPr>
        <p:spPr>
          <a:xfrm>
            <a:off x="470178" y="6248773"/>
            <a:ext cx="2743200" cy="365125"/>
          </a:xfrm>
          <a:prstGeom prst="rect">
            <a:avLst/>
          </a:prstGeom>
        </p:spPr>
        <p:txBody>
          <a:bodyPr/>
          <a:lstStyle>
            <a:lvl1pPr algn="l">
              <a:defRPr>
                <a:solidFill>
                  <a:schemeClr val="bg1"/>
                </a:solidFill>
              </a:defRPr>
            </a:lvl1pPr>
          </a:lstStyle>
          <a:p>
            <a:fld id="{7585F1DB-7299-46F0-A294-AA8393461B28}" type="slidenum">
              <a:rPr lang="en-US" smtClean="0"/>
              <a:t>‹#›</a:t>
            </a:fld>
            <a:endParaRPr lang="en-US"/>
          </a:p>
        </p:txBody>
      </p:sp>
      <p:sp>
        <p:nvSpPr>
          <p:cNvPr id="14" name="Rectangle 13">
            <a:extLst>
              <a:ext uri="{FF2B5EF4-FFF2-40B4-BE49-F238E27FC236}">
                <a16:creationId xmlns:a16="http://schemas.microsoft.com/office/drawing/2014/main" id="{57B1D904-1C3D-5845-A707-9938053942EA}"/>
              </a:ext>
            </a:extLst>
          </p:cNvPr>
          <p:cNvSpPr/>
          <p:nvPr/>
        </p:nvSpPr>
        <p:spPr>
          <a:xfrm>
            <a:off x="461381" y="2307263"/>
            <a:ext cx="3844805" cy="63794"/>
          </a:xfrm>
          <a:prstGeom prst="rect">
            <a:avLst/>
          </a:prstGeom>
          <a:solidFill>
            <a:srgbClr val="6DAD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041608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1_Title Sli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0F583A-EF24-8C40-880E-6C8011274011}"/>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r="-63"/>
          <a:stretch/>
        </p:blipFill>
        <p:spPr>
          <a:xfrm>
            <a:off x="0" y="0"/>
            <a:ext cx="12192000" cy="6858000"/>
          </a:xfrm>
          <a:prstGeom prst="rect">
            <a:avLst/>
          </a:prstGeom>
        </p:spPr>
      </p:pic>
      <p:sp>
        <p:nvSpPr>
          <p:cNvPr id="8" name="Rectangle 7">
            <a:extLst>
              <a:ext uri="{FF2B5EF4-FFF2-40B4-BE49-F238E27FC236}">
                <a16:creationId xmlns:a16="http://schemas.microsoft.com/office/drawing/2014/main" id="{074198F2-EEA6-C345-B4E5-70967EA6D75F}"/>
              </a:ext>
            </a:extLst>
          </p:cNvPr>
          <p:cNvSpPr/>
          <p:nvPr/>
        </p:nvSpPr>
        <p:spPr>
          <a:xfrm>
            <a:off x="7407729" y="0"/>
            <a:ext cx="4784271" cy="6858000"/>
          </a:xfrm>
          <a:prstGeom prst="rect">
            <a:avLst/>
          </a:prstGeom>
          <a:solidFill>
            <a:srgbClr val="002D7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hasCustomPrompt="1"/>
          </p:nvPr>
        </p:nvSpPr>
        <p:spPr>
          <a:xfrm>
            <a:off x="7848600" y="2353591"/>
            <a:ext cx="3853543" cy="2432277"/>
          </a:xfrm>
          <a:prstGeom prst="rect">
            <a:avLst/>
          </a:prstGeom>
        </p:spPr>
        <p:txBody>
          <a:bodyPr anchor="t"/>
          <a:lstStyle>
            <a:lvl1pPr algn="l">
              <a:defRPr sz="6000">
                <a:solidFill>
                  <a:schemeClr val="bg1"/>
                </a:solidFill>
              </a:defRPr>
            </a:lvl1pPr>
          </a:lstStyle>
          <a:p>
            <a:r>
              <a:rPr lang="en-US" dirty="0"/>
              <a:t>Section title</a:t>
            </a:r>
          </a:p>
        </p:txBody>
      </p:sp>
      <p:sp>
        <p:nvSpPr>
          <p:cNvPr id="3" name="Subtitle 2"/>
          <p:cNvSpPr>
            <a:spLocks noGrp="1"/>
          </p:cNvSpPr>
          <p:nvPr>
            <p:ph type="subTitle" idx="1" hasCustomPrompt="1"/>
          </p:nvPr>
        </p:nvSpPr>
        <p:spPr>
          <a:xfrm>
            <a:off x="7848601" y="3325589"/>
            <a:ext cx="3877234" cy="1461564"/>
          </a:xfrm>
          <a:prstGeom prst="rect">
            <a:avLst/>
          </a:prstGeo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Section title subtext</a:t>
            </a:r>
          </a:p>
        </p:txBody>
      </p:sp>
      <p:sp>
        <p:nvSpPr>
          <p:cNvPr id="6" name="Slide Number Placeholder 5"/>
          <p:cNvSpPr>
            <a:spLocks noGrp="1"/>
          </p:cNvSpPr>
          <p:nvPr>
            <p:ph type="sldNum" sz="quarter" idx="12"/>
          </p:nvPr>
        </p:nvSpPr>
        <p:spPr>
          <a:xfrm>
            <a:off x="8915400" y="6248773"/>
            <a:ext cx="2743200" cy="365125"/>
          </a:xfrm>
          <a:prstGeom prst="rect">
            <a:avLst/>
          </a:prstGeom>
        </p:spPr>
        <p:txBody>
          <a:bodyPr/>
          <a:lstStyle>
            <a:lvl1pPr algn="r">
              <a:defRPr>
                <a:solidFill>
                  <a:schemeClr val="bg1"/>
                </a:solidFill>
              </a:defRPr>
            </a:lvl1pPr>
          </a:lstStyle>
          <a:p>
            <a:fld id="{7585F1DB-7299-46F0-A294-AA8393461B28}" type="slidenum">
              <a:rPr lang="en-US" smtClean="0"/>
              <a:t>‹#›</a:t>
            </a:fld>
            <a:endParaRPr lang="en-US"/>
          </a:p>
        </p:txBody>
      </p:sp>
      <p:sp>
        <p:nvSpPr>
          <p:cNvPr id="14" name="Rectangle 13">
            <a:extLst>
              <a:ext uri="{FF2B5EF4-FFF2-40B4-BE49-F238E27FC236}">
                <a16:creationId xmlns:a16="http://schemas.microsoft.com/office/drawing/2014/main" id="{57B1D904-1C3D-5845-A707-9938053942EA}"/>
              </a:ext>
            </a:extLst>
          </p:cNvPr>
          <p:cNvSpPr/>
          <p:nvPr/>
        </p:nvSpPr>
        <p:spPr>
          <a:xfrm>
            <a:off x="7869110" y="2307263"/>
            <a:ext cx="3844805" cy="63794"/>
          </a:xfrm>
          <a:prstGeom prst="rect">
            <a:avLst/>
          </a:prstGeom>
          <a:solidFill>
            <a:srgbClr val="95C1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4962782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2_Title Sli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0F583A-EF24-8C40-880E-6C8011274011}"/>
              </a:ext>
            </a:extLst>
          </p:cNvPr>
          <p:cNvPicPr>
            <a:picLocks noChangeAspect="1"/>
          </p:cNvPicPr>
          <p:nvPr/>
        </p:nvPicPr>
        <p:blipFill rotWithShape="1">
          <a:blip r:embed="rId2">
            <a:extLst>
              <a:ext uri="{28A0092B-C50C-407E-A947-70E740481C1C}">
                <a14:useLocalDpi xmlns:a14="http://schemas.microsoft.com/office/drawing/2010/main"/>
              </a:ext>
            </a:extLst>
          </a:blip>
          <a:srcRect/>
          <a:stretch/>
        </p:blipFill>
        <p:spPr>
          <a:xfrm>
            <a:off x="0" y="-1"/>
            <a:ext cx="12192000" cy="6858001"/>
          </a:xfrm>
          <a:prstGeom prst="rect">
            <a:avLst/>
          </a:prstGeom>
        </p:spPr>
      </p:pic>
      <p:sp>
        <p:nvSpPr>
          <p:cNvPr id="8" name="Rectangle 7">
            <a:extLst>
              <a:ext uri="{FF2B5EF4-FFF2-40B4-BE49-F238E27FC236}">
                <a16:creationId xmlns:a16="http://schemas.microsoft.com/office/drawing/2014/main" id="{074198F2-EEA6-C345-B4E5-70967EA6D75F}"/>
              </a:ext>
            </a:extLst>
          </p:cNvPr>
          <p:cNvSpPr/>
          <p:nvPr/>
        </p:nvSpPr>
        <p:spPr>
          <a:xfrm>
            <a:off x="7407729" y="0"/>
            <a:ext cx="4784271" cy="6858000"/>
          </a:xfrm>
          <a:prstGeom prst="rect">
            <a:avLst/>
          </a:prstGeom>
          <a:solidFill>
            <a:srgbClr val="002D7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hasCustomPrompt="1"/>
          </p:nvPr>
        </p:nvSpPr>
        <p:spPr>
          <a:xfrm>
            <a:off x="7848600" y="2353591"/>
            <a:ext cx="3853543" cy="2432277"/>
          </a:xfrm>
          <a:prstGeom prst="rect">
            <a:avLst/>
          </a:prstGeom>
        </p:spPr>
        <p:txBody>
          <a:bodyPr anchor="t"/>
          <a:lstStyle>
            <a:lvl1pPr algn="l">
              <a:defRPr sz="6000">
                <a:solidFill>
                  <a:schemeClr val="bg1"/>
                </a:solidFill>
              </a:defRPr>
            </a:lvl1pPr>
          </a:lstStyle>
          <a:p>
            <a:r>
              <a:rPr lang="en-US" dirty="0"/>
              <a:t>Section title</a:t>
            </a:r>
          </a:p>
        </p:txBody>
      </p:sp>
      <p:sp>
        <p:nvSpPr>
          <p:cNvPr id="3" name="Subtitle 2"/>
          <p:cNvSpPr>
            <a:spLocks noGrp="1"/>
          </p:cNvSpPr>
          <p:nvPr>
            <p:ph type="subTitle" idx="1" hasCustomPrompt="1"/>
          </p:nvPr>
        </p:nvSpPr>
        <p:spPr>
          <a:xfrm>
            <a:off x="7848601" y="3325589"/>
            <a:ext cx="3877234" cy="1461564"/>
          </a:xfrm>
          <a:prstGeom prst="rect">
            <a:avLst/>
          </a:prstGeo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Section title subtext</a:t>
            </a:r>
          </a:p>
        </p:txBody>
      </p:sp>
      <p:sp>
        <p:nvSpPr>
          <p:cNvPr id="6" name="Slide Number Placeholder 5"/>
          <p:cNvSpPr>
            <a:spLocks noGrp="1"/>
          </p:cNvSpPr>
          <p:nvPr>
            <p:ph type="sldNum" sz="quarter" idx="12"/>
          </p:nvPr>
        </p:nvSpPr>
        <p:spPr>
          <a:xfrm>
            <a:off x="8915400" y="6248773"/>
            <a:ext cx="2743200" cy="365125"/>
          </a:xfrm>
          <a:prstGeom prst="rect">
            <a:avLst/>
          </a:prstGeom>
        </p:spPr>
        <p:txBody>
          <a:bodyPr/>
          <a:lstStyle>
            <a:lvl1pPr algn="r">
              <a:defRPr>
                <a:solidFill>
                  <a:schemeClr val="bg1"/>
                </a:solidFill>
              </a:defRPr>
            </a:lvl1pPr>
          </a:lstStyle>
          <a:p>
            <a:fld id="{7585F1DB-7299-46F0-A294-AA8393461B28}" type="slidenum">
              <a:rPr lang="en-US" smtClean="0"/>
              <a:t>‹#›</a:t>
            </a:fld>
            <a:endParaRPr lang="en-US"/>
          </a:p>
        </p:txBody>
      </p:sp>
      <p:sp>
        <p:nvSpPr>
          <p:cNvPr id="14" name="Rectangle 13">
            <a:extLst>
              <a:ext uri="{FF2B5EF4-FFF2-40B4-BE49-F238E27FC236}">
                <a16:creationId xmlns:a16="http://schemas.microsoft.com/office/drawing/2014/main" id="{57B1D904-1C3D-5845-A707-9938053942EA}"/>
              </a:ext>
            </a:extLst>
          </p:cNvPr>
          <p:cNvSpPr/>
          <p:nvPr/>
        </p:nvSpPr>
        <p:spPr>
          <a:xfrm>
            <a:off x="7869110" y="2307263"/>
            <a:ext cx="3844805" cy="63794"/>
          </a:xfrm>
          <a:prstGeom prst="rect">
            <a:avLst/>
          </a:prstGeom>
          <a:solidFill>
            <a:srgbClr val="CED1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905954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13_Title Sli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0F583A-EF24-8C40-880E-6C8011274011}"/>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Rectangle 7">
            <a:extLst>
              <a:ext uri="{FF2B5EF4-FFF2-40B4-BE49-F238E27FC236}">
                <a16:creationId xmlns:a16="http://schemas.microsoft.com/office/drawing/2014/main" id="{074198F2-EEA6-C345-B4E5-70967EA6D75F}"/>
              </a:ext>
            </a:extLst>
          </p:cNvPr>
          <p:cNvSpPr/>
          <p:nvPr/>
        </p:nvSpPr>
        <p:spPr>
          <a:xfrm>
            <a:off x="7407729" y="0"/>
            <a:ext cx="4784271" cy="6858000"/>
          </a:xfrm>
          <a:prstGeom prst="rect">
            <a:avLst/>
          </a:prstGeom>
          <a:solidFill>
            <a:srgbClr val="002D7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hasCustomPrompt="1"/>
          </p:nvPr>
        </p:nvSpPr>
        <p:spPr>
          <a:xfrm>
            <a:off x="7848600" y="2353591"/>
            <a:ext cx="3853543" cy="2432277"/>
          </a:xfrm>
          <a:prstGeom prst="rect">
            <a:avLst/>
          </a:prstGeom>
        </p:spPr>
        <p:txBody>
          <a:bodyPr anchor="t"/>
          <a:lstStyle>
            <a:lvl1pPr algn="l">
              <a:defRPr sz="6000">
                <a:solidFill>
                  <a:schemeClr val="bg1"/>
                </a:solidFill>
              </a:defRPr>
            </a:lvl1pPr>
          </a:lstStyle>
          <a:p>
            <a:r>
              <a:rPr lang="en-US" dirty="0"/>
              <a:t>Section title</a:t>
            </a:r>
          </a:p>
        </p:txBody>
      </p:sp>
      <p:sp>
        <p:nvSpPr>
          <p:cNvPr id="3" name="Subtitle 2"/>
          <p:cNvSpPr>
            <a:spLocks noGrp="1"/>
          </p:cNvSpPr>
          <p:nvPr>
            <p:ph type="subTitle" idx="1" hasCustomPrompt="1"/>
          </p:nvPr>
        </p:nvSpPr>
        <p:spPr>
          <a:xfrm>
            <a:off x="7848601" y="3325589"/>
            <a:ext cx="3877234" cy="1461564"/>
          </a:xfrm>
          <a:prstGeom prst="rect">
            <a:avLst/>
          </a:prstGeo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Section title subtext</a:t>
            </a:r>
          </a:p>
        </p:txBody>
      </p:sp>
      <p:sp>
        <p:nvSpPr>
          <p:cNvPr id="6" name="Slide Number Placeholder 5"/>
          <p:cNvSpPr>
            <a:spLocks noGrp="1"/>
          </p:cNvSpPr>
          <p:nvPr>
            <p:ph type="sldNum" sz="quarter" idx="12"/>
          </p:nvPr>
        </p:nvSpPr>
        <p:spPr>
          <a:xfrm>
            <a:off x="8915400" y="6248773"/>
            <a:ext cx="2743200" cy="365125"/>
          </a:xfrm>
          <a:prstGeom prst="rect">
            <a:avLst/>
          </a:prstGeom>
        </p:spPr>
        <p:txBody>
          <a:bodyPr/>
          <a:lstStyle>
            <a:lvl1pPr algn="r">
              <a:defRPr>
                <a:solidFill>
                  <a:schemeClr val="bg1"/>
                </a:solidFill>
              </a:defRPr>
            </a:lvl1pPr>
          </a:lstStyle>
          <a:p>
            <a:fld id="{7585F1DB-7299-46F0-A294-AA8393461B28}" type="slidenum">
              <a:rPr lang="en-US" smtClean="0"/>
              <a:t>‹#›</a:t>
            </a:fld>
            <a:endParaRPr lang="en-US"/>
          </a:p>
        </p:txBody>
      </p:sp>
      <p:sp>
        <p:nvSpPr>
          <p:cNvPr id="14" name="Rectangle 13">
            <a:extLst>
              <a:ext uri="{FF2B5EF4-FFF2-40B4-BE49-F238E27FC236}">
                <a16:creationId xmlns:a16="http://schemas.microsoft.com/office/drawing/2014/main" id="{57B1D904-1C3D-5845-A707-9938053942EA}"/>
              </a:ext>
            </a:extLst>
          </p:cNvPr>
          <p:cNvSpPr/>
          <p:nvPr/>
        </p:nvSpPr>
        <p:spPr>
          <a:xfrm>
            <a:off x="7869110" y="2307263"/>
            <a:ext cx="3844805" cy="63794"/>
          </a:xfrm>
          <a:prstGeom prst="rect">
            <a:avLst/>
          </a:prstGeom>
          <a:solidFill>
            <a:srgbClr val="6DAD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5451097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92A2ECB-5E85-D849-806B-05B98FAE7040}"/>
              </a:ext>
            </a:extLst>
          </p:cNvPr>
          <p:cNvSpPr/>
          <p:nvPr/>
        </p:nvSpPr>
        <p:spPr>
          <a:xfrm>
            <a:off x="0" y="0"/>
            <a:ext cx="12192000" cy="1375130"/>
          </a:xfrm>
          <a:prstGeom prst="rect">
            <a:avLst/>
          </a:prstGeom>
          <a:solidFill>
            <a:srgbClr val="002D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5FC16FD-2C33-F943-BA94-AF25FDB6716B}"/>
              </a:ext>
            </a:extLst>
          </p:cNvPr>
          <p:cNvSpPr/>
          <p:nvPr/>
        </p:nvSpPr>
        <p:spPr>
          <a:xfrm>
            <a:off x="0" y="1375130"/>
            <a:ext cx="12192000" cy="53263"/>
          </a:xfrm>
          <a:prstGeom prst="rect">
            <a:avLst/>
          </a:prstGeom>
          <a:solidFill>
            <a:srgbClr val="6DAD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4">
            <a:extLst>
              <a:ext uri="{FF2B5EF4-FFF2-40B4-BE49-F238E27FC236}">
                <a16:creationId xmlns:a16="http://schemas.microsoft.com/office/drawing/2014/main" id="{3BFDE49D-A7FB-0B46-9B41-29A5F7C9A08D}"/>
              </a:ext>
            </a:extLst>
          </p:cNvPr>
          <p:cNvSpPr>
            <a:spLocks noGrp="1"/>
          </p:cNvSpPr>
          <p:nvPr>
            <p:ph type="title"/>
          </p:nvPr>
        </p:nvSpPr>
        <p:spPr>
          <a:xfrm>
            <a:off x="609600" y="503238"/>
            <a:ext cx="8229600" cy="563562"/>
          </a:xfrm>
          <a:prstGeom prst="rect">
            <a:avLst/>
          </a:prstGeom>
        </p:spPr>
        <p:txBody>
          <a:bodyPr/>
          <a:lstStyle>
            <a:lvl1pPr>
              <a:defRPr>
                <a:solidFill>
                  <a:schemeClr val="bg1"/>
                </a:solidFill>
              </a:defRPr>
            </a:lvl1pPr>
          </a:lstStyle>
          <a:p>
            <a:r>
              <a:rPr lang="en-US"/>
              <a:t>Click to edit Master title style</a:t>
            </a:r>
            <a:endParaRPr lang="en-US" dirty="0"/>
          </a:p>
        </p:txBody>
      </p:sp>
      <p:pic>
        <p:nvPicPr>
          <p:cNvPr id="7" name="Picture 6">
            <a:extLst>
              <a:ext uri="{FF2B5EF4-FFF2-40B4-BE49-F238E27FC236}">
                <a16:creationId xmlns:a16="http://schemas.microsoft.com/office/drawing/2014/main" id="{3140523D-A309-7B40-9B6E-9F3822EFA507}"/>
              </a:ext>
            </a:extLst>
          </p:cNvPr>
          <p:cNvPicPr>
            <a:picLocks noChangeAspect="1"/>
          </p:cNvPicPr>
          <p:nvPr/>
        </p:nvPicPr>
        <p:blipFill rotWithShape="1">
          <a:blip r:embed="rId2" cstate="email">
            <a:alphaModFix amt="35000"/>
            <a:extLst>
              <a:ext uri="{28A0092B-C50C-407E-A947-70E740481C1C}">
                <a14:useLocalDpi xmlns:a14="http://schemas.microsoft.com/office/drawing/2010/main"/>
              </a:ext>
            </a:extLst>
          </a:blip>
          <a:srcRect l="-1038" r="25763"/>
          <a:stretch/>
        </p:blipFill>
        <p:spPr>
          <a:xfrm>
            <a:off x="11237120" y="14361"/>
            <a:ext cx="954879" cy="1360770"/>
          </a:xfrm>
          <a:prstGeom prst="rect">
            <a:avLst/>
          </a:prstGeom>
        </p:spPr>
      </p:pic>
      <p:sp>
        <p:nvSpPr>
          <p:cNvPr id="8" name="Content Placeholder 4">
            <a:extLst>
              <a:ext uri="{FF2B5EF4-FFF2-40B4-BE49-F238E27FC236}">
                <a16:creationId xmlns:a16="http://schemas.microsoft.com/office/drawing/2014/main" id="{8DE310D5-1ACE-F144-A0F4-41871248ACB4}"/>
              </a:ext>
            </a:extLst>
          </p:cNvPr>
          <p:cNvSpPr>
            <a:spLocks noGrp="1"/>
          </p:cNvSpPr>
          <p:nvPr>
            <p:ph idx="1" hasCustomPrompt="1"/>
          </p:nvPr>
        </p:nvSpPr>
        <p:spPr>
          <a:xfrm>
            <a:off x="838200" y="1825625"/>
            <a:ext cx="10515600" cy="4351338"/>
          </a:xfrm>
          <a:prstGeom prst="rect">
            <a:avLst/>
          </a:prstGeom>
        </p:spPr>
        <p:txBody>
          <a:bodyPr/>
          <a:lstStyle>
            <a:lvl1pPr marL="228600" indent="-228600">
              <a:buFontTx/>
              <a:buBlip>
                <a:blip r:embed="rId3"/>
              </a:buBlip>
              <a:defRPr/>
            </a:lvl1pPr>
          </a:lstStyle>
          <a:p>
            <a:r>
              <a:rPr lang="en-US" dirty="0"/>
              <a:t> </a:t>
            </a:r>
          </a:p>
        </p:txBody>
      </p:sp>
      <p:sp>
        <p:nvSpPr>
          <p:cNvPr id="13" name="Date Placeholder 1">
            <a:extLst>
              <a:ext uri="{FF2B5EF4-FFF2-40B4-BE49-F238E27FC236}">
                <a16:creationId xmlns:a16="http://schemas.microsoft.com/office/drawing/2014/main" id="{379F74CE-20E2-8141-8855-A0DC0B04BC5B}"/>
              </a:ext>
            </a:extLst>
          </p:cNvPr>
          <p:cNvSpPr>
            <a:spLocks noGrp="1"/>
          </p:cNvSpPr>
          <p:nvPr>
            <p:ph type="dt" sz="half" idx="10"/>
          </p:nvPr>
        </p:nvSpPr>
        <p:spPr>
          <a:xfrm>
            <a:off x="461682" y="6356350"/>
            <a:ext cx="2743200" cy="365125"/>
          </a:xfrm>
          <a:prstGeom prst="rect">
            <a:avLst/>
          </a:prstGeom>
        </p:spPr>
        <p:txBody>
          <a:bodyPr/>
          <a:lstStyle>
            <a:lvl1pPr algn="l">
              <a:defRPr>
                <a:solidFill>
                  <a:schemeClr val="bg1">
                    <a:lumMod val="50000"/>
                  </a:schemeClr>
                </a:solidFill>
              </a:defRPr>
            </a:lvl1pPr>
          </a:lstStyle>
          <a:p>
            <a:fld id="{9F2C54BD-7A80-4CE4-8EAD-52D1F216143F}" type="datetimeFigureOut">
              <a:rPr lang="en-US" smtClean="0"/>
              <a:t>10/7/24</a:t>
            </a:fld>
            <a:endParaRPr lang="en-US"/>
          </a:p>
        </p:txBody>
      </p:sp>
      <p:sp>
        <p:nvSpPr>
          <p:cNvPr id="14" name="Footer Placeholder 2">
            <a:extLst>
              <a:ext uri="{FF2B5EF4-FFF2-40B4-BE49-F238E27FC236}">
                <a16:creationId xmlns:a16="http://schemas.microsoft.com/office/drawing/2014/main" id="{858B0486-AEB5-E24A-BC09-5ADB7976B325}"/>
              </a:ext>
            </a:extLst>
          </p:cNvPr>
          <p:cNvSpPr>
            <a:spLocks noGrp="1"/>
          </p:cNvSpPr>
          <p:nvPr>
            <p:ph type="ftr" sz="quarter" idx="11"/>
          </p:nvPr>
        </p:nvSpPr>
        <p:spPr>
          <a:xfrm>
            <a:off x="4038600" y="6356350"/>
            <a:ext cx="4114800" cy="365125"/>
          </a:xfrm>
          <a:prstGeom prst="rect">
            <a:avLst/>
          </a:prstGeom>
        </p:spPr>
        <p:txBody>
          <a:bodyPr/>
          <a:lstStyle>
            <a:lvl1pPr algn="ctr">
              <a:defRPr>
                <a:solidFill>
                  <a:schemeClr val="bg1">
                    <a:lumMod val="50000"/>
                  </a:schemeClr>
                </a:solidFill>
              </a:defRPr>
            </a:lvl1pPr>
          </a:lstStyle>
          <a:p>
            <a:endParaRPr lang="en-US"/>
          </a:p>
        </p:txBody>
      </p:sp>
      <p:sp>
        <p:nvSpPr>
          <p:cNvPr id="15" name="Slide Number Placeholder 3">
            <a:extLst>
              <a:ext uri="{FF2B5EF4-FFF2-40B4-BE49-F238E27FC236}">
                <a16:creationId xmlns:a16="http://schemas.microsoft.com/office/drawing/2014/main" id="{B51F9DB7-C5BB-1D43-B35D-967E1DCE44E5}"/>
              </a:ext>
            </a:extLst>
          </p:cNvPr>
          <p:cNvSpPr>
            <a:spLocks noGrp="1"/>
          </p:cNvSpPr>
          <p:nvPr>
            <p:ph type="sldNum" sz="quarter" idx="12"/>
          </p:nvPr>
        </p:nvSpPr>
        <p:spPr>
          <a:xfrm>
            <a:off x="8915400" y="6356350"/>
            <a:ext cx="2743200" cy="365125"/>
          </a:xfrm>
          <a:prstGeom prst="rect">
            <a:avLst/>
          </a:prstGeom>
        </p:spPr>
        <p:txBody>
          <a:bodyPr/>
          <a:lstStyle>
            <a:lvl1pPr algn="r">
              <a:defRPr>
                <a:solidFill>
                  <a:schemeClr val="bg1">
                    <a:lumMod val="50000"/>
                  </a:schemeClr>
                </a:solidFill>
              </a:defRPr>
            </a:lvl1pPr>
          </a:lstStyle>
          <a:p>
            <a:fld id="{7585F1DB-7299-46F0-A294-AA8393461B28}" type="slidenum">
              <a:rPr lang="en-US" smtClean="0"/>
              <a:t>‹#›</a:t>
            </a:fld>
            <a:endParaRPr lang="en-US"/>
          </a:p>
        </p:txBody>
      </p:sp>
    </p:spTree>
    <p:extLst>
      <p:ext uri="{BB962C8B-B14F-4D97-AF65-F5344CB8AC3E}">
        <p14:creationId xmlns:p14="http://schemas.microsoft.com/office/powerpoint/2010/main" val="675750617"/>
      </p:ext>
    </p:extLst>
  </p:cSld>
  <p:clrMapOvr>
    <a:masterClrMapping/>
  </p:clrMapOvr>
  <p:transition spd="slow">
    <p:push dir="u"/>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2_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92A2ECB-5E85-D849-806B-05B98FAE7040}"/>
              </a:ext>
            </a:extLst>
          </p:cNvPr>
          <p:cNvSpPr/>
          <p:nvPr/>
        </p:nvSpPr>
        <p:spPr>
          <a:xfrm>
            <a:off x="0" y="0"/>
            <a:ext cx="12192000" cy="1375130"/>
          </a:xfrm>
          <a:prstGeom prst="rect">
            <a:avLst/>
          </a:prstGeom>
          <a:solidFill>
            <a:srgbClr val="002D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5FC16FD-2C33-F943-BA94-AF25FDB6716B}"/>
              </a:ext>
            </a:extLst>
          </p:cNvPr>
          <p:cNvSpPr/>
          <p:nvPr/>
        </p:nvSpPr>
        <p:spPr>
          <a:xfrm>
            <a:off x="0" y="1375130"/>
            <a:ext cx="12192000" cy="53263"/>
          </a:xfrm>
          <a:prstGeom prst="rect">
            <a:avLst/>
          </a:prstGeom>
          <a:solidFill>
            <a:srgbClr val="6DAD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4">
            <a:extLst>
              <a:ext uri="{FF2B5EF4-FFF2-40B4-BE49-F238E27FC236}">
                <a16:creationId xmlns:a16="http://schemas.microsoft.com/office/drawing/2014/main" id="{3BFDE49D-A7FB-0B46-9B41-29A5F7C9A08D}"/>
              </a:ext>
            </a:extLst>
          </p:cNvPr>
          <p:cNvSpPr>
            <a:spLocks noGrp="1"/>
          </p:cNvSpPr>
          <p:nvPr>
            <p:ph type="title"/>
          </p:nvPr>
        </p:nvSpPr>
        <p:spPr>
          <a:xfrm>
            <a:off x="609600" y="350838"/>
            <a:ext cx="8229600" cy="563562"/>
          </a:xfrm>
          <a:prstGeom prst="rect">
            <a:avLst/>
          </a:prstGeom>
        </p:spPr>
        <p:txBody>
          <a:bodyPr/>
          <a:lstStyle>
            <a:lvl1pPr>
              <a:defRPr>
                <a:solidFill>
                  <a:schemeClr val="bg1"/>
                </a:solidFill>
              </a:defRPr>
            </a:lvl1pPr>
          </a:lstStyle>
          <a:p>
            <a:r>
              <a:rPr lang="en-US"/>
              <a:t>Click to edit Master title style</a:t>
            </a:r>
            <a:endParaRPr lang="en-US" dirty="0"/>
          </a:p>
        </p:txBody>
      </p:sp>
      <p:sp>
        <p:nvSpPr>
          <p:cNvPr id="4" name="Text Placeholder 5">
            <a:extLst>
              <a:ext uri="{FF2B5EF4-FFF2-40B4-BE49-F238E27FC236}">
                <a16:creationId xmlns:a16="http://schemas.microsoft.com/office/drawing/2014/main" id="{004DA1CD-FD3B-874C-8785-2581B739616B}"/>
              </a:ext>
            </a:extLst>
          </p:cNvPr>
          <p:cNvSpPr>
            <a:spLocks noGrp="1"/>
          </p:cNvSpPr>
          <p:nvPr>
            <p:ph type="body" sz="quarter" idx="10"/>
          </p:nvPr>
        </p:nvSpPr>
        <p:spPr>
          <a:xfrm>
            <a:off x="609600" y="838200"/>
            <a:ext cx="3657600" cy="381000"/>
          </a:xfrm>
          <a:prstGeom prst="rect">
            <a:avLst/>
          </a:prstGeom>
        </p:spPr>
        <p:txBody>
          <a:bodyPr/>
          <a:lstStyle>
            <a:lvl1pPr marL="0" indent="0">
              <a:buNone/>
              <a:defRPr>
                <a:solidFill>
                  <a:schemeClr val="bg1"/>
                </a:solidFill>
              </a:defRPr>
            </a:lvl1pPr>
          </a:lstStyle>
          <a:p>
            <a:pPr lvl="0"/>
            <a:r>
              <a:rPr lang="en-US"/>
              <a:t>Edit Master text styles</a:t>
            </a:r>
          </a:p>
        </p:txBody>
      </p:sp>
      <p:pic>
        <p:nvPicPr>
          <p:cNvPr id="7" name="Picture 6">
            <a:extLst>
              <a:ext uri="{FF2B5EF4-FFF2-40B4-BE49-F238E27FC236}">
                <a16:creationId xmlns:a16="http://schemas.microsoft.com/office/drawing/2014/main" id="{3140523D-A309-7B40-9B6E-9F3822EFA507}"/>
              </a:ext>
            </a:extLst>
          </p:cNvPr>
          <p:cNvPicPr>
            <a:picLocks noChangeAspect="1"/>
          </p:cNvPicPr>
          <p:nvPr/>
        </p:nvPicPr>
        <p:blipFill rotWithShape="1">
          <a:blip r:embed="rId2" cstate="email">
            <a:alphaModFix amt="35000"/>
            <a:extLst>
              <a:ext uri="{28A0092B-C50C-407E-A947-70E740481C1C}">
                <a14:useLocalDpi xmlns:a14="http://schemas.microsoft.com/office/drawing/2010/main"/>
              </a:ext>
            </a:extLst>
          </a:blip>
          <a:srcRect l="-1038" r="25763"/>
          <a:stretch/>
        </p:blipFill>
        <p:spPr>
          <a:xfrm>
            <a:off x="11237120" y="14361"/>
            <a:ext cx="954879" cy="1360770"/>
          </a:xfrm>
          <a:prstGeom prst="rect">
            <a:avLst/>
          </a:prstGeom>
        </p:spPr>
      </p:pic>
      <p:sp>
        <p:nvSpPr>
          <p:cNvPr id="8" name="Content Placeholder 4">
            <a:extLst>
              <a:ext uri="{FF2B5EF4-FFF2-40B4-BE49-F238E27FC236}">
                <a16:creationId xmlns:a16="http://schemas.microsoft.com/office/drawing/2014/main" id="{8DE310D5-1ACE-F144-A0F4-41871248ACB4}"/>
              </a:ext>
            </a:extLst>
          </p:cNvPr>
          <p:cNvSpPr>
            <a:spLocks noGrp="1"/>
          </p:cNvSpPr>
          <p:nvPr>
            <p:ph idx="1"/>
          </p:nvPr>
        </p:nvSpPr>
        <p:spPr>
          <a:xfrm>
            <a:off x="838200" y="1825625"/>
            <a:ext cx="10515600" cy="4351338"/>
          </a:xfrm>
          <a:prstGeom prst="rect">
            <a:avLst/>
          </a:prstGeom>
        </p:spPr>
        <p:txBody>
          <a:bodyPr/>
          <a:lstStyle>
            <a:lvl1pPr marL="228600" indent="-228600">
              <a:buFontTx/>
              <a:buBlip>
                <a:blip r:embed="rId3"/>
              </a:buBlip>
              <a:defRPr/>
            </a:lvl1pPr>
          </a:lstStyle>
          <a:p>
            <a:pPr lvl="0"/>
            <a:r>
              <a:rPr lang="en-US"/>
              <a:t>Edit Master text styles</a:t>
            </a:r>
          </a:p>
        </p:txBody>
      </p:sp>
      <p:sp>
        <p:nvSpPr>
          <p:cNvPr id="9" name="Date Placeholder 1">
            <a:extLst>
              <a:ext uri="{FF2B5EF4-FFF2-40B4-BE49-F238E27FC236}">
                <a16:creationId xmlns:a16="http://schemas.microsoft.com/office/drawing/2014/main" id="{76CABD29-091A-3841-BE41-A21E7996BC04}"/>
              </a:ext>
            </a:extLst>
          </p:cNvPr>
          <p:cNvSpPr>
            <a:spLocks noGrp="1"/>
          </p:cNvSpPr>
          <p:nvPr>
            <p:ph type="dt" sz="half" idx="11"/>
          </p:nvPr>
        </p:nvSpPr>
        <p:spPr>
          <a:xfrm>
            <a:off x="461682" y="6356350"/>
            <a:ext cx="2743200" cy="365125"/>
          </a:xfrm>
          <a:prstGeom prst="rect">
            <a:avLst/>
          </a:prstGeom>
        </p:spPr>
        <p:txBody>
          <a:bodyPr/>
          <a:lstStyle>
            <a:lvl1pPr algn="l">
              <a:defRPr>
                <a:solidFill>
                  <a:schemeClr val="bg1">
                    <a:lumMod val="50000"/>
                  </a:schemeClr>
                </a:solidFill>
              </a:defRPr>
            </a:lvl1pPr>
          </a:lstStyle>
          <a:p>
            <a:fld id="{9F2C54BD-7A80-4CE4-8EAD-52D1F216143F}" type="datetimeFigureOut">
              <a:rPr lang="en-US" smtClean="0"/>
              <a:t>10/7/24</a:t>
            </a:fld>
            <a:endParaRPr lang="en-US"/>
          </a:p>
        </p:txBody>
      </p:sp>
      <p:sp>
        <p:nvSpPr>
          <p:cNvPr id="10" name="Footer Placeholder 2">
            <a:extLst>
              <a:ext uri="{FF2B5EF4-FFF2-40B4-BE49-F238E27FC236}">
                <a16:creationId xmlns:a16="http://schemas.microsoft.com/office/drawing/2014/main" id="{F3AB6005-8FDD-BA49-BCAB-7957EEE318C7}"/>
              </a:ext>
            </a:extLst>
          </p:cNvPr>
          <p:cNvSpPr>
            <a:spLocks noGrp="1"/>
          </p:cNvSpPr>
          <p:nvPr>
            <p:ph type="ftr" sz="quarter" idx="12"/>
          </p:nvPr>
        </p:nvSpPr>
        <p:spPr>
          <a:xfrm>
            <a:off x="4038600" y="6356350"/>
            <a:ext cx="4114800" cy="365125"/>
          </a:xfrm>
          <a:prstGeom prst="rect">
            <a:avLst/>
          </a:prstGeom>
        </p:spPr>
        <p:txBody>
          <a:bodyPr/>
          <a:lstStyle>
            <a:lvl1pPr algn="ctr">
              <a:defRPr>
                <a:solidFill>
                  <a:schemeClr val="bg1">
                    <a:lumMod val="50000"/>
                  </a:schemeClr>
                </a:solidFill>
              </a:defRPr>
            </a:lvl1pPr>
          </a:lstStyle>
          <a:p>
            <a:endParaRPr lang="en-US"/>
          </a:p>
        </p:txBody>
      </p:sp>
      <p:sp>
        <p:nvSpPr>
          <p:cNvPr id="11" name="Slide Number Placeholder 3">
            <a:extLst>
              <a:ext uri="{FF2B5EF4-FFF2-40B4-BE49-F238E27FC236}">
                <a16:creationId xmlns:a16="http://schemas.microsoft.com/office/drawing/2014/main" id="{E09952BB-C30E-1D45-8334-594D82CC67C1}"/>
              </a:ext>
            </a:extLst>
          </p:cNvPr>
          <p:cNvSpPr>
            <a:spLocks noGrp="1"/>
          </p:cNvSpPr>
          <p:nvPr>
            <p:ph type="sldNum" sz="quarter" idx="13"/>
          </p:nvPr>
        </p:nvSpPr>
        <p:spPr>
          <a:xfrm>
            <a:off x="8915400" y="6356350"/>
            <a:ext cx="2743200" cy="365125"/>
          </a:xfrm>
          <a:prstGeom prst="rect">
            <a:avLst/>
          </a:prstGeom>
        </p:spPr>
        <p:txBody>
          <a:bodyPr/>
          <a:lstStyle>
            <a:lvl1pPr algn="r">
              <a:defRPr>
                <a:solidFill>
                  <a:schemeClr val="bg1">
                    <a:lumMod val="50000"/>
                  </a:schemeClr>
                </a:solidFill>
              </a:defRPr>
            </a:lvl1pPr>
          </a:lstStyle>
          <a:p>
            <a:fld id="{7585F1DB-7299-46F0-A294-AA8393461B28}" type="slidenum">
              <a:rPr lang="en-US" smtClean="0"/>
              <a:t>‹#›</a:t>
            </a:fld>
            <a:endParaRPr lang="en-US"/>
          </a:p>
        </p:txBody>
      </p:sp>
    </p:spTree>
    <p:extLst>
      <p:ext uri="{BB962C8B-B14F-4D97-AF65-F5344CB8AC3E}">
        <p14:creationId xmlns:p14="http://schemas.microsoft.com/office/powerpoint/2010/main" val="986901462"/>
      </p:ext>
    </p:extLst>
  </p:cSld>
  <p:clrMapOvr>
    <a:masterClrMapping/>
  </p:clrMapOvr>
  <p:transition spd="slow">
    <p:push dir="u"/>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838200" y="1825625"/>
            <a:ext cx="10515600" cy="4351338"/>
          </a:xfrm>
          <a:prstGeom prst="rect">
            <a:avLst/>
          </a:prstGeom>
        </p:spPr>
        <p:txBody>
          <a:bodyPr/>
          <a:lstStyle>
            <a:lvl1pPr marL="228600" indent="-228600">
              <a:buFontTx/>
              <a:buBlip>
                <a:blip r:embed="rId2"/>
              </a:buBlip>
              <a:defRPr/>
            </a:lvl1pPr>
            <a:lvl3pPr marL="1143000" indent="-228600">
              <a:buFont typeface="Courier New" panose="02070309020205020404" pitchFamily="49" charset="0"/>
              <a:buChar char="o"/>
              <a:defRPr/>
            </a:lvl3pPr>
          </a:lstStyle>
          <a:p>
            <a:pPr lvl="0"/>
            <a:r>
              <a:rPr lang="en-US" dirty="0"/>
              <a:t> 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9F2C54BD-7A80-4CE4-8EAD-52D1F216143F}" type="datetimeFigureOut">
              <a:rPr lang="en-US" smtClean="0"/>
              <a:t>10/7/24</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585F1DB-7299-46F0-A294-AA8393461B28}" type="slidenum">
              <a:rPr lang="en-US" smtClean="0"/>
              <a:t>‹#›</a:t>
            </a:fld>
            <a:endParaRPr lang="en-US"/>
          </a:p>
        </p:txBody>
      </p:sp>
      <p:sp>
        <p:nvSpPr>
          <p:cNvPr id="10" name="Rectangle 9">
            <a:extLst>
              <a:ext uri="{FF2B5EF4-FFF2-40B4-BE49-F238E27FC236}">
                <a16:creationId xmlns:a16="http://schemas.microsoft.com/office/drawing/2014/main" id="{4D60AC51-22E9-8041-9396-E51DDE7B9E2D}"/>
              </a:ext>
            </a:extLst>
          </p:cNvPr>
          <p:cNvSpPr/>
          <p:nvPr/>
        </p:nvSpPr>
        <p:spPr>
          <a:xfrm>
            <a:off x="0" y="0"/>
            <a:ext cx="12192000" cy="1375130"/>
          </a:xfrm>
          <a:prstGeom prst="rect">
            <a:avLst/>
          </a:prstGeom>
          <a:solidFill>
            <a:srgbClr val="002D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1015F31-99D4-1B49-B623-F7064760E84B}"/>
              </a:ext>
            </a:extLst>
          </p:cNvPr>
          <p:cNvSpPr/>
          <p:nvPr/>
        </p:nvSpPr>
        <p:spPr>
          <a:xfrm>
            <a:off x="0" y="1375130"/>
            <a:ext cx="12192000" cy="53263"/>
          </a:xfrm>
          <a:prstGeom prst="rect">
            <a:avLst/>
          </a:prstGeom>
          <a:solidFill>
            <a:srgbClr val="6DAD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4">
            <a:extLst>
              <a:ext uri="{FF2B5EF4-FFF2-40B4-BE49-F238E27FC236}">
                <a16:creationId xmlns:a16="http://schemas.microsoft.com/office/drawing/2014/main" id="{BD374B7A-0912-4E4A-B878-C6E7C7B65163}"/>
              </a:ext>
            </a:extLst>
          </p:cNvPr>
          <p:cNvSpPr>
            <a:spLocks noGrp="1"/>
          </p:cNvSpPr>
          <p:nvPr>
            <p:ph type="title"/>
          </p:nvPr>
        </p:nvSpPr>
        <p:spPr>
          <a:xfrm>
            <a:off x="609600" y="503238"/>
            <a:ext cx="8229600" cy="563562"/>
          </a:xfrm>
          <a:prstGeom prst="rect">
            <a:avLst/>
          </a:prstGeom>
        </p:spPr>
        <p:txBody>
          <a:bodyPr/>
          <a:lstStyle>
            <a:lvl1pPr>
              <a:defRPr>
                <a:solidFill>
                  <a:schemeClr val="bg1"/>
                </a:solidFill>
              </a:defRPr>
            </a:lvl1pPr>
          </a:lstStyle>
          <a:p>
            <a:r>
              <a:rPr lang="en-US"/>
              <a:t>Click to edit Master title style</a:t>
            </a:r>
            <a:endParaRPr lang="en-US" dirty="0"/>
          </a:p>
        </p:txBody>
      </p:sp>
      <p:pic>
        <p:nvPicPr>
          <p:cNvPr id="13" name="Picture 12">
            <a:extLst>
              <a:ext uri="{FF2B5EF4-FFF2-40B4-BE49-F238E27FC236}">
                <a16:creationId xmlns:a16="http://schemas.microsoft.com/office/drawing/2014/main" id="{0B036BF9-5099-0A46-A0C1-2FA35BEC9F4D}"/>
              </a:ext>
            </a:extLst>
          </p:cNvPr>
          <p:cNvPicPr>
            <a:picLocks noChangeAspect="1"/>
          </p:cNvPicPr>
          <p:nvPr/>
        </p:nvPicPr>
        <p:blipFill rotWithShape="1">
          <a:blip r:embed="rId3" cstate="email">
            <a:alphaModFix amt="35000"/>
            <a:extLst>
              <a:ext uri="{28A0092B-C50C-407E-A947-70E740481C1C}">
                <a14:useLocalDpi xmlns:a14="http://schemas.microsoft.com/office/drawing/2010/main"/>
              </a:ext>
            </a:extLst>
          </a:blip>
          <a:srcRect l="-1038" r="25763"/>
          <a:stretch/>
        </p:blipFill>
        <p:spPr>
          <a:xfrm>
            <a:off x="11237120" y="14361"/>
            <a:ext cx="954879" cy="1360770"/>
          </a:xfrm>
          <a:prstGeom prst="rect">
            <a:avLst/>
          </a:prstGeom>
        </p:spPr>
      </p:pic>
    </p:spTree>
    <p:extLst>
      <p:ext uri="{BB962C8B-B14F-4D97-AF65-F5344CB8AC3E}">
        <p14:creationId xmlns:p14="http://schemas.microsoft.com/office/powerpoint/2010/main" val="243221313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838200" y="1825625"/>
            <a:ext cx="5181600" cy="4351338"/>
          </a:xfrm>
          <a:prstGeom prst="rect">
            <a:avLst/>
          </a:prstGeom>
        </p:spPr>
        <p:txBody>
          <a:bodyPr/>
          <a:lstStyle>
            <a:lvl1pPr marL="228600" indent="-228600">
              <a:buFontTx/>
              <a:buBlip>
                <a:blip r:embed="rId2"/>
              </a:buBlip>
              <a:defRPr/>
            </a:lvl1pPr>
            <a:lvl3pPr marL="1143000" indent="-228600">
              <a:buFont typeface="Courier New" panose="02070309020205020404" pitchFamily="49" charset="0"/>
              <a:buChar char="o"/>
              <a:defRPr/>
            </a:lvl3pPr>
          </a:lstStyle>
          <a:p>
            <a:pPr lvl="0"/>
            <a:r>
              <a:rPr lang="en-US" dirty="0"/>
              <a:t> 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172200" y="1825625"/>
            <a:ext cx="5181600" cy="4351338"/>
          </a:xfrm>
          <a:prstGeom prst="rect">
            <a:avLst/>
          </a:prstGeom>
        </p:spPr>
        <p:txBody>
          <a:bodyPr/>
          <a:lstStyle>
            <a:lvl1pPr marL="228600" indent="-228600">
              <a:buFontTx/>
              <a:buBlip>
                <a:blip r:embed="rId2"/>
              </a:buBlip>
              <a:defRPr/>
            </a:lvl1pPr>
            <a:lvl3pPr marL="1143000" indent="-228600">
              <a:buFont typeface="Courier New" panose="02070309020205020404" pitchFamily="49" charset="0"/>
              <a:buChar char="o"/>
              <a:defRPr/>
            </a:lvl3pPr>
          </a:lstStyle>
          <a:p>
            <a:pPr lvl="0"/>
            <a:r>
              <a:rPr lang="en-US" dirty="0"/>
              <a:t> 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FCC63CFE-0075-5B4A-83D7-277A2CDC172D}"/>
              </a:ext>
            </a:extLst>
          </p:cNvPr>
          <p:cNvSpPr/>
          <p:nvPr/>
        </p:nvSpPr>
        <p:spPr>
          <a:xfrm>
            <a:off x="0" y="0"/>
            <a:ext cx="12192000" cy="1375130"/>
          </a:xfrm>
          <a:prstGeom prst="rect">
            <a:avLst/>
          </a:prstGeom>
          <a:solidFill>
            <a:srgbClr val="002D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6A4B600-5049-4143-888F-6A9AF329FC6C}"/>
              </a:ext>
            </a:extLst>
          </p:cNvPr>
          <p:cNvSpPr/>
          <p:nvPr/>
        </p:nvSpPr>
        <p:spPr>
          <a:xfrm>
            <a:off x="0" y="1375130"/>
            <a:ext cx="12192000" cy="53263"/>
          </a:xfrm>
          <a:prstGeom prst="rect">
            <a:avLst/>
          </a:prstGeom>
          <a:solidFill>
            <a:srgbClr val="6DAD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4">
            <a:extLst>
              <a:ext uri="{FF2B5EF4-FFF2-40B4-BE49-F238E27FC236}">
                <a16:creationId xmlns:a16="http://schemas.microsoft.com/office/drawing/2014/main" id="{905957A3-0337-2A4C-8DD2-AD4E0FF6578E}"/>
              </a:ext>
            </a:extLst>
          </p:cNvPr>
          <p:cNvSpPr>
            <a:spLocks noGrp="1"/>
          </p:cNvSpPr>
          <p:nvPr>
            <p:ph type="title"/>
          </p:nvPr>
        </p:nvSpPr>
        <p:spPr>
          <a:xfrm>
            <a:off x="609600" y="503238"/>
            <a:ext cx="8229600" cy="563562"/>
          </a:xfrm>
          <a:prstGeom prst="rect">
            <a:avLst/>
          </a:prstGeom>
        </p:spPr>
        <p:txBody>
          <a:bodyPr/>
          <a:lstStyle>
            <a:lvl1pPr>
              <a:defRPr>
                <a:solidFill>
                  <a:schemeClr val="bg1"/>
                </a:solidFill>
              </a:defRPr>
            </a:lvl1pPr>
          </a:lstStyle>
          <a:p>
            <a:r>
              <a:rPr lang="en-US"/>
              <a:t>Click to edit Master title style</a:t>
            </a:r>
            <a:endParaRPr lang="en-US" dirty="0"/>
          </a:p>
        </p:txBody>
      </p:sp>
      <p:pic>
        <p:nvPicPr>
          <p:cNvPr id="11" name="Picture 10">
            <a:extLst>
              <a:ext uri="{FF2B5EF4-FFF2-40B4-BE49-F238E27FC236}">
                <a16:creationId xmlns:a16="http://schemas.microsoft.com/office/drawing/2014/main" id="{757F9356-CB62-2A45-A165-7666C6193AAC}"/>
              </a:ext>
            </a:extLst>
          </p:cNvPr>
          <p:cNvPicPr>
            <a:picLocks noChangeAspect="1"/>
          </p:cNvPicPr>
          <p:nvPr/>
        </p:nvPicPr>
        <p:blipFill rotWithShape="1">
          <a:blip r:embed="rId3" cstate="email">
            <a:alphaModFix amt="35000"/>
            <a:extLst>
              <a:ext uri="{28A0092B-C50C-407E-A947-70E740481C1C}">
                <a14:useLocalDpi xmlns:a14="http://schemas.microsoft.com/office/drawing/2010/main"/>
              </a:ext>
            </a:extLst>
          </a:blip>
          <a:srcRect l="-1038" r="25763"/>
          <a:stretch/>
        </p:blipFill>
        <p:spPr>
          <a:xfrm>
            <a:off x="11237120" y="14361"/>
            <a:ext cx="954879" cy="1360770"/>
          </a:xfrm>
          <a:prstGeom prst="rect">
            <a:avLst/>
          </a:prstGeom>
        </p:spPr>
      </p:pic>
    </p:spTree>
    <p:extLst>
      <p:ext uri="{BB962C8B-B14F-4D97-AF65-F5344CB8AC3E}">
        <p14:creationId xmlns:p14="http://schemas.microsoft.com/office/powerpoint/2010/main" val="140263766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hasCustomPrompt="1"/>
          </p:nvPr>
        </p:nvSpPr>
        <p:spPr>
          <a:xfrm>
            <a:off x="839788" y="2505075"/>
            <a:ext cx="5157787" cy="3684588"/>
          </a:xfrm>
          <a:prstGeom prst="rect">
            <a:avLst/>
          </a:prstGeom>
        </p:spPr>
        <p:txBody>
          <a:bodyPr/>
          <a:lstStyle>
            <a:lvl1pPr marL="228600" indent="-228600">
              <a:buFontTx/>
              <a:buBlip>
                <a:blip r:embed="rId2"/>
              </a:buBlip>
              <a:defRPr/>
            </a:lvl1pPr>
            <a:lvl3pPr marL="1143000" indent="-228600">
              <a:buFont typeface="Courier New" panose="02070309020205020404" pitchFamily="49" charset="0"/>
              <a:buChar char="o"/>
              <a:defRPr/>
            </a:lvl3pPr>
          </a:lstStyle>
          <a:p>
            <a:pPr lvl="0"/>
            <a:r>
              <a:rPr lang="en-US" dirty="0"/>
              <a:t> 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hasCustomPrompt="1"/>
          </p:nvPr>
        </p:nvSpPr>
        <p:spPr>
          <a:xfrm>
            <a:off x="6172200" y="2505075"/>
            <a:ext cx="5183188" cy="3684588"/>
          </a:xfrm>
          <a:prstGeom prst="rect">
            <a:avLst/>
          </a:prstGeom>
        </p:spPr>
        <p:txBody>
          <a:bodyPr/>
          <a:lstStyle>
            <a:lvl1pPr marL="228600" indent="-228600">
              <a:buFontTx/>
              <a:buBlip>
                <a:blip r:embed="rId2"/>
              </a:buBlip>
              <a:defRPr/>
            </a:lvl1pPr>
            <a:lvl3pPr marL="1143000" indent="-228600">
              <a:buFont typeface="Courier New" panose="02070309020205020404" pitchFamily="49" charset="0"/>
              <a:buChar char="o"/>
              <a:defRPr/>
            </a:lvl3pPr>
          </a:lstStyle>
          <a:p>
            <a:pPr lvl="0"/>
            <a:r>
              <a:rPr lang="en-US" dirty="0"/>
              <a:t> 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834FFE5F-714C-6642-972D-CD7997E42255}"/>
              </a:ext>
            </a:extLst>
          </p:cNvPr>
          <p:cNvSpPr/>
          <p:nvPr/>
        </p:nvSpPr>
        <p:spPr>
          <a:xfrm>
            <a:off x="0" y="0"/>
            <a:ext cx="12192000" cy="1375130"/>
          </a:xfrm>
          <a:prstGeom prst="rect">
            <a:avLst/>
          </a:prstGeom>
          <a:solidFill>
            <a:srgbClr val="002D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5182DC8-81E7-4B49-87CD-8E3B6DEDBA4F}"/>
              </a:ext>
            </a:extLst>
          </p:cNvPr>
          <p:cNvSpPr/>
          <p:nvPr/>
        </p:nvSpPr>
        <p:spPr>
          <a:xfrm>
            <a:off x="0" y="1375130"/>
            <a:ext cx="12192000" cy="53263"/>
          </a:xfrm>
          <a:prstGeom prst="rect">
            <a:avLst/>
          </a:prstGeom>
          <a:solidFill>
            <a:srgbClr val="6DAD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4">
            <a:extLst>
              <a:ext uri="{FF2B5EF4-FFF2-40B4-BE49-F238E27FC236}">
                <a16:creationId xmlns:a16="http://schemas.microsoft.com/office/drawing/2014/main" id="{E37E057A-6E77-7247-9FBA-4507F909F062}"/>
              </a:ext>
            </a:extLst>
          </p:cNvPr>
          <p:cNvSpPr>
            <a:spLocks noGrp="1"/>
          </p:cNvSpPr>
          <p:nvPr>
            <p:ph type="title"/>
          </p:nvPr>
        </p:nvSpPr>
        <p:spPr>
          <a:xfrm>
            <a:off x="609600" y="503238"/>
            <a:ext cx="8229600" cy="563562"/>
          </a:xfrm>
          <a:prstGeom prst="rect">
            <a:avLst/>
          </a:prstGeom>
        </p:spPr>
        <p:txBody>
          <a:bodyPr/>
          <a:lstStyle>
            <a:lvl1pPr>
              <a:defRPr>
                <a:solidFill>
                  <a:schemeClr val="bg1"/>
                </a:solidFill>
              </a:defRPr>
            </a:lvl1pPr>
          </a:lstStyle>
          <a:p>
            <a:r>
              <a:rPr lang="en-US"/>
              <a:t>Click to edit Master title style</a:t>
            </a:r>
            <a:endParaRPr lang="en-US" dirty="0"/>
          </a:p>
        </p:txBody>
      </p:sp>
      <p:pic>
        <p:nvPicPr>
          <p:cNvPr id="13" name="Picture 12">
            <a:extLst>
              <a:ext uri="{FF2B5EF4-FFF2-40B4-BE49-F238E27FC236}">
                <a16:creationId xmlns:a16="http://schemas.microsoft.com/office/drawing/2014/main" id="{18D0252D-E313-6C4F-8A43-F8FDCB690FAB}"/>
              </a:ext>
            </a:extLst>
          </p:cNvPr>
          <p:cNvPicPr>
            <a:picLocks noChangeAspect="1"/>
          </p:cNvPicPr>
          <p:nvPr/>
        </p:nvPicPr>
        <p:blipFill rotWithShape="1">
          <a:blip r:embed="rId3" cstate="email">
            <a:alphaModFix amt="35000"/>
            <a:extLst>
              <a:ext uri="{28A0092B-C50C-407E-A947-70E740481C1C}">
                <a14:useLocalDpi xmlns:a14="http://schemas.microsoft.com/office/drawing/2010/main"/>
              </a:ext>
            </a:extLst>
          </a:blip>
          <a:srcRect l="-1038" r="25763"/>
          <a:stretch/>
        </p:blipFill>
        <p:spPr>
          <a:xfrm>
            <a:off x="11237120" y="14361"/>
            <a:ext cx="954879" cy="1360770"/>
          </a:xfrm>
          <a:prstGeom prst="rect">
            <a:avLst/>
          </a:prstGeom>
        </p:spPr>
      </p:pic>
    </p:spTree>
    <p:extLst>
      <p:ext uri="{BB962C8B-B14F-4D97-AF65-F5344CB8AC3E}">
        <p14:creationId xmlns:p14="http://schemas.microsoft.com/office/powerpoint/2010/main" val="398364422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76FE4EC-2507-AF43-8349-8CE505DB0255}"/>
              </a:ext>
            </a:extLst>
          </p:cNvPr>
          <p:cNvSpPr/>
          <p:nvPr/>
        </p:nvSpPr>
        <p:spPr>
          <a:xfrm>
            <a:off x="0" y="0"/>
            <a:ext cx="12192000" cy="1375130"/>
          </a:xfrm>
          <a:prstGeom prst="rect">
            <a:avLst/>
          </a:prstGeom>
          <a:solidFill>
            <a:srgbClr val="002D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541A9ED-08D1-1146-AC96-A2719925075D}"/>
              </a:ext>
            </a:extLst>
          </p:cNvPr>
          <p:cNvSpPr/>
          <p:nvPr/>
        </p:nvSpPr>
        <p:spPr>
          <a:xfrm>
            <a:off x="0" y="1375130"/>
            <a:ext cx="12192000" cy="53263"/>
          </a:xfrm>
          <a:prstGeom prst="rect">
            <a:avLst/>
          </a:prstGeom>
          <a:solidFill>
            <a:srgbClr val="6DAD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4">
            <a:extLst>
              <a:ext uri="{FF2B5EF4-FFF2-40B4-BE49-F238E27FC236}">
                <a16:creationId xmlns:a16="http://schemas.microsoft.com/office/drawing/2014/main" id="{633B37FB-74FD-CA47-A9CB-995E4F8610D3}"/>
              </a:ext>
            </a:extLst>
          </p:cNvPr>
          <p:cNvSpPr>
            <a:spLocks noGrp="1"/>
          </p:cNvSpPr>
          <p:nvPr>
            <p:ph type="title" hasCustomPrompt="1"/>
          </p:nvPr>
        </p:nvSpPr>
        <p:spPr>
          <a:xfrm>
            <a:off x="609600" y="305530"/>
            <a:ext cx="8229600" cy="563562"/>
          </a:xfrm>
          <a:prstGeom prst="rect">
            <a:avLst/>
          </a:prstGeom>
        </p:spPr>
        <p:txBody>
          <a:bodyPr/>
          <a:lstStyle>
            <a:lvl1pPr>
              <a:defRPr>
                <a:solidFill>
                  <a:schemeClr val="bg1"/>
                </a:solidFill>
              </a:defRPr>
            </a:lvl1pPr>
          </a:lstStyle>
          <a:p>
            <a:r>
              <a:rPr lang="en-US" dirty="0"/>
              <a:t>Right Click to Change Photos</a:t>
            </a:r>
          </a:p>
        </p:txBody>
      </p:sp>
      <p:pic>
        <p:nvPicPr>
          <p:cNvPr id="9" name="Picture 8">
            <a:extLst>
              <a:ext uri="{FF2B5EF4-FFF2-40B4-BE49-F238E27FC236}">
                <a16:creationId xmlns:a16="http://schemas.microsoft.com/office/drawing/2014/main" id="{FE5FFD9B-A527-0A4A-AFB1-898C57E37DA0}"/>
              </a:ext>
            </a:extLst>
          </p:cNvPr>
          <p:cNvPicPr>
            <a:picLocks noChangeAspect="1"/>
          </p:cNvPicPr>
          <p:nvPr/>
        </p:nvPicPr>
        <p:blipFill rotWithShape="1">
          <a:blip r:embed="rId2" cstate="email">
            <a:alphaModFix amt="35000"/>
            <a:extLst>
              <a:ext uri="{28A0092B-C50C-407E-A947-70E740481C1C}">
                <a14:useLocalDpi xmlns:a14="http://schemas.microsoft.com/office/drawing/2010/main"/>
              </a:ext>
            </a:extLst>
          </a:blip>
          <a:srcRect l="-1038" r="25763"/>
          <a:stretch/>
        </p:blipFill>
        <p:spPr>
          <a:xfrm>
            <a:off x="11237120" y="14361"/>
            <a:ext cx="954879" cy="1360770"/>
          </a:xfrm>
          <a:prstGeom prst="rect">
            <a:avLst/>
          </a:prstGeom>
        </p:spPr>
      </p:pic>
      <p:pic>
        <p:nvPicPr>
          <p:cNvPr id="11" name="Picture 10">
            <a:extLst>
              <a:ext uri="{FF2B5EF4-FFF2-40B4-BE49-F238E27FC236}">
                <a16:creationId xmlns:a16="http://schemas.microsoft.com/office/drawing/2014/main" id="{BAC6C21C-3DDC-A940-845F-181075B0C14C}"/>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6424" y="2443871"/>
            <a:ext cx="1828800" cy="18288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aphicFrame>
        <p:nvGraphicFramePr>
          <p:cNvPr id="12" name="Table 11">
            <a:extLst>
              <a:ext uri="{FF2B5EF4-FFF2-40B4-BE49-F238E27FC236}">
                <a16:creationId xmlns:a16="http://schemas.microsoft.com/office/drawing/2014/main" id="{FB22B7A3-8EBE-1F48-808B-38A1538113A0}"/>
              </a:ext>
            </a:extLst>
          </p:cNvPr>
          <p:cNvGraphicFramePr>
            <a:graphicFrameLocks noGrp="1"/>
          </p:cNvGraphicFramePr>
          <p:nvPr>
            <p:extLst>
              <p:ext uri="{D42A27DB-BD31-4B8C-83A1-F6EECF244321}">
                <p14:modId xmlns:p14="http://schemas.microsoft.com/office/powerpoint/2010/main" val="2415642616"/>
              </p:ext>
            </p:extLst>
          </p:nvPr>
        </p:nvGraphicFramePr>
        <p:xfrm>
          <a:off x="293352" y="4577471"/>
          <a:ext cx="11452180" cy="1311482"/>
        </p:xfrm>
        <a:graphic>
          <a:graphicData uri="http://schemas.openxmlformats.org/drawingml/2006/table">
            <a:tbl>
              <a:tblPr firstRow="1" bandRow="1">
                <a:tableStyleId>{5C22544A-7EE6-4342-B048-85BDC9FD1C3A}</a:tableStyleId>
              </a:tblPr>
              <a:tblGrid>
                <a:gridCol w="2863045">
                  <a:extLst>
                    <a:ext uri="{9D8B030D-6E8A-4147-A177-3AD203B41FA5}">
                      <a16:colId xmlns:a16="http://schemas.microsoft.com/office/drawing/2014/main" val="3056291280"/>
                    </a:ext>
                  </a:extLst>
                </a:gridCol>
                <a:gridCol w="2863045">
                  <a:extLst>
                    <a:ext uri="{9D8B030D-6E8A-4147-A177-3AD203B41FA5}">
                      <a16:colId xmlns:a16="http://schemas.microsoft.com/office/drawing/2014/main" val="2065936292"/>
                    </a:ext>
                  </a:extLst>
                </a:gridCol>
                <a:gridCol w="2863045">
                  <a:extLst>
                    <a:ext uri="{9D8B030D-6E8A-4147-A177-3AD203B41FA5}">
                      <a16:colId xmlns:a16="http://schemas.microsoft.com/office/drawing/2014/main" val="528451081"/>
                    </a:ext>
                  </a:extLst>
                </a:gridCol>
                <a:gridCol w="2863045">
                  <a:extLst>
                    <a:ext uri="{9D8B030D-6E8A-4147-A177-3AD203B41FA5}">
                      <a16:colId xmlns:a16="http://schemas.microsoft.com/office/drawing/2014/main" val="1056498245"/>
                    </a:ext>
                  </a:extLst>
                </a:gridCol>
              </a:tblGrid>
              <a:tr h="1311482">
                <a:tc>
                  <a:txBody>
                    <a:bodyPr/>
                    <a:lstStyle/>
                    <a:p>
                      <a:pPr algn="ctr"/>
                      <a:r>
                        <a:rPr lang="en-US" sz="2400" b="1" dirty="0">
                          <a:solidFill>
                            <a:srgbClr val="212E57"/>
                          </a:solidFill>
                          <a:latin typeface="Calibri" panose="020F0502020204030204" pitchFamily="34" charset="0"/>
                          <a:cs typeface="Calibri" panose="020F0502020204030204" pitchFamily="34" charset="0"/>
                        </a:rPr>
                        <a:t>Name </a:t>
                      </a:r>
                      <a:r>
                        <a:rPr lang="en-US" sz="2400" b="1" dirty="0" err="1">
                          <a:solidFill>
                            <a:srgbClr val="212E57"/>
                          </a:solidFill>
                          <a:latin typeface="Calibri" panose="020F0502020204030204" pitchFamily="34" charset="0"/>
                          <a:cs typeface="Calibri" panose="020F0502020204030204" pitchFamily="34" charset="0"/>
                        </a:rPr>
                        <a:t>LastName</a:t>
                      </a:r>
                      <a:endParaRPr lang="en-US" sz="2400" b="1" dirty="0">
                        <a:solidFill>
                          <a:srgbClr val="212E57"/>
                        </a:solidFill>
                        <a:latin typeface="Calibri" panose="020F0502020204030204" pitchFamily="34" charset="0"/>
                        <a:cs typeface="Calibri" panose="020F0502020204030204" pitchFamily="34" charset="0"/>
                      </a:endParaRPr>
                    </a:p>
                    <a:p>
                      <a:pPr algn="ctr"/>
                      <a:r>
                        <a:rPr lang="en-US" dirty="0">
                          <a:solidFill>
                            <a:srgbClr val="2095CB"/>
                          </a:solidFill>
                          <a:latin typeface="Calibri" panose="020F0502020204030204" pitchFamily="34" charset="0"/>
                          <a:cs typeface="Calibri" panose="020F0502020204030204" pitchFamily="34" charset="0"/>
                        </a:rPr>
                        <a:t>Title Goes Here</a:t>
                      </a:r>
                      <a:endParaRPr lang="en-US" dirty="0">
                        <a:solidFill>
                          <a:srgbClr val="2095CB"/>
                        </a:solidFill>
                        <a:latin typeface="Gentona Book" pitchFamily="2" charset="77"/>
                      </a:endParaRPr>
                    </a:p>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sz="2400" b="1" dirty="0">
                          <a:solidFill>
                            <a:srgbClr val="212E57"/>
                          </a:solidFill>
                          <a:latin typeface="Calibri" panose="020F0502020204030204" pitchFamily="34" charset="0"/>
                          <a:cs typeface="Calibri" panose="020F0502020204030204" pitchFamily="34" charset="0"/>
                        </a:rPr>
                        <a:t>Name </a:t>
                      </a:r>
                      <a:r>
                        <a:rPr lang="en-US" sz="2400" b="1" dirty="0" err="1">
                          <a:solidFill>
                            <a:srgbClr val="212E57"/>
                          </a:solidFill>
                          <a:latin typeface="Calibri" panose="020F0502020204030204" pitchFamily="34" charset="0"/>
                          <a:cs typeface="Calibri" panose="020F0502020204030204" pitchFamily="34" charset="0"/>
                        </a:rPr>
                        <a:t>LastName</a:t>
                      </a:r>
                      <a:endParaRPr lang="en-US" sz="2400" b="1" dirty="0">
                        <a:solidFill>
                          <a:srgbClr val="212E57"/>
                        </a:solidFill>
                        <a:latin typeface="Calibri" panose="020F0502020204030204" pitchFamily="34" charset="0"/>
                        <a:cs typeface="Calibri" panose="020F0502020204030204" pitchFamily="34" charset="0"/>
                      </a:endParaRPr>
                    </a:p>
                    <a:p>
                      <a:pPr algn="ctr"/>
                      <a:r>
                        <a:rPr lang="en-US" dirty="0">
                          <a:solidFill>
                            <a:srgbClr val="2095CB"/>
                          </a:solidFill>
                          <a:latin typeface="Calibri" panose="020F0502020204030204" pitchFamily="34" charset="0"/>
                          <a:cs typeface="Calibri" panose="020F0502020204030204" pitchFamily="34" charset="0"/>
                        </a:rPr>
                        <a:t>Title Goes Here</a:t>
                      </a:r>
                      <a:endParaRPr lang="en-US" dirty="0">
                        <a:solidFill>
                          <a:srgbClr val="2095CB"/>
                        </a:solidFill>
                        <a:latin typeface="Gentona Book" pitchFamily="2" charset="77"/>
                      </a:endParaRPr>
                    </a:p>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sz="2400" b="1" dirty="0">
                          <a:solidFill>
                            <a:srgbClr val="212E57"/>
                          </a:solidFill>
                          <a:latin typeface="Calibri" panose="020F0502020204030204" pitchFamily="34" charset="0"/>
                          <a:cs typeface="Calibri" panose="020F0502020204030204" pitchFamily="34" charset="0"/>
                        </a:rPr>
                        <a:t>Name </a:t>
                      </a:r>
                      <a:r>
                        <a:rPr lang="en-US" sz="2400" b="1" dirty="0" err="1">
                          <a:solidFill>
                            <a:srgbClr val="212E57"/>
                          </a:solidFill>
                          <a:latin typeface="Calibri" panose="020F0502020204030204" pitchFamily="34" charset="0"/>
                          <a:cs typeface="Calibri" panose="020F0502020204030204" pitchFamily="34" charset="0"/>
                        </a:rPr>
                        <a:t>LastName</a:t>
                      </a:r>
                      <a:endParaRPr lang="en-US" sz="2400" b="1" dirty="0">
                        <a:solidFill>
                          <a:srgbClr val="212E57"/>
                        </a:solidFill>
                        <a:latin typeface="Calibri" panose="020F0502020204030204" pitchFamily="34" charset="0"/>
                        <a:cs typeface="Calibri" panose="020F0502020204030204" pitchFamily="34" charset="0"/>
                      </a:endParaRPr>
                    </a:p>
                    <a:p>
                      <a:pPr algn="ctr"/>
                      <a:r>
                        <a:rPr lang="en-US" dirty="0">
                          <a:solidFill>
                            <a:srgbClr val="2095CB"/>
                          </a:solidFill>
                          <a:latin typeface="Calibri" panose="020F0502020204030204" pitchFamily="34" charset="0"/>
                          <a:cs typeface="Calibri" panose="020F0502020204030204" pitchFamily="34" charset="0"/>
                        </a:rPr>
                        <a:t>Title Goes Here</a:t>
                      </a:r>
                      <a:endParaRPr lang="en-US" dirty="0">
                        <a:solidFill>
                          <a:srgbClr val="2095CB"/>
                        </a:solidFill>
                        <a:latin typeface="Gentona Book" pitchFamily="2" charset="77"/>
                      </a:endParaRPr>
                    </a:p>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sz="2400" b="1" dirty="0">
                          <a:solidFill>
                            <a:srgbClr val="212E57"/>
                          </a:solidFill>
                          <a:latin typeface="Calibri" panose="020F0502020204030204" pitchFamily="34" charset="0"/>
                          <a:cs typeface="Calibri" panose="020F0502020204030204" pitchFamily="34" charset="0"/>
                        </a:rPr>
                        <a:t>Name </a:t>
                      </a:r>
                      <a:r>
                        <a:rPr lang="en-US" sz="2400" b="1" dirty="0" err="1">
                          <a:solidFill>
                            <a:srgbClr val="212E57"/>
                          </a:solidFill>
                          <a:latin typeface="Calibri" panose="020F0502020204030204" pitchFamily="34" charset="0"/>
                          <a:cs typeface="Calibri" panose="020F0502020204030204" pitchFamily="34" charset="0"/>
                        </a:rPr>
                        <a:t>LastName</a:t>
                      </a:r>
                      <a:endParaRPr lang="en-US" sz="2400" b="1" dirty="0">
                        <a:solidFill>
                          <a:srgbClr val="212E57"/>
                        </a:solidFill>
                        <a:latin typeface="Calibri" panose="020F0502020204030204" pitchFamily="34" charset="0"/>
                        <a:cs typeface="Calibri" panose="020F0502020204030204" pitchFamily="34" charset="0"/>
                      </a:endParaRPr>
                    </a:p>
                    <a:p>
                      <a:pPr algn="ctr"/>
                      <a:r>
                        <a:rPr lang="en-US" dirty="0">
                          <a:solidFill>
                            <a:srgbClr val="2095CB"/>
                          </a:solidFill>
                          <a:latin typeface="Calibri" panose="020F0502020204030204" pitchFamily="34" charset="0"/>
                          <a:cs typeface="Calibri" panose="020F0502020204030204" pitchFamily="34" charset="0"/>
                        </a:rPr>
                        <a:t>Title Goes Here</a:t>
                      </a:r>
                      <a:endParaRPr lang="en-US" dirty="0">
                        <a:solidFill>
                          <a:srgbClr val="2095CB"/>
                        </a:solidFill>
                        <a:latin typeface="Gentona Book" pitchFamily="2" charset="77"/>
                      </a:endParaRPr>
                    </a:p>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48445522"/>
                  </a:ext>
                </a:extLst>
              </a:tr>
            </a:tbl>
          </a:graphicData>
        </a:graphic>
      </p:graphicFrame>
      <p:pic>
        <p:nvPicPr>
          <p:cNvPr id="13" name="Picture 12">
            <a:extLst>
              <a:ext uri="{FF2B5EF4-FFF2-40B4-BE49-F238E27FC236}">
                <a16:creationId xmlns:a16="http://schemas.microsoft.com/office/drawing/2014/main" id="{09870840-8650-A747-BF8C-6090FF4C72D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662974" y="2443871"/>
            <a:ext cx="1828800" cy="18288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4" name="Picture 13">
            <a:extLst>
              <a:ext uri="{FF2B5EF4-FFF2-40B4-BE49-F238E27FC236}">
                <a16:creationId xmlns:a16="http://schemas.microsoft.com/office/drawing/2014/main" id="{035174E9-9763-3148-A64F-FC181046553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501424" y="2443871"/>
            <a:ext cx="1828800" cy="18288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5" name="Picture 14">
            <a:extLst>
              <a:ext uri="{FF2B5EF4-FFF2-40B4-BE49-F238E27FC236}">
                <a16:creationId xmlns:a16="http://schemas.microsoft.com/office/drawing/2014/main" id="{3DA8C018-AB91-AE44-85A3-8FC9BA1E50D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397024" y="2443871"/>
            <a:ext cx="1828800" cy="18288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7" name="Text Placeholder 6">
            <a:extLst>
              <a:ext uri="{FF2B5EF4-FFF2-40B4-BE49-F238E27FC236}">
                <a16:creationId xmlns:a16="http://schemas.microsoft.com/office/drawing/2014/main" id="{FB13E810-7643-0D40-8876-74451CC6B61B}"/>
              </a:ext>
            </a:extLst>
          </p:cNvPr>
          <p:cNvSpPr>
            <a:spLocks noGrp="1"/>
          </p:cNvSpPr>
          <p:nvPr>
            <p:ph type="body" sz="quarter" idx="10"/>
          </p:nvPr>
        </p:nvSpPr>
        <p:spPr>
          <a:xfrm>
            <a:off x="609600" y="895350"/>
            <a:ext cx="9886950" cy="381000"/>
          </a:xfrm>
          <a:prstGeom prst="rect">
            <a:avLst/>
          </a:prstGeom>
        </p:spPr>
        <p:txBody>
          <a:bodyPr>
            <a:normAutofit fontScale="77500" lnSpcReduction="20000"/>
          </a:bodyPr>
          <a:lstStyle>
            <a:lvl1pPr>
              <a:defRPr>
                <a:solidFill>
                  <a:schemeClr val="bg1"/>
                </a:solidFill>
              </a:defRPr>
            </a:lvl1pPr>
          </a:lstStyle>
          <a:p>
            <a:pPr marL="0" lvl="0" indent="0">
              <a:buNone/>
            </a:pPr>
            <a:r>
              <a:rPr lang="en-US"/>
              <a:t>Edit Master text styles</a:t>
            </a:r>
          </a:p>
        </p:txBody>
      </p:sp>
    </p:spTree>
    <p:extLst>
      <p:ext uri="{BB962C8B-B14F-4D97-AF65-F5344CB8AC3E}">
        <p14:creationId xmlns:p14="http://schemas.microsoft.com/office/powerpoint/2010/main" val="309052798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5183188" y="2041071"/>
            <a:ext cx="6172200" cy="3819979"/>
          </a:xfrm>
          <a:prstGeom prst="rect">
            <a:avLst/>
          </a:prstGeom>
        </p:spPr>
        <p:txBody>
          <a:bodyPr/>
          <a:lstStyle>
            <a:lvl1pPr marL="228600" indent="-228600">
              <a:buFontTx/>
              <a:buBlip>
                <a:blip r:embed="rId2"/>
              </a:buBlip>
              <a:defRPr sz="3200"/>
            </a:lvl1pPr>
            <a:lvl2pPr>
              <a:defRPr sz="2800"/>
            </a:lvl2pPr>
            <a:lvl3pPr marL="1143000" indent="-228600">
              <a:buFont typeface="Courier New" panose="02070309020205020404" pitchFamily="49" charset="0"/>
              <a:buChar char="o"/>
              <a:defRPr sz="2400"/>
            </a:lvl3pPr>
            <a:lvl4pPr>
              <a:defRPr sz="2000"/>
            </a:lvl4pPr>
            <a:lvl5pPr>
              <a:defRPr sz="2000"/>
            </a:lvl5pPr>
            <a:lvl6pPr>
              <a:defRPr sz="2000"/>
            </a:lvl6pPr>
            <a:lvl7pPr>
              <a:defRPr sz="2000"/>
            </a:lvl7pPr>
            <a:lvl8pPr>
              <a:defRPr sz="2000"/>
            </a:lvl8pPr>
            <a:lvl9pPr>
              <a:defRPr sz="2000"/>
            </a:lvl9pPr>
          </a:lstStyle>
          <a:p>
            <a:pPr lvl="0"/>
            <a:r>
              <a:rPr lang="en-US" dirty="0"/>
              <a:t> 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8" name="Rectangle 7">
            <a:extLst>
              <a:ext uri="{FF2B5EF4-FFF2-40B4-BE49-F238E27FC236}">
                <a16:creationId xmlns:a16="http://schemas.microsoft.com/office/drawing/2014/main" id="{DA6240B6-32DA-D44E-B963-42A4679BB95F}"/>
              </a:ext>
            </a:extLst>
          </p:cNvPr>
          <p:cNvSpPr/>
          <p:nvPr/>
        </p:nvSpPr>
        <p:spPr>
          <a:xfrm>
            <a:off x="0" y="0"/>
            <a:ext cx="12192000" cy="1375130"/>
          </a:xfrm>
          <a:prstGeom prst="rect">
            <a:avLst/>
          </a:prstGeom>
          <a:solidFill>
            <a:srgbClr val="002D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C2A3FB2-E446-404D-89AB-9498965FD8F1}"/>
              </a:ext>
            </a:extLst>
          </p:cNvPr>
          <p:cNvSpPr/>
          <p:nvPr/>
        </p:nvSpPr>
        <p:spPr>
          <a:xfrm>
            <a:off x="0" y="1375130"/>
            <a:ext cx="12192000" cy="53263"/>
          </a:xfrm>
          <a:prstGeom prst="rect">
            <a:avLst/>
          </a:prstGeom>
          <a:solidFill>
            <a:srgbClr val="6DAD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4">
            <a:extLst>
              <a:ext uri="{FF2B5EF4-FFF2-40B4-BE49-F238E27FC236}">
                <a16:creationId xmlns:a16="http://schemas.microsoft.com/office/drawing/2014/main" id="{98A44E99-A682-1D40-B82F-5A93BD58E379}"/>
              </a:ext>
            </a:extLst>
          </p:cNvPr>
          <p:cNvSpPr>
            <a:spLocks noGrp="1"/>
          </p:cNvSpPr>
          <p:nvPr>
            <p:ph type="title"/>
          </p:nvPr>
        </p:nvSpPr>
        <p:spPr>
          <a:xfrm>
            <a:off x="609600" y="503238"/>
            <a:ext cx="8229600" cy="563562"/>
          </a:xfrm>
          <a:prstGeom prst="rect">
            <a:avLst/>
          </a:prstGeom>
        </p:spPr>
        <p:txBody>
          <a:bodyPr/>
          <a:lstStyle>
            <a:lvl1pPr>
              <a:defRPr>
                <a:solidFill>
                  <a:schemeClr val="bg1"/>
                </a:solidFill>
              </a:defRPr>
            </a:lvl1pPr>
          </a:lstStyle>
          <a:p>
            <a:r>
              <a:rPr lang="en-US"/>
              <a:t>Click to edit Master title style</a:t>
            </a:r>
            <a:endParaRPr lang="en-US" dirty="0"/>
          </a:p>
        </p:txBody>
      </p:sp>
      <p:pic>
        <p:nvPicPr>
          <p:cNvPr id="11" name="Picture 10">
            <a:extLst>
              <a:ext uri="{FF2B5EF4-FFF2-40B4-BE49-F238E27FC236}">
                <a16:creationId xmlns:a16="http://schemas.microsoft.com/office/drawing/2014/main" id="{CC6E1C09-01C2-3F4C-9A56-EB174C3396D6}"/>
              </a:ext>
            </a:extLst>
          </p:cNvPr>
          <p:cNvPicPr>
            <a:picLocks noChangeAspect="1"/>
          </p:cNvPicPr>
          <p:nvPr/>
        </p:nvPicPr>
        <p:blipFill rotWithShape="1">
          <a:blip r:embed="rId3" cstate="email">
            <a:alphaModFix amt="35000"/>
            <a:extLst>
              <a:ext uri="{28A0092B-C50C-407E-A947-70E740481C1C}">
                <a14:useLocalDpi xmlns:a14="http://schemas.microsoft.com/office/drawing/2010/main"/>
              </a:ext>
            </a:extLst>
          </a:blip>
          <a:srcRect l="-1038" r="25763"/>
          <a:stretch/>
        </p:blipFill>
        <p:spPr>
          <a:xfrm>
            <a:off x="11237120" y="14361"/>
            <a:ext cx="954879" cy="1360770"/>
          </a:xfrm>
          <a:prstGeom prst="rect">
            <a:avLst/>
          </a:prstGeom>
        </p:spPr>
      </p:pic>
    </p:spTree>
    <p:extLst>
      <p:ext uri="{BB962C8B-B14F-4D97-AF65-F5344CB8AC3E}">
        <p14:creationId xmlns:p14="http://schemas.microsoft.com/office/powerpoint/2010/main" val="165018363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2041071"/>
            <a:ext cx="6172200" cy="381997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8" name="Rectangle 7">
            <a:extLst>
              <a:ext uri="{FF2B5EF4-FFF2-40B4-BE49-F238E27FC236}">
                <a16:creationId xmlns:a16="http://schemas.microsoft.com/office/drawing/2014/main" id="{0B6D762D-7DDA-2D46-95FD-819A8414671B}"/>
              </a:ext>
            </a:extLst>
          </p:cNvPr>
          <p:cNvSpPr/>
          <p:nvPr/>
        </p:nvSpPr>
        <p:spPr>
          <a:xfrm>
            <a:off x="0" y="0"/>
            <a:ext cx="12192000" cy="1375130"/>
          </a:xfrm>
          <a:prstGeom prst="rect">
            <a:avLst/>
          </a:prstGeom>
          <a:solidFill>
            <a:srgbClr val="002D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ACE98E7-1B28-7F4F-AF7A-E12A2C1BC02E}"/>
              </a:ext>
            </a:extLst>
          </p:cNvPr>
          <p:cNvSpPr/>
          <p:nvPr/>
        </p:nvSpPr>
        <p:spPr>
          <a:xfrm>
            <a:off x="0" y="1375130"/>
            <a:ext cx="12192000" cy="53263"/>
          </a:xfrm>
          <a:prstGeom prst="rect">
            <a:avLst/>
          </a:prstGeom>
          <a:solidFill>
            <a:srgbClr val="6DAD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4">
            <a:extLst>
              <a:ext uri="{FF2B5EF4-FFF2-40B4-BE49-F238E27FC236}">
                <a16:creationId xmlns:a16="http://schemas.microsoft.com/office/drawing/2014/main" id="{F97D7C58-1DCB-DA43-AE0A-EBCC91CA0451}"/>
              </a:ext>
            </a:extLst>
          </p:cNvPr>
          <p:cNvSpPr>
            <a:spLocks noGrp="1"/>
          </p:cNvSpPr>
          <p:nvPr>
            <p:ph type="title"/>
          </p:nvPr>
        </p:nvSpPr>
        <p:spPr>
          <a:xfrm>
            <a:off x="609600" y="503238"/>
            <a:ext cx="8229600" cy="563562"/>
          </a:xfrm>
          <a:prstGeom prst="rect">
            <a:avLst/>
          </a:prstGeom>
        </p:spPr>
        <p:txBody>
          <a:bodyPr/>
          <a:lstStyle>
            <a:lvl1pPr>
              <a:defRPr>
                <a:solidFill>
                  <a:schemeClr val="bg1"/>
                </a:solidFill>
              </a:defRPr>
            </a:lvl1pPr>
          </a:lstStyle>
          <a:p>
            <a:r>
              <a:rPr lang="en-US"/>
              <a:t>Click to edit Master title style</a:t>
            </a:r>
            <a:endParaRPr lang="en-US" dirty="0"/>
          </a:p>
        </p:txBody>
      </p:sp>
      <p:pic>
        <p:nvPicPr>
          <p:cNvPr id="11" name="Picture 10">
            <a:extLst>
              <a:ext uri="{FF2B5EF4-FFF2-40B4-BE49-F238E27FC236}">
                <a16:creationId xmlns:a16="http://schemas.microsoft.com/office/drawing/2014/main" id="{8C0C4BBF-C0AF-4345-951B-44974768E0D5}"/>
              </a:ext>
            </a:extLst>
          </p:cNvPr>
          <p:cNvPicPr>
            <a:picLocks noChangeAspect="1"/>
          </p:cNvPicPr>
          <p:nvPr/>
        </p:nvPicPr>
        <p:blipFill rotWithShape="1">
          <a:blip r:embed="rId2" cstate="email">
            <a:alphaModFix amt="35000"/>
            <a:extLst>
              <a:ext uri="{28A0092B-C50C-407E-A947-70E740481C1C}">
                <a14:useLocalDpi xmlns:a14="http://schemas.microsoft.com/office/drawing/2010/main"/>
              </a:ext>
            </a:extLst>
          </a:blip>
          <a:srcRect l="-1038" r="25763"/>
          <a:stretch/>
        </p:blipFill>
        <p:spPr>
          <a:xfrm>
            <a:off x="11237120" y="14361"/>
            <a:ext cx="954879" cy="1360770"/>
          </a:xfrm>
          <a:prstGeom prst="rect">
            <a:avLst/>
          </a:prstGeom>
        </p:spPr>
      </p:pic>
      <p:sp>
        <p:nvSpPr>
          <p:cNvPr id="12" name="Date Placeholder 1">
            <a:extLst>
              <a:ext uri="{FF2B5EF4-FFF2-40B4-BE49-F238E27FC236}">
                <a16:creationId xmlns:a16="http://schemas.microsoft.com/office/drawing/2014/main" id="{D8440193-AA9F-9B48-868A-7802A0F3DF73}"/>
              </a:ext>
            </a:extLst>
          </p:cNvPr>
          <p:cNvSpPr>
            <a:spLocks noGrp="1"/>
          </p:cNvSpPr>
          <p:nvPr>
            <p:ph type="dt" sz="half" idx="10"/>
          </p:nvPr>
        </p:nvSpPr>
        <p:spPr>
          <a:xfrm>
            <a:off x="461682" y="6356350"/>
            <a:ext cx="2743200" cy="365125"/>
          </a:xfrm>
          <a:prstGeom prst="rect">
            <a:avLst/>
          </a:prstGeom>
        </p:spPr>
        <p:txBody>
          <a:bodyPr/>
          <a:lstStyle>
            <a:lvl1pPr algn="l">
              <a:defRPr>
                <a:solidFill>
                  <a:schemeClr val="bg1">
                    <a:lumMod val="50000"/>
                  </a:schemeClr>
                </a:solidFill>
              </a:defRPr>
            </a:lvl1pPr>
          </a:lstStyle>
          <a:p>
            <a:fld id="{9F2C54BD-7A80-4CE4-8EAD-52D1F216143F}" type="datetimeFigureOut">
              <a:rPr lang="en-US" smtClean="0"/>
              <a:t>10/7/24</a:t>
            </a:fld>
            <a:endParaRPr lang="en-US"/>
          </a:p>
        </p:txBody>
      </p:sp>
      <p:sp>
        <p:nvSpPr>
          <p:cNvPr id="13" name="Footer Placeholder 2">
            <a:extLst>
              <a:ext uri="{FF2B5EF4-FFF2-40B4-BE49-F238E27FC236}">
                <a16:creationId xmlns:a16="http://schemas.microsoft.com/office/drawing/2014/main" id="{4483161F-B225-214F-9939-BEDEC0BB9A38}"/>
              </a:ext>
            </a:extLst>
          </p:cNvPr>
          <p:cNvSpPr>
            <a:spLocks noGrp="1"/>
          </p:cNvSpPr>
          <p:nvPr>
            <p:ph type="ftr" sz="quarter" idx="11"/>
          </p:nvPr>
        </p:nvSpPr>
        <p:spPr>
          <a:xfrm>
            <a:off x="4038600" y="6356350"/>
            <a:ext cx="4114800" cy="365125"/>
          </a:xfrm>
          <a:prstGeom prst="rect">
            <a:avLst/>
          </a:prstGeom>
        </p:spPr>
        <p:txBody>
          <a:bodyPr/>
          <a:lstStyle>
            <a:lvl1pPr algn="ctr">
              <a:defRPr>
                <a:solidFill>
                  <a:schemeClr val="bg1">
                    <a:lumMod val="50000"/>
                  </a:schemeClr>
                </a:solidFill>
              </a:defRPr>
            </a:lvl1pPr>
          </a:lstStyle>
          <a:p>
            <a:endParaRPr lang="en-US"/>
          </a:p>
        </p:txBody>
      </p:sp>
      <p:sp>
        <p:nvSpPr>
          <p:cNvPr id="14" name="Slide Number Placeholder 3">
            <a:extLst>
              <a:ext uri="{FF2B5EF4-FFF2-40B4-BE49-F238E27FC236}">
                <a16:creationId xmlns:a16="http://schemas.microsoft.com/office/drawing/2014/main" id="{D36DF6D4-C6A2-5A4B-8A23-1F6091126CCB}"/>
              </a:ext>
            </a:extLst>
          </p:cNvPr>
          <p:cNvSpPr>
            <a:spLocks noGrp="1"/>
          </p:cNvSpPr>
          <p:nvPr>
            <p:ph type="sldNum" sz="quarter" idx="12"/>
          </p:nvPr>
        </p:nvSpPr>
        <p:spPr>
          <a:xfrm>
            <a:off x="8915400" y="6356350"/>
            <a:ext cx="2743200" cy="365125"/>
          </a:xfrm>
          <a:prstGeom prst="rect">
            <a:avLst/>
          </a:prstGeom>
        </p:spPr>
        <p:txBody>
          <a:bodyPr/>
          <a:lstStyle>
            <a:lvl1pPr algn="r">
              <a:defRPr>
                <a:solidFill>
                  <a:schemeClr val="bg1">
                    <a:lumMod val="50000"/>
                  </a:schemeClr>
                </a:solidFill>
              </a:defRPr>
            </a:lvl1pPr>
          </a:lstStyle>
          <a:p>
            <a:fld id="{7585F1DB-7299-46F0-A294-AA8393461B28}" type="slidenum">
              <a:rPr lang="en-US" smtClean="0"/>
              <a:t>‹#›</a:t>
            </a:fld>
            <a:endParaRPr lang="en-US"/>
          </a:p>
        </p:txBody>
      </p:sp>
    </p:spTree>
    <p:extLst>
      <p:ext uri="{BB962C8B-B14F-4D97-AF65-F5344CB8AC3E}">
        <p14:creationId xmlns:p14="http://schemas.microsoft.com/office/powerpoint/2010/main" val="84243378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73C9406-6241-E347-92A4-3671034B9113}"/>
              </a:ext>
            </a:extLst>
          </p:cNvPr>
          <p:cNvPicPr>
            <a:picLocks noChangeAspect="1"/>
          </p:cNvPicPr>
          <p:nvPr/>
        </p:nvPicPr>
        <p:blipFill>
          <a:blip r:embed="rId2"/>
          <a:stretch>
            <a:fillRect/>
          </a:stretch>
        </p:blipFill>
        <p:spPr>
          <a:xfrm>
            <a:off x="0" y="0"/>
            <a:ext cx="12227442" cy="6858000"/>
          </a:xfrm>
          <a:prstGeom prst="rect">
            <a:avLst/>
          </a:prstGeom>
        </p:spPr>
      </p:pic>
      <p:pic>
        <p:nvPicPr>
          <p:cNvPr id="6" name="Picture 5">
            <a:extLst>
              <a:ext uri="{FF2B5EF4-FFF2-40B4-BE49-F238E27FC236}">
                <a16:creationId xmlns:a16="http://schemas.microsoft.com/office/drawing/2014/main" id="{161CA9BC-9563-844E-B786-04D58F7BF61B}"/>
              </a:ext>
            </a:extLst>
          </p:cNvPr>
          <p:cNvPicPr>
            <a:picLocks noChangeAspect="1"/>
          </p:cNvPicPr>
          <p:nvPr/>
        </p:nvPicPr>
        <p:blipFill>
          <a:blip r:embed="rId3"/>
          <a:stretch>
            <a:fillRect/>
          </a:stretch>
        </p:blipFill>
        <p:spPr>
          <a:xfrm>
            <a:off x="139454" y="4536341"/>
            <a:ext cx="4899976" cy="2019479"/>
          </a:xfrm>
          <a:prstGeom prst="rect">
            <a:avLst/>
          </a:prstGeom>
        </p:spPr>
      </p:pic>
      <p:sp>
        <p:nvSpPr>
          <p:cNvPr id="7" name="Rectangle 6">
            <a:extLst>
              <a:ext uri="{FF2B5EF4-FFF2-40B4-BE49-F238E27FC236}">
                <a16:creationId xmlns:a16="http://schemas.microsoft.com/office/drawing/2014/main" id="{0DA85D32-B018-6A46-851B-7305F0540A88}"/>
              </a:ext>
            </a:extLst>
          </p:cNvPr>
          <p:cNvSpPr/>
          <p:nvPr/>
        </p:nvSpPr>
        <p:spPr>
          <a:xfrm>
            <a:off x="1" y="2831605"/>
            <a:ext cx="12192000" cy="1139477"/>
          </a:xfrm>
          <a:prstGeom prst="rect">
            <a:avLst/>
          </a:prstGeom>
          <a:solidFill>
            <a:srgbClr val="6DADE4">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9E1B"/>
              </a:solidFill>
            </a:endParaRPr>
          </a:p>
        </p:txBody>
      </p:sp>
      <p:sp>
        <p:nvSpPr>
          <p:cNvPr id="8" name="Rectangle 7">
            <a:extLst>
              <a:ext uri="{FF2B5EF4-FFF2-40B4-BE49-F238E27FC236}">
                <a16:creationId xmlns:a16="http://schemas.microsoft.com/office/drawing/2014/main" id="{A591D633-992C-8F4A-B5EE-5C8D486C68FE}"/>
              </a:ext>
            </a:extLst>
          </p:cNvPr>
          <p:cNvSpPr/>
          <p:nvPr/>
        </p:nvSpPr>
        <p:spPr>
          <a:xfrm>
            <a:off x="669697" y="2873631"/>
            <a:ext cx="7844107" cy="1015663"/>
          </a:xfrm>
          <a:prstGeom prst="rect">
            <a:avLst/>
          </a:prstGeom>
        </p:spPr>
        <p:txBody>
          <a:bodyPr wrap="square">
            <a:spAutoFit/>
          </a:bodyPr>
          <a:lstStyle/>
          <a:p>
            <a:r>
              <a:rPr lang="en-US" sz="6000" b="1" dirty="0">
                <a:solidFill>
                  <a:schemeClr val="bg1"/>
                </a:solidFill>
                <a:latin typeface="Calibri" panose="020F0502020204030204" pitchFamily="34" charset="0"/>
                <a:cs typeface="Calibri" panose="020F0502020204030204" pitchFamily="34" charset="0"/>
              </a:rPr>
              <a:t>Build for what’s next™</a:t>
            </a:r>
            <a:endParaRPr lang="en-US" sz="6000" dirty="0"/>
          </a:p>
        </p:txBody>
      </p:sp>
    </p:spTree>
    <p:extLst>
      <p:ext uri="{BB962C8B-B14F-4D97-AF65-F5344CB8AC3E}">
        <p14:creationId xmlns:p14="http://schemas.microsoft.com/office/powerpoint/2010/main" val="407441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image" Target="../media/image2.emf"/><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theme" Target="../theme/theme2.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34FA37C-8C75-57A1-97B8-793FD8D24774}"/>
              </a:ext>
            </a:extLst>
          </p:cNvPr>
          <p:cNvSpPr/>
          <p:nvPr/>
        </p:nvSpPr>
        <p:spPr>
          <a:xfrm>
            <a:off x="2209799" y="6358270"/>
            <a:ext cx="9808651" cy="363205"/>
          </a:xfrm>
          <a:prstGeom prst="rect">
            <a:avLst/>
          </a:prstGeom>
          <a:solidFill>
            <a:srgbClr val="0000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sz="1400" b="1">
              <a:latin typeface="Calibri" charset="0"/>
              <a:ea typeface="Calibri" charset="0"/>
              <a:cs typeface="Calibri" charset="0"/>
            </a:endParaRPr>
          </a:p>
        </p:txBody>
      </p:sp>
      <p:sp>
        <p:nvSpPr>
          <p:cNvPr id="2" name="Title Placeholder 1">
            <a:extLst>
              <a:ext uri="{FF2B5EF4-FFF2-40B4-BE49-F238E27FC236}">
                <a16:creationId xmlns:a16="http://schemas.microsoft.com/office/drawing/2014/main" id="{23A51F63-2F2F-C620-ED8F-4C18F411B33A}"/>
              </a:ext>
            </a:extLst>
          </p:cNvPr>
          <p:cNvSpPr>
            <a:spLocks noGrp="1"/>
          </p:cNvSpPr>
          <p:nvPr>
            <p:ph type="title"/>
          </p:nvPr>
        </p:nvSpPr>
        <p:spPr>
          <a:xfrm>
            <a:off x="598515" y="793440"/>
            <a:ext cx="11130741" cy="85087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76CAF98-3BB6-2E90-A6CD-FE48B5CFF6FE}"/>
              </a:ext>
            </a:extLst>
          </p:cNvPr>
          <p:cNvSpPr>
            <a:spLocks noGrp="1"/>
          </p:cNvSpPr>
          <p:nvPr>
            <p:ph type="body" idx="1"/>
          </p:nvPr>
        </p:nvSpPr>
        <p:spPr>
          <a:xfrm>
            <a:off x="598516" y="1825625"/>
            <a:ext cx="11130742"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E6276311-1D7C-9A92-D91C-2DFDE135D6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FD3BA47-113B-A4E9-4A82-526FF5195A7E}"/>
              </a:ext>
            </a:extLst>
          </p:cNvPr>
          <p:cNvSpPr>
            <a:spLocks noGrp="1"/>
          </p:cNvSpPr>
          <p:nvPr>
            <p:ph type="sldNum" sz="quarter" idx="4"/>
          </p:nvPr>
        </p:nvSpPr>
        <p:spPr>
          <a:xfrm>
            <a:off x="9275251"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772ED8-610E-4373-80B3-D4E94A1FEDFC}" type="slidenum">
              <a:rPr lang="en-US" smtClean="0"/>
              <a:t>‹#›</a:t>
            </a:fld>
            <a:endParaRPr lang="en-US"/>
          </a:p>
        </p:txBody>
      </p:sp>
      <p:pic>
        <p:nvPicPr>
          <p:cNvPr id="12" name="Picture 11" descr="Logo, company name&#10;&#10;Description automatically generated">
            <a:extLst>
              <a:ext uri="{FF2B5EF4-FFF2-40B4-BE49-F238E27FC236}">
                <a16:creationId xmlns:a16="http://schemas.microsoft.com/office/drawing/2014/main" id="{46241DBA-1254-6E91-81F9-C6041D5BD890}"/>
              </a:ext>
            </a:extLst>
          </p:cNvPr>
          <p:cNvPicPr>
            <a:picLocks noChangeAspect="1"/>
          </p:cNvPicPr>
          <p:nvPr/>
        </p:nvPicPr>
        <p:blipFill>
          <a:blip r:embed="rId1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39434" y="6150497"/>
            <a:ext cx="1870364" cy="776829"/>
          </a:xfrm>
          <a:prstGeom prst="rect">
            <a:avLst/>
          </a:prstGeom>
        </p:spPr>
      </p:pic>
    </p:spTree>
    <p:extLst>
      <p:ext uri="{BB962C8B-B14F-4D97-AF65-F5344CB8AC3E}">
        <p14:creationId xmlns:p14="http://schemas.microsoft.com/office/powerpoint/2010/main" val="8974565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C4D1675-04C7-D54F-A463-A30BD9006FDF}"/>
              </a:ext>
            </a:extLst>
          </p:cNvPr>
          <p:cNvPicPr>
            <a:picLocks noChangeAspect="1"/>
          </p:cNvPicPr>
          <p:nvPr/>
        </p:nvPicPr>
        <p:blipFill rotWithShape="1">
          <a:blip r:embed="rId24" cstate="email">
            <a:alphaModFix amt="35000"/>
            <a:extLst>
              <a:ext uri="{28A0092B-C50C-407E-A947-70E740481C1C}">
                <a14:useLocalDpi xmlns:a14="http://schemas.microsoft.com/office/drawing/2010/main"/>
              </a:ext>
            </a:extLst>
          </a:blip>
          <a:srcRect l="-1038" r="25763"/>
          <a:stretch/>
        </p:blipFill>
        <p:spPr>
          <a:xfrm>
            <a:off x="11237120" y="14361"/>
            <a:ext cx="954879" cy="1360770"/>
          </a:xfrm>
          <a:prstGeom prst="rect">
            <a:avLst/>
          </a:prstGeom>
        </p:spPr>
      </p:pic>
      <p:sp>
        <p:nvSpPr>
          <p:cNvPr id="14" name="Date Placeholder 1">
            <a:extLst>
              <a:ext uri="{FF2B5EF4-FFF2-40B4-BE49-F238E27FC236}">
                <a16:creationId xmlns:a16="http://schemas.microsoft.com/office/drawing/2014/main" id="{C7454B22-3047-7C4A-B82D-B01E02E5F43C}"/>
              </a:ext>
            </a:extLst>
          </p:cNvPr>
          <p:cNvSpPr>
            <a:spLocks noGrp="1"/>
          </p:cNvSpPr>
          <p:nvPr>
            <p:ph type="dt" sz="half" idx="2"/>
          </p:nvPr>
        </p:nvSpPr>
        <p:spPr>
          <a:xfrm>
            <a:off x="461682" y="6356350"/>
            <a:ext cx="2743200" cy="365125"/>
          </a:xfrm>
          <a:prstGeom prst="rect">
            <a:avLst/>
          </a:prstGeom>
        </p:spPr>
        <p:txBody>
          <a:bodyPr/>
          <a:lstStyle>
            <a:lvl1pPr algn="l">
              <a:defRPr>
                <a:solidFill>
                  <a:schemeClr val="bg1">
                    <a:lumMod val="50000"/>
                  </a:schemeClr>
                </a:solidFill>
              </a:defRPr>
            </a:lvl1pPr>
          </a:lstStyle>
          <a:p>
            <a:endParaRPr lang="en-US" dirty="0"/>
          </a:p>
        </p:txBody>
      </p:sp>
      <p:sp>
        <p:nvSpPr>
          <p:cNvPr id="15" name="Footer Placeholder 2">
            <a:extLst>
              <a:ext uri="{FF2B5EF4-FFF2-40B4-BE49-F238E27FC236}">
                <a16:creationId xmlns:a16="http://schemas.microsoft.com/office/drawing/2014/main" id="{B0B01A15-968E-CF4B-A08C-923F271F1E51}"/>
              </a:ext>
            </a:extLst>
          </p:cNvPr>
          <p:cNvSpPr>
            <a:spLocks noGrp="1"/>
          </p:cNvSpPr>
          <p:nvPr>
            <p:ph type="ftr" sz="quarter" idx="3"/>
          </p:nvPr>
        </p:nvSpPr>
        <p:spPr>
          <a:xfrm>
            <a:off x="4038600" y="6356350"/>
            <a:ext cx="4114800" cy="365125"/>
          </a:xfrm>
          <a:prstGeom prst="rect">
            <a:avLst/>
          </a:prstGeom>
        </p:spPr>
        <p:txBody>
          <a:bodyPr/>
          <a:lstStyle>
            <a:lvl1pPr algn="ctr">
              <a:defRPr>
                <a:solidFill>
                  <a:schemeClr val="bg1">
                    <a:lumMod val="50000"/>
                  </a:schemeClr>
                </a:solidFill>
              </a:defRPr>
            </a:lvl1pPr>
          </a:lstStyle>
          <a:p>
            <a:endParaRPr lang="en-US"/>
          </a:p>
        </p:txBody>
      </p:sp>
      <p:sp>
        <p:nvSpPr>
          <p:cNvPr id="16" name="Slide Number Placeholder 3">
            <a:extLst>
              <a:ext uri="{FF2B5EF4-FFF2-40B4-BE49-F238E27FC236}">
                <a16:creationId xmlns:a16="http://schemas.microsoft.com/office/drawing/2014/main" id="{56D816E7-754C-3E4B-9223-61722AFE9E97}"/>
              </a:ext>
            </a:extLst>
          </p:cNvPr>
          <p:cNvSpPr>
            <a:spLocks noGrp="1"/>
          </p:cNvSpPr>
          <p:nvPr>
            <p:ph type="sldNum" sz="quarter" idx="4"/>
          </p:nvPr>
        </p:nvSpPr>
        <p:spPr>
          <a:xfrm>
            <a:off x="8915400" y="6356350"/>
            <a:ext cx="2743200" cy="365125"/>
          </a:xfrm>
          <a:prstGeom prst="rect">
            <a:avLst/>
          </a:prstGeom>
        </p:spPr>
        <p:txBody>
          <a:bodyPr/>
          <a:lstStyle>
            <a:lvl1pPr algn="r">
              <a:defRPr>
                <a:solidFill>
                  <a:schemeClr val="bg1">
                    <a:lumMod val="50000"/>
                  </a:schemeClr>
                </a:solidFill>
              </a:defRPr>
            </a:lvl1pPr>
          </a:lstStyle>
          <a:p>
            <a:fld id="{18772ED8-610E-4373-80B3-D4E94A1FEDFC}" type="slidenum">
              <a:rPr lang="en-US" smtClean="0"/>
              <a:t>‹#›</a:t>
            </a:fld>
            <a:endParaRPr lang="en-US"/>
          </a:p>
        </p:txBody>
      </p:sp>
      <p:sp>
        <p:nvSpPr>
          <p:cNvPr id="17" name="Rectangle 16">
            <a:extLst>
              <a:ext uri="{FF2B5EF4-FFF2-40B4-BE49-F238E27FC236}">
                <a16:creationId xmlns:a16="http://schemas.microsoft.com/office/drawing/2014/main" id="{82BB2AE8-D3CE-F340-B290-41BC26F7A3D8}"/>
              </a:ext>
            </a:extLst>
          </p:cNvPr>
          <p:cNvSpPr/>
          <p:nvPr/>
        </p:nvSpPr>
        <p:spPr>
          <a:xfrm>
            <a:off x="0" y="0"/>
            <a:ext cx="12192000" cy="1375130"/>
          </a:xfrm>
          <a:prstGeom prst="rect">
            <a:avLst/>
          </a:prstGeom>
          <a:solidFill>
            <a:srgbClr val="002D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40771CD-8192-8140-AB82-85E1C3AFD538}"/>
              </a:ext>
            </a:extLst>
          </p:cNvPr>
          <p:cNvSpPr/>
          <p:nvPr/>
        </p:nvSpPr>
        <p:spPr>
          <a:xfrm>
            <a:off x="0" y="1375130"/>
            <a:ext cx="12192000" cy="53263"/>
          </a:xfrm>
          <a:prstGeom prst="rect">
            <a:avLst/>
          </a:prstGeom>
          <a:solidFill>
            <a:srgbClr val="6DAD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C05615BE-76DB-BD42-9D2C-1AA1AC956707}"/>
              </a:ext>
            </a:extLst>
          </p:cNvPr>
          <p:cNvPicPr>
            <a:picLocks noChangeAspect="1"/>
          </p:cNvPicPr>
          <p:nvPr/>
        </p:nvPicPr>
        <p:blipFill rotWithShape="1">
          <a:blip r:embed="rId24" cstate="email">
            <a:alphaModFix amt="35000"/>
            <a:extLst>
              <a:ext uri="{28A0092B-C50C-407E-A947-70E740481C1C}">
                <a14:useLocalDpi xmlns:a14="http://schemas.microsoft.com/office/drawing/2010/main"/>
              </a:ext>
            </a:extLst>
          </a:blip>
          <a:srcRect l="-1038" r="25763"/>
          <a:stretch/>
        </p:blipFill>
        <p:spPr>
          <a:xfrm>
            <a:off x="11237120" y="14361"/>
            <a:ext cx="954879" cy="1360770"/>
          </a:xfrm>
          <a:prstGeom prst="rect">
            <a:avLst/>
          </a:prstGeom>
        </p:spPr>
      </p:pic>
    </p:spTree>
    <p:extLst>
      <p:ext uri="{BB962C8B-B14F-4D97-AF65-F5344CB8AC3E}">
        <p14:creationId xmlns:p14="http://schemas.microsoft.com/office/powerpoint/2010/main" val="3408386376"/>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 id="2147483700" r:id="rId15"/>
    <p:sldLayoutId id="2147483701" r:id="rId16"/>
    <p:sldLayoutId id="2147483702" r:id="rId17"/>
    <p:sldLayoutId id="2147483703" r:id="rId18"/>
    <p:sldLayoutId id="2147483704" r:id="rId19"/>
    <p:sldLayoutId id="2147483705" r:id="rId20"/>
    <p:sldLayoutId id="2147483706" r:id="rId21"/>
    <p:sldLayoutId id="2147483707"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0.png"/><Relationship Id="rId26" Type="http://schemas.openxmlformats.org/officeDocument/2006/relationships/image" Target="../media/image29.png"/><Relationship Id="rId3" Type="http://schemas.openxmlformats.org/officeDocument/2006/relationships/image" Target="../media/image6.png"/><Relationship Id="rId21" Type="http://schemas.openxmlformats.org/officeDocument/2006/relationships/image" Target="../media/image24.png"/><Relationship Id="rId7" Type="http://schemas.openxmlformats.org/officeDocument/2006/relationships/image" Target="../media/image10.png"/><Relationship Id="rId12" Type="http://schemas.openxmlformats.org/officeDocument/2006/relationships/image" Target="../media/image15.png"/><Relationship Id="rId17" Type="http://schemas.openxmlformats.org/officeDocument/2006/relationships/image" Target="../media/image200.png"/><Relationship Id="rId25" Type="http://schemas.openxmlformats.org/officeDocument/2006/relationships/image" Target="../media/image28.png"/><Relationship Id="rId2" Type="http://schemas.openxmlformats.org/officeDocument/2006/relationships/notesSlide" Target="../notesSlides/notesSlide1.xml"/><Relationship Id="rId16" Type="http://schemas.openxmlformats.org/officeDocument/2006/relationships/image" Target="../media/image190.png"/><Relationship Id="rId20" Type="http://schemas.openxmlformats.org/officeDocument/2006/relationships/image" Target="../media/image230.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png"/><Relationship Id="rId24" Type="http://schemas.openxmlformats.org/officeDocument/2006/relationships/image" Target="../media/image27.png"/><Relationship Id="rId5" Type="http://schemas.openxmlformats.org/officeDocument/2006/relationships/image" Target="../media/image8.png"/><Relationship Id="rId15" Type="http://schemas.openxmlformats.org/officeDocument/2006/relationships/image" Target="../media/image180.png"/><Relationship Id="rId23" Type="http://schemas.openxmlformats.org/officeDocument/2006/relationships/image" Target="../media/image26.png"/><Relationship Id="rId10" Type="http://schemas.openxmlformats.org/officeDocument/2006/relationships/image" Target="../media/image13.png"/><Relationship Id="rId19" Type="http://schemas.openxmlformats.org/officeDocument/2006/relationships/image" Target="../media/image220.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70.png"/><Relationship Id="rId22" Type="http://schemas.openxmlformats.org/officeDocument/2006/relationships/image" Target="../media/image25.png"/></Relationships>
</file>

<file path=ppt/slides/_rels/slide7.xml.rels><?xml version="1.0" encoding="UTF-8" standalone="yes"?>
<Relationships xmlns="http://schemas.openxmlformats.org/package/2006/relationships"><Relationship Id="rId8" Type="http://schemas.openxmlformats.org/officeDocument/2006/relationships/image" Target="../media/image220.png"/><Relationship Id="rId13" Type="http://schemas.openxmlformats.org/officeDocument/2006/relationships/image" Target="../media/image27.png"/><Relationship Id="rId18" Type="http://schemas.openxmlformats.org/officeDocument/2006/relationships/image" Target="../media/image12.png"/><Relationship Id="rId26" Type="http://schemas.openxmlformats.org/officeDocument/2006/relationships/image" Target="../media/image33.png"/><Relationship Id="rId3" Type="http://schemas.openxmlformats.org/officeDocument/2006/relationships/image" Target="../media/image30.png"/><Relationship Id="rId21" Type="http://schemas.openxmlformats.org/officeDocument/2006/relationships/image" Target="../media/image15.png"/><Relationship Id="rId7" Type="http://schemas.openxmlformats.org/officeDocument/2006/relationships/image" Target="../media/image9.png"/><Relationship Id="rId12" Type="http://schemas.openxmlformats.org/officeDocument/2006/relationships/image" Target="../media/image26.png"/><Relationship Id="rId17" Type="http://schemas.openxmlformats.org/officeDocument/2006/relationships/image" Target="../media/image11.png"/><Relationship Id="rId25" Type="http://schemas.openxmlformats.org/officeDocument/2006/relationships/image" Target="../media/image32.png"/><Relationship Id="rId2" Type="http://schemas.openxmlformats.org/officeDocument/2006/relationships/notesSlide" Target="../notesSlides/notesSlide2.xml"/><Relationship Id="rId16" Type="http://schemas.openxmlformats.org/officeDocument/2006/relationships/image" Target="../media/image10.png"/><Relationship Id="rId20"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25.png"/><Relationship Id="rId24" Type="http://schemas.openxmlformats.org/officeDocument/2006/relationships/image" Target="../media/image31.png"/><Relationship Id="rId5" Type="http://schemas.openxmlformats.org/officeDocument/2006/relationships/image" Target="../media/image7.png"/><Relationship Id="rId15" Type="http://schemas.openxmlformats.org/officeDocument/2006/relationships/image" Target="../media/image29.png"/><Relationship Id="rId23" Type="http://schemas.openxmlformats.org/officeDocument/2006/relationships/image" Target="../media/image170.png"/><Relationship Id="rId28" Type="http://schemas.openxmlformats.org/officeDocument/2006/relationships/image" Target="../media/image35.png"/><Relationship Id="rId10" Type="http://schemas.openxmlformats.org/officeDocument/2006/relationships/image" Target="../media/image24.png"/><Relationship Id="rId19" Type="http://schemas.openxmlformats.org/officeDocument/2006/relationships/image" Target="../media/image13.png"/><Relationship Id="rId9" Type="http://schemas.openxmlformats.org/officeDocument/2006/relationships/image" Target="../media/image230.png"/><Relationship Id="rId14" Type="http://schemas.openxmlformats.org/officeDocument/2006/relationships/image" Target="../media/image28.png"/><Relationship Id="rId22" Type="http://schemas.openxmlformats.org/officeDocument/2006/relationships/image" Target="../media/image16.png"/><Relationship Id="rId27" Type="http://schemas.openxmlformats.org/officeDocument/2006/relationships/image" Target="../media/image34.png"/></Relationships>
</file>

<file path=ppt/slides/_rels/slide8.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24.png"/><Relationship Id="rId18" Type="http://schemas.openxmlformats.org/officeDocument/2006/relationships/image" Target="../media/image29.png"/><Relationship Id="rId26" Type="http://schemas.openxmlformats.org/officeDocument/2006/relationships/image" Target="../media/image48.png"/><Relationship Id="rId3" Type="http://schemas.openxmlformats.org/officeDocument/2006/relationships/image" Target="../media/image36.png"/><Relationship Id="rId21" Type="http://schemas.openxmlformats.org/officeDocument/2006/relationships/image" Target="../media/image43.png"/><Relationship Id="rId7" Type="http://schemas.openxmlformats.org/officeDocument/2006/relationships/image" Target="../media/image37.png"/><Relationship Id="rId12" Type="http://schemas.openxmlformats.org/officeDocument/2006/relationships/image" Target="../media/image230.png"/><Relationship Id="rId17" Type="http://schemas.openxmlformats.org/officeDocument/2006/relationships/image" Target="../media/image28.png"/><Relationship Id="rId25" Type="http://schemas.openxmlformats.org/officeDocument/2006/relationships/image" Target="../media/image47.png"/><Relationship Id="rId2" Type="http://schemas.openxmlformats.org/officeDocument/2006/relationships/notesSlide" Target="../notesSlides/notesSlide3.xml"/><Relationship Id="rId16" Type="http://schemas.openxmlformats.org/officeDocument/2006/relationships/image" Target="../media/image27.png"/><Relationship Id="rId20"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220.png"/><Relationship Id="rId24" Type="http://schemas.openxmlformats.org/officeDocument/2006/relationships/image" Target="../media/image46.png"/><Relationship Id="rId5" Type="http://schemas.openxmlformats.org/officeDocument/2006/relationships/image" Target="../media/image8.png"/><Relationship Id="rId15" Type="http://schemas.openxmlformats.org/officeDocument/2006/relationships/image" Target="../media/image26.png"/><Relationship Id="rId23" Type="http://schemas.openxmlformats.org/officeDocument/2006/relationships/image" Target="../media/image45.png"/><Relationship Id="rId10" Type="http://schemas.openxmlformats.org/officeDocument/2006/relationships/image" Target="../media/image40.png"/><Relationship Id="rId19" Type="http://schemas.openxmlformats.org/officeDocument/2006/relationships/image" Target="../media/image41.png"/><Relationship Id="rId4" Type="http://schemas.openxmlformats.org/officeDocument/2006/relationships/image" Target="../media/image7.png"/><Relationship Id="rId9" Type="http://schemas.openxmlformats.org/officeDocument/2006/relationships/image" Target="../media/image39.png"/><Relationship Id="rId14" Type="http://schemas.openxmlformats.org/officeDocument/2006/relationships/image" Target="../media/image25.png"/><Relationship Id="rId22" Type="http://schemas.openxmlformats.org/officeDocument/2006/relationships/image" Target="../media/image44.png"/></Relationships>
</file>

<file path=ppt/slides/_rels/slide9.xml.rels><?xml version="1.0" encoding="UTF-8" standalone="yes"?>
<Relationships xmlns="http://schemas.openxmlformats.org/package/2006/relationships"><Relationship Id="rId8" Type="http://schemas.openxmlformats.org/officeDocument/2006/relationships/image" Target="../media/image220.png"/><Relationship Id="rId13" Type="http://schemas.openxmlformats.org/officeDocument/2006/relationships/image" Target="../media/image27.png"/><Relationship Id="rId18" Type="http://schemas.openxmlformats.org/officeDocument/2006/relationships/image" Target="../media/image39.png"/><Relationship Id="rId26" Type="http://schemas.openxmlformats.org/officeDocument/2006/relationships/image" Target="../media/image51.png"/><Relationship Id="rId3" Type="http://schemas.openxmlformats.org/officeDocument/2006/relationships/image" Target="../media/image49.png"/><Relationship Id="rId21" Type="http://schemas.openxmlformats.org/officeDocument/2006/relationships/image" Target="../media/image45.png"/><Relationship Id="rId7" Type="http://schemas.openxmlformats.org/officeDocument/2006/relationships/image" Target="../media/image9.png"/><Relationship Id="rId12" Type="http://schemas.openxmlformats.org/officeDocument/2006/relationships/image" Target="../media/image26.png"/><Relationship Id="rId17" Type="http://schemas.openxmlformats.org/officeDocument/2006/relationships/image" Target="../media/image38.png"/><Relationship Id="rId25" Type="http://schemas.openxmlformats.org/officeDocument/2006/relationships/image" Target="../media/image50.png"/><Relationship Id="rId2" Type="http://schemas.openxmlformats.org/officeDocument/2006/relationships/notesSlide" Target="../notesSlides/notesSlide4.xml"/><Relationship Id="rId16" Type="http://schemas.openxmlformats.org/officeDocument/2006/relationships/image" Target="../media/image37.png"/><Relationship Id="rId20"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25.png"/><Relationship Id="rId24" Type="http://schemas.openxmlformats.org/officeDocument/2006/relationships/image" Target="../media/image48.png"/><Relationship Id="rId5" Type="http://schemas.openxmlformats.org/officeDocument/2006/relationships/image" Target="../media/image7.png"/><Relationship Id="rId15" Type="http://schemas.openxmlformats.org/officeDocument/2006/relationships/image" Target="../media/image29.png"/><Relationship Id="rId23" Type="http://schemas.openxmlformats.org/officeDocument/2006/relationships/image" Target="../media/image47.png"/><Relationship Id="rId28" Type="http://schemas.openxmlformats.org/officeDocument/2006/relationships/image" Target="../media/image53.png"/><Relationship Id="rId10" Type="http://schemas.openxmlformats.org/officeDocument/2006/relationships/image" Target="../media/image24.png"/><Relationship Id="rId19" Type="http://schemas.openxmlformats.org/officeDocument/2006/relationships/image" Target="../media/image40.png"/><Relationship Id="rId9" Type="http://schemas.openxmlformats.org/officeDocument/2006/relationships/image" Target="../media/image230.png"/><Relationship Id="rId14" Type="http://schemas.openxmlformats.org/officeDocument/2006/relationships/image" Target="../media/image28.png"/><Relationship Id="rId22" Type="http://schemas.openxmlformats.org/officeDocument/2006/relationships/image" Target="../media/image46.png"/><Relationship Id="rId27" Type="http://schemas.openxmlformats.org/officeDocument/2006/relationships/image" Target="../media/image52.png"/></Relationships>
</file>

<file path=ppt/slides/_rels/slide10.xml.rels><?xml version="1.0" encoding="UTF-8" standalone="yes"?>
<Relationships xmlns="http://schemas.openxmlformats.org/package/2006/relationships"><Relationship Id="rId8" Type="http://schemas.openxmlformats.org/officeDocument/2006/relationships/image" Target="../media/image56.png"/><Relationship Id="rId13" Type="http://schemas.openxmlformats.org/officeDocument/2006/relationships/image" Target="../media/image24.png"/><Relationship Id="rId18" Type="http://schemas.openxmlformats.org/officeDocument/2006/relationships/image" Target="../media/image29.png"/><Relationship Id="rId26" Type="http://schemas.openxmlformats.org/officeDocument/2006/relationships/image" Target="../media/image66.png"/><Relationship Id="rId3" Type="http://schemas.openxmlformats.org/officeDocument/2006/relationships/image" Target="../media/image54.png"/><Relationship Id="rId21" Type="http://schemas.openxmlformats.org/officeDocument/2006/relationships/image" Target="../media/image61.png"/><Relationship Id="rId7" Type="http://schemas.openxmlformats.org/officeDocument/2006/relationships/image" Target="../media/image55.png"/><Relationship Id="rId12" Type="http://schemas.openxmlformats.org/officeDocument/2006/relationships/image" Target="../media/image230.png"/><Relationship Id="rId17" Type="http://schemas.openxmlformats.org/officeDocument/2006/relationships/image" Target="../media/image28.png"/><Relationship Id="rId25" Type="http://schemas.openxmlformats.org/officeDocument/2006/relationships/image" Target="../media/image65.png"/><Relationship Id="rId2" Type="http://schemas.openxmlformats.org/officeDocument/2006/relationships/notesSlide" Target="../notesSlides/notesSlide5.xml"/><Relationship Id="rId16" Type="http://schemas.openxmlformats.org/officeDocument/2006/relationships/image" Target="../media/image27.png"/><Relationship Id="rId20" Type="http://schemas.openxmlformats.org/officeDocument/2006/relationships/image" Target="../media/image60.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220.png"/><Relationship Id="rId24" Type="http://schemas.openxmlformats.org/officeDocument/2006/relationships/image" Target="../media/image64.png"/><Relationship Id="rId5" Type="http://schemas.openxmlformats.org/officeDocument/2006/relationships/image" Target="../media/image8.png"/><Relationship Id="rId15" Type="http://schemas.openxmlformats.org/officeDocument/2006/relationships/image" Target="../media/image26.png"/><Relationship Id="rId23" Type="http://schemas.openxmlformats.org/officeDocument/2006/relationships/image" Target="../media/image63.png"/><Relationship Id="rId10" Type="http://schemas.openxmlformats.org/officeDocument/2006/relationships/image" Target="../media/image58.png"/><Relationship Id="rId19" Type="http://schemas.openxmlformats.org/officeDocument/2006/relationships/image" Target="../media/image59.png"/><Relationship Id="rId4" Type="http://schemas.openxmlformats.org/officeDocument/2006/relationships/image" Target="../media/image7.png"/><Relationship Id="rId9" Type="http://schemas.openxmlformats.org/officeDocument/2006/relationships/image" Target="../media/image57.png"/><Relationship Id="rId14" Type="http://schemas.openxmlformats.org/officeDocument/2006/relationships/image" Target="../media/image25.png"/><Relationship Id="rId22" Type="http://schemas.openxmlformats.org/officeDocument/2006/relationships/image" Target="../media/image62.png"/></Relationships>
</file>

<file path=ppt/slides/_rels/slide11.xml.rels><?xml version="1.0" encoding="UTF-8" standalone="yes"?>
<Relationships xmlns="http://schemas.openxmlformats.org/package/2006/relationships"><Relationship Id="rId8" Type="http://schemas.openxmlformats.org/officeDocument/2006/relationships/image" Target="../media/image220.png"/><Relationship Id="rId13" Type="http://schemas.openxmlformats.org/officeDocument/2006/relationships/image" Target="../media/image27.png"/><Relationship Id="rId18" Type="http://schemas.openxmlformats.org/officeDocument/2006/relationships/image" Target="../media/image57.png"/><Relationship Id="rId26" Type="http://schemas.openxmlformats.org/officeDocument/2006/relationships/image" Target="../media/image64.png"/><Relationship Id="rId3" Type="http://schemas.openxmlformats.org/officeDocument/2006/relationships/image" Target="../media/image67.png"/><Relationship Id="rId21" Type="http://schemas.openxmlformats.org/officeDocument/2006/relationships/image" Target="../media/image68.png"/><Relationship Id="rId7" Type="http://schemas.openxmlformats.org/officeDocument/2006/relationships/image" Target="../media/image9.png"/><Relationship Id="rId12" Type="http://schemas.openxmlformats.org/officeDocument/2006/relationships/image" Target="../media/image26.png"/><Relationship Id="rId17" Type="http://schemas.openxmlformats.org/officeDocument/2006/relationships/image" Target="../media/image56.png"/><Relationship Id="rId25" Type="http://schemas.openxmlformats.org/officeDocument/2006/relationships/image" Target="../media/image63.png"/><Relationship Id="rId2" Type="http://schemas.openxmlformats.org/officeDocument/2006/relationships/notesSlide" Target="../notesSlides/notesSlide6.xml"/><Relationship Id="rId16" Type="http://schemas.openxmlformats.org/officeDocument/2006/relationships/image" Target="../media/image55.png"/><Relationship Id="rId20"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25.png"/><Relationship Id="rId24" Type="http://schemas.openxmlformats.org/officeDocument/2006/relationships/image" Target="../media/image71.png"/><Relationship Id="rId5" Type="http://schemas.openxmlformats.org/officeDocument/2006/relationships/image" Target="../media/image7.png"/><Relationship Id="rId15" Type="http://schemas.openxmlformats.org/officeDocument/2006/relationships/image" Target="../media/image29.png"/><Relationship Id="rId23" Type="http://schemas.openxmlformats.org/officeDocument/2006/relationships/image" Target="../media/image70.png"/><Relationship Id="rId28" Type="http://schemas.openxmlformats.org/officeDocument/2006/relationships/image" Target="../media/image66.png"/><Relationship Id="rId10" Type="http://schemas.openxmlformats.org/officeDocument/2006/relationships/image" Target="../media/image24.png"/><Relationship Id="rId19" Type="http://schemas.openxmlformats.org/officeDocument/2006/relationships/image" Target="../media/image58.png"/><Relationship Id="rId9" Type="http://schemas.openxmlformats.org/officeDocument/2006/relationships/image" Target="../media/image230.png"/><Relationship Id="rId14" Type="http://schemas.openxmlformats.org/officeDocument/2006/relationships/image" Target="../media/image28.png"/><Relationship Id="rId22" Type="http://schemas.openxmlformats.org/officeDocument/2006/relationships/image" Target="../media/image69.png"/><Relationship Id="rId27" Type="http://schemas.openxmlformats.org/officeDocument/2006/relationships/image" Target="../media/image65.png"/></Relationships>
</file>

<file path=ppt/slides/_rels/slide12.xml.rels><?xml version="1.0" encoding="UTF-8" standalone="yes"?>
<Relationships xmlns="http://schemas.openxmlformats.org/package/2006/relationships"><Relationship Id="rId8" Type="http://schemas.openxmlformats.org/officeDocument/2006/relationships/image" Target="../media/image74.png"/><Relationship Id="rId13" Type="http://schemas.openxmlformats.org/officeDocument/2006/relationships/image" Target="../media/image24.png"/><Relationship Id="rId18" Type="http://schemas.openxmlformats.org/officeDocument/2006/relationships/image" Target="../media/image29.png"/><Relationship Id="rId26" Type="http://schemas.openxmlformats.org/officeDocument/2006/relationships/image" Target="../media/image84.png"/><Relationship Id="rId3" Type="http://schemas.openxmlformats.org/officeDocument/2006/relationships/image" Target="../media/image72.png"/><Relationship Id="rId21" Type="http://schemas.openxmlformats.org/officeDocument/2006/relationships/image" Target="../media/image79.png"/><Relationship Id="rId7" Type="http://schemas.openxmlformats.org/officeDocument/2006/relationships/image" Target="../media/image73.png"/><Relationship Id="rId12" Type="http://schemas.openxmlformats.org/officeDocument/2006/relationships/image" Target="../media/image230.png"/><Relationship Id="rId17" Type="http://schemas.openxmlformats.org/officeDocument/2006/relationships/image" Target="../media/image28.png"/><Relationship Id="rId25" Type="http://schemas.openxmlformats.org/officeDocument/2006/relationships/image" Target="../media/image83.png"/><Relationship Id="rId2" Type="http://schemas.openxmlformats.org/officeDocument/2006/relationships/notesSlide" Target="../notesSlides/notesSlide7.xml"/><Relationship Id="rId16" Type="http://schemas.openxmlformats.org/officeDocument/2006/relationships/image" Target="../media/image27.png"/><Relationship Id="rId20" Type="http://schemas.openxmlformats.org/officeDocument/2006/relationships/image" Target="../media/image78.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220.png"/><Relationship Id="rId24" Type="http://schemas.openxmlformats.org/officeDocument/2006/relationships/image" Target="../media/image82.png"/><Relationship Id="rId5" Type="http://schemas.openxmlformats.org/officeDocument/2006/relationships/image" Target="../media/image8.png"/><Relationship Id="rId15" Type="http://schemas.openxmlformats.org/officeDocument/2006/relationships/image" Target="../media/image26.png"/><Relationship Id="rId23" Type="http://schemas.openxmlformats.org/officeDocument/2006/relationships/image" Target="../media/image81.png"/><Relationship Id="rId10" Type="http://schemas.openxmlformats.org/officeDocument/2006/relationships/image" Target="../media/image76.png"/><Relationship Id="rId19" Type="http://schemas.openxmlformats.org/officeDocument/2006/relationships/image" Target="../media/image77.png"/><Relationship Id="rId4" Type="http://schemas.openxmlformats.org/officeDocument/2006/relationships/image" Target="../media/image7.png"/><Relationship Id="rId9" Type="http://schemas.openxmlformats.org/officeDocument/2006/relationships/image" Target="../media/image75.png"/><Relationship Id="rId14" Type="http://schemas.openxmlformats.org/officeDocument/2006/relationships/image" Target="../media/image25.png"/><Relationship Id="rId22" Type="http://schemas.openxmlformats.org/officeDocument/2006/relationships/image" Target="../media/image80.png"/></Relationships>
</file>

<file path=ppt/slides/_rels/slide13.xml.rels><?xml version="1.0" encoding="UTF-8" standalone="yes"?>
<Relationships xmlns="http://schemas.openxmlformats.org/package/2006/relationships"><Relationship Id="rId8" Type="http://schemas.openxmlformats.org/officeDocument/2006/relationships/image" Target="../media/image220.png"/><Relationship Id="rId13" Type="http://schemas.openxmlformats.org/officeDocument/2006/relationships/image" Target="../media/image27.png"/><Relationship Id="rId18" Type="http://schemas.openxmlformats.org/officeDocument/2006/relationships/image" Target="../media/image88.png"/><Relationship Id="rId26" Type="http://schemas.openxmlformats.org/officeDocument/2006/relationships/image" Target="../media/image82.png"/><Relationship Id="rId3" Type="http://schemas.openxmlformats.org/officeDocument/2006/relationships/image" Target="../media/image85.png"/><Relationship Id="rId21" Type="http://schemas.openxmlformats.org/officeDocument/2006/relationships/image" Target="../media/image73.png"/><Relationship Id="rId7" Type="http://schemas.openxmlformats.org/officeDocument/2006/relationships/image" Target="../media/image9.png"/><Relationship Id="rId12" Type="http://schemas.openxmlformats.org/officeDocument/2006/relationships/image" Target="../media/image26.png"/><Relationship Id="rId17" Type="http://schemas.openxmlformats.org/officeDocument/2006/relationships/image" Target="../media/image87.png"/><Relationship Id="rId25" Type="http://schemas.openxmlformats.org/officeDocument/2006/relationships/image" Target="../media/image81.png"/><Relationship Id="rId2" Type="http://schemas.openxmlformats.org/officeDocument/2006/relationships/notesSlide" Target="../notesSlides/notesSlide8.xml"/><Relationship Id="rId16" Type="http://schemas.openxmlformats.org/officeDocument/2006/relationships/image" Target="../media/image86.png"/><Relationship Id="rId20" Type="http://schemas.openxmlformats.org/officeDocument/2006/relationships/image" Target="../media/image72.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25.png"/><Relationship Id="rId24" Type="http://schemas.openxmlformats.org/officeDocument/2006/relationships/image" Target="../media/image76.png"/><Relationship Id="rId5" Type="http://schemas.openxmlformats.org/officeDocument/2006/relationships/image" Target="../media/image7.png"/><Relationship Id="rId15" Type="http://schemas.openxmlformats.org/officeDocument/2006/relationships/image" Target="../media/image29.png"/><Relationship Id="rId23" Type="http://schemas.openxmlformats.org/officeDocument/2006/relationships/image" Target="../media/image75.png"/><Relationship Id="rId28" Type="http://schemas.openxmlformats.org/officeDocument/2006/relationships/image" Target="../media/image84.png"/><Relationship Id="rId10" Type="http://schemas.openxmlformats.org/officeDocument/2006/relationships/image" Target="../media/image24.png"/><Relationship Id="rId19" Type="http://schemas.openxmlformats.org/officeDocument/2006/relationships/image" Target="../media/image89.png"/><Relationship Id="rId9" Type="http://schemas.openxmlformats.org/officeDocument/2006/relationships/image" Target="../media/image230.png"/><Relationship Id="rId14" Type="http://schemas.openxmlformats.org/officeDocument/2006/relationships/image" Target="../media/image28.png"/><Relationship Id="rId22" Type="http://schemas.openxmlformats.org/officeDocument/2006/relationships/image" Target="../media/image74.png"/><Relationship Id="rId27" Type="http://schemas.openxmlformats.org/officeDocument/2006/relationships/image" Target="../media/image83.png"/></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1B9F0-B06D-4764-93A4-1C1ED4B6CE0E}"/>
              </a:ext>
            </a:extLst>
          </p:cNvPr>
          <p:cNvSpPr>
            <a:spLocks noGrp="1"/>
          </p:cNvSpPr>
          <p:nvPr>
            <p:ph type="ctrTitle"/>
          </p:nvPr>
        </p:nvSpPr>
        <p:spPr>
          <a:xfrm>
            <a:off x="7791956" y="133123"/>
            <a:ext cx="3853543" cy="2432277"/>
          </a:xfrm>
        </p:spPr>
        <p:txBody>
          <a:bodyPr/>
          <a:lstStyle/>
          <a:p>
            <a:r>
              <a:rPr lang="en-US" sz="3200" dirty="0"/>
              <a:t>Introduction to</a:t>
            </a:r>
            <a:br>
              <a:rPr lang="en-US" sz="3200" dirty="0"/>
            </a:br>
            <a:r>
              <a:rPr lang="en-US" sz="3200" dirty="0"/>
              <a:t>Recurrent Neural Network (RNN) and Long Short-Term Memory (LSTM)</a:t>
            </a:r>
          </a:p>
        </p:txBody>
      </p:sp>
      <p:sp>
        <p:nvSpPr>
          <p:cNvPr id="5" name="Subtitle 4">
            <a:extLst>
              <a:ext uri="{FF2B5EF4-FFF2-40B4-BE49-F238E27FC236}">
                <a16:creationId xmlns:a16="http://schemas.microsoft.com/office/drawing/2014/main" id="{0B990336-F17A-20CB-CD40-C1D8CADAB535}"/>
              </a:ext>
            </a:extLst>
          </p:cNvPr>
          <p:cNvSpPr>
            <a:spLocks noGrp="1"/>
          </p:cNvSpPr>
          <p:nvPr>
            <p:ph type="subTitle" idx="1"/>
          </p:nvPr>
        </p:nvSpPr>
        <p:spPr/>
        <p:txBody>
          <a:bodyPr/>
          <a:lstStyle/>
          <a:p>
            <a:endParaRPr lang="en-US" dirty="0"/>
          </a:p>
          <a:p>
            <a:r>
              <a:rPr lang="en-US" dirty="0"/>
              <a:t>Gordon Gao</a:t>
            </a:r>
          </a:p>
          <a:p>
            <a:r>
              <a:rPr lang="en-US" dirty="0"/>
              <a:t>Carey Business School Professor </a:t>
            </a:r>
          </a:p>
          <a:p>
            <a:endParaRPr lang="en-US" dirty="0"/>
          </a:p>
        </p:txBody>
      </p:sp>
    </p:spTree>
    <p:extLst>
      <p:ext uri="{BB962C8B-B14F-4D97-AF65-F5344CB8AC3E}">
        <p14:creationId xmlns:p14="http://schemas.microsoft.com/office/powerpoint/2010/main" val="2941046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3E629-0E3A-B245-8186-A91ACA4A9F1B}"/>
              </a:ext>
            </a:extLst>
          </p:cNvPr>
          <p:cNvSpPr>
            <a:spLocks noGrp="1"/>
          </p:cNvSpPr>
          <p:nvPr>
            <p:ph type="title"/>
          </p:nvPr>
        </p:nvSpPr>
        <p:spPr/>
        <p:txBody>
          <a:bodyPr/>
          <a:lstStyle/>
          <a:p>
            <a:r>
              <a:rPr lang="en-US" dirty="0"/>
              <a:t>Non-Sequential information</a:t>
            </a:r>
          </a:p>
        </p:txBody>
      </p:sp>
      <p:sp>
        <p:nvSpPr>
          <p:cNvPr id="3" name="Content Placeholder 2">
            <a:extLst>
              <a:ext uri="{FF2B5EF4-FFF2-40B4-BE49-F238E27FC236}">
                <a16:creationId xmlns:a16="http://schemas.microsoft.com/office/drawing/2014/main" id="{B50DD1CC-654C-3E4F-8759-440B7415807E}"/>
              </a:ext>
            </a:extLst>
          </p:cNvPr>
          <p:cNvSpPr>
            <a:spLocks noGrp="1"/>
          </p:cNvSpPr>
          <p:nvPr>
            <p:ph idx="1"/>
          </p:nvPr>
        </p:nvSpPr>
        <p:spPr/>
        <p:txBody>
          <a:bodyPr>
            <a:normAutofit/>
          </a:bodyPr>
          <a:lstStyle/>
          <a:p>
            <a:r>
              <a:rPr lang="en-US" dirty="0"/>
              <a:t>Image recognition</a:t>
            </a:r>
          </a:p>
          <a:p>
            <a:endParaRPr lang="en-US" dirty="0"/>
          </a:p>
          <a:p>
            <a:r>
              <a:rPr lang="en-US" dirty="0"/>
              <a:t>Each input is independent</a:t>
            </a:r>
          </a:p>
          <a:p>
            <a:endParaRPr lang="en-US" dirty="0"/>
          </a:p>
          <a:p>
            <a:pPr marL="457200" lvl="1" indent="0">
              <a:buNone/>
            </a:pPr>
            <a:endParaRPr lang="en-US" dirty="0"/>
          </a:p>
          <a:p>
            <a:endParaRPr lang="en-US" dirty="0"/>
          </a:p>
        </p:txBody>
      </p:sp>
      <p:sp>
        <p:nvSpPr>
          <p:cNvPr id="4" name="Slide Number Placeholder 3">
            <a:extLst>
              <a:ext uri="{FF2B5EF4-FFF2-40B4-BE49-F238E27FC236}">
                <a16:creationId xmlns:a16="http://schemas.microsoft.com/office/drawing/2014/main" id="{5ACF5989-E23C-CE4A-8F09-86B8230051EE}"/>
              </a:ext>
            </a:extLst>
          </p:cNvPr>
          <p:cNvSpPr>
            <a:spLocks noGrp="1"/>
          </p:cNvSpPr>
          <p:nvPr>
            <p:ph type="sldNum" sz="quarter" idx="12"/>
          </p:nvPr>
        </p:nvSpPr>
        <p:spPr/>
        <p:txBody>
          <a:bodyPr/>
          <a:lstStyle/>
          <a:p>
            <a:fld id="{ACE956E7-2A6A-4E70-9F41-09A4B3DE69AA}" type="slidenum">
              <a:rPr lang="en-US" smtClean="0"/>
              <a:t>2</a:t>
            </a:fld>
            <a:endParaRPr lang="en-US"/>
          </a:p>
        </p:txBody>
      </p:sp>
      <p:pic>
        <p:nvPicPr>
          <p:cNvPr id="14" name="Picture 13">
            <a:extLst>
              <a:ext uri="{FF2B5EF4-FFF2-40B4-BE49-F238E27FC236}">
                <a16:creationId xmlns:a16="http://schemas.microsoft.com/office/drawing/2014/main" id="{538F88B4-4E74-DD40-A1BA-2198910F3B16}"/>
              </a:ext>
            </a:extLst>
          </p:cNvPr>
          <p:cNvPicPr>
            <a:picLocks noChangeAspect="1"/>
          </p:cNvPicPr>
          <p:nvPr/>
        </p:nvPicPr>
        <p:blipFill>
          <a:blip r:embed="rId2"/>
          <a:stretch>
            <a:fillRect/>
          </a:stretch>
        </p:blipFill>
        <p:spPr>
          <a:xfrm>
            <a:off x="5890219" y="1459277"/>
            <a:ext cx="6128232" cy="2702329"/>
          </a:xfrm>
          <a:prstGeom prst="rect">
            <a:avLst/>
          </a:prstGeom>
        </p:spPr>
      </p:pic>
      <p:pic>
        <p:nvPicPr>
          <p:cNvPr id="15" name="Picture 14">
            <a:extLst>
              <a:ext uri="{FF2B5EF4-FFF2-40B4-BE49-F238E27FC236}">
                <a16:creationId xmlns:a16="http://schemas.microsoft.com/office/drawing/2014/main" id="{F7CFF2D5-7B69-BA44-B870-EDBB60259643}"/>
              </a:ext>
            </a:extLst>
          </p:cNvPr>
          <p:cNvPicPr>
            <a:picLocks noChangeAspect="1"/>
          </p:cNvPicPr>
          <p:nvPr/>
        </p:nvPicPr>
        <p:blipFill>
          <a:blip r:embed="rId3"/>
          <a:stretch>
            <a:fillRect/>
          </a:stretch>
        </p:blipFill>
        <p:spPr>
          <a:xfrm>
            <a:off x="1725463" y="3795258"/>
            <a:ext cx="6758519" cy="2471398"/>
          </a:xfrm>
          <a:prstGeom prst="rect">
            <a:avLst/>
          </a:prstGeom>
        </p:spPr>
      </p:pic>
    </p:spTree>
    <p:extLst>
      <p:ext uri="{BB962C8B-B14F-4D97-AF65-F5344CB8AC3E}">
        <p14:creationId xmlns:p14="http://schemas.microsoft.com/office/powerpoint/2010/main" val="1508752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04727-5DFD-1D4C-B722-3EA62D8CCFD3}"/>
              </a:ext>
            </a:extLst>
          </p:cNvPr>
          <p:cNvSpPr>
            <a:spLocks noGrp="1"/>
          </p:cNvSpPr>
          <p:nvPr>
            <p:ph type="title"/>
          </p:nvPr>
        </p:nvSpPr>
        <p:spPr/>
        <p:txBody>
          <a:bodyPr/>
          <a:lstStyle/>
          <a:p>
            <a:r>
              <a:rPr lang="en-US" dirty="0"/>
              <a:t>Sequential information</a:t>
            </a:r>
          </a:p>
        </p:txBody>
      </p:sp>
      <p:sp>
        <p:nvSpPr>
          <p:cNvPr id="3" name="Content Placeholder 2">
            <a:extLst>
              <a:ext uri="{FF2B5EF4-FFF2-40B4-BE49-F238E27FC236}">
                <a16:creationId xmlns:a16="http://schemas.microsoft.com/office/drawing/2014/main" id="{BBD855E0-78B7-FC49-AB4B-695C99713121}"/>
              </a:ext>
            </a:extLst>
          </p:cNvPr>
          <p:cNvSpPr>
            <a:spLocks noGrp="1"/>
          </p:cNvSpPr>
          <p:nvPr>
            <p:ph idx="1"/>
          </p:nvPr>
        </p:nvSpPr>
        <p:spPr/>
        <p:txBody>
          <a:bodyPr/>
          <a:lstStyle/>
          <a:p>
            <a:endParaRPr lang="en-US" dirty="0"/>
          </a:p>
          <a:p>
            <a:r>
              <a:rPr lang="en-US" dirty="0"/>
              <a:t>Predict sentiment towards the movie:</a:t>
            </a:r>
          </a:p>
          <a:p>
            <a:endParaRPr lang="en-US" dirty="0"/>
          </a:p>
          <a:p>
            <a:pPr lvl="1"/>
            <a:r>
              <a:rPr lang="en-US" dirty="0"/>
              <a:t>I like the actor but hate the movie.</a:t>
            </a:r>
          </a:p>
          <a:p>
            <a:pPr marL="457200" lvl="1" indent="0">
              <a:buNone/>
            </a:pPr>
            <a:r>
              <a:rPr lang="en-US" dirty="0"/>
              <a:t>VS</a:t>
            </a:r>
          </a:p>
          <a:p>
            <a:pPr lvl="1"/>
            <a:r>
              <a:rPr lang="en-US" dirty="0"/>
              <a:t>I like the movie but hate the actor.</a:t>
            </a:r>
          </a:p>
          <a:p>
            <a:endParaRPr lang="en-US" dirty="0"/>
          </a:p>
        </p:txBody>
      </p:sp>
      <p:sp>
        <p:nvSpPr>
          <p:cNvPr id="4" name="Slide Number Placeholder 3">
            <a:extLst>
              <a:ext uri="{FF2B5EF4-FFF2-40B4-BE49-F238E27FC236}">
                <a16:creationId xmlns:a16="http://schemas.microsoft.com/office/drawing/2014/main" id="{668AF762-0BBC-BF4A-8240-34FFF5E36878}"/>
              </a:ext>
            </a:extLst>
          </p:cNvPr>
          <p:cNvSpPr>
            <a:spLocks noGrp="1"/>
          </p:cNvSpPr>
          <p:nvPr>
            <p:ph type="sldNum" sz="quarter" idx="12"/>
          </p:nvPr>
        </p:nvSpPr>
        <p:spPr/>
        <p:txBody>
          <a:bodyPr/>
          <a:lstStyle/>
          <a:p>
            <a:fld id="{ACE956E7-2A6A-4E70-9F41-09A4B3DE69AA}" type="slidenum">
              <a:rPr lang="en-US" smtClean="0"/>
              <a:t>3</a:t>
            </a:fld>
            <a:endParaRPr lang="en-US"/>
          </a:p>
        </p:txBody>
      </p:sp>
    </p:spTree>
    <p:extLst>
      <p:ext uri="{BB962C8B-B14F-4D97-AF65-F5344CB8AC3E}">
        <p14:creationId xmlns:p14="http://schemas.microsoft.com/office/powerpoint/2010/main" val="770975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0D00C-9657-1541-A1B5-75189A17A407}"/>
              </a:ext>
            </a:extLst>
          </p:cNvPr>
          <p:cNvSpPr>
            <a:spLocks noGrp="1"/>
          </p:cNvSpPr>
          <p:nvPr>
            <p:ph type="title"/>
          </p:nvPr>
        </p:nvSpPr>
        <p:spPr/>
        <p:txBody>
          <a:bodyPr/>
          <a:lstStyle/>
          <a:p>
            <a:r>
              <a:rPr lang="en-US" dirty="0"/>
              <a:t>Big idea of Recurrent Neural Network</a:t>
            </a:r>
          </a:p>
        </p:txBody>
      </p:sp>
      <p:sp>
        <p:nvSpPr>
          <p:cNvPr id="3" name="Content Placeholder 2">
            <a:extLst>
              <a:ext uri="{FF2B5EF4-FFF2-40B4-BE49-F238E27FC236}">
                <a16:creationId xmlns:a16="http://schemas.microsoft.com/office/drawing/2014/main" id="{2A949121-33C2-C746-A16D-54ACE3E24DA9}"/>
              </a:ext>
            </a:extLst>
          </p:cNvPr>
          <p:cNvSpPr>
            <a:spLocks noGrp="1"/>
          </p:cNvSpPr>
          <p:nvPr>
            <p:ph idx="1"/>
          </p:nvPr>
        </p:nvSpPr>
        <p:spPr>
          <a:xfrm>
            <a:off x="838200" y="1825625"/>
            <a:ext cx="5257800" cy="4351338"/>
          </a:xfrm>
        </p:spPr>
        <p:txBody>
          <a:bodyPr>
            <a:normAutofit fontScale="92500"/>
          </a:bodyPr>
          <a:lstStyle/>
          <a:p>
            <a:r>
              <a:rPr lang="en-US" dirty="0"/>
              <a:t>Create memory </a:t>
            </a:r>
          </a:p>
          <a:p>
            <a:pPr lvl="1"/>
            <a:r>
              <a:rPr lang="en-US" dirty="0"/>
              <a:t>what has happened previously</a:t>
            </a:r>
          </a:p>
          <a:p>
            <a:pPr marL="457200" lvl="1" indent="0">
              <a:buNone/>
            </a:pPr>
            <a:r>
              <a:rPr lang="en-US" dirty="0"/>
              <a:t>-&gt; </a:t>
            </a:r>
            <a:r>
              <a:rPr lang="en-US" b="1" dirty="0"/>
              <a:t>hidden state</a:t>
            </a:r>
            <a:endParaRPr lang="en-US" dirty="0"/>
          </a:p>
          <a:p>
            <a:pPr marL="457200" lvl="1" indent="0">
              <a:buNone/>
            </a:pPr>
            <a:r>
              <a:rPr lang="en-US" dirty="0"/>
              <a:t>“hidden” because it is simply the output of the hidden layer in the previous step</a:t>
            </a:r>
          </a:p>
          <a:p>
            <a:pPr marL="457200" lvl="1" indent="0">
              <a:buNone/>
            </a:pPr>
            <a:r>
              <a:rPr lang="en-US" dirty="0"/>
              <a:t>-&gt; not to be confused with the actual output</a:t>
            </a:r>
          </a:p>
          <a:p>
            <a:r>
              <a:rPr lang="en-US" dirty="0"/>
              <a:t>hidden state serves as the working memory</a:t>
            </a:r>
          </a:p>
          <a:p>
            <a:r>
              <a:rPr lang="en-US" dirty="0"/>
              <a:t>Combine hidden state and the current input for future prediction</a:t>
            </a:r>
          </a:p>
          <a:p>
            <a:endParaRPr lang="en-US" dirty="0"/>
          </a:p>
          <a:p>
            <a:endParaRPr lang="en-US" dirty="0"/>
          </a:p>
        </p:txBody>
      </p:sp>
      <p:sp>
        <p:nvSpPr>
          <p:cNvPr id="4" name="Slide Number Placeholder 3">
            <a:extLst>
              <a:ext uri="{FF2B5EF4-FFF2-40B4-BE49-F238E27FC236}">
                <a16:creationId xmlns:a16="http://schemas.microsoft.com/office/drawing/2014/main" id="{2408EA37-02DA-0A4B-8B7B-B43456AC2D51}"/>
              </a:ext>
            </a:extLst>
          </p:cNvPr>
          <p:cNvSpPr>
            <a:spLocks noGrp="1"/>
          </p:cNvSpPr>
          <p:nvPr>
            <p:ph type="sldNum" sz="quarter" idx="12"/>
          </p:nvPr>
        </p:nvSpPr>
        <p:spPr/>
        <p:txBody>
          <a:bodyPr/>
          <a:lstStyle/>
          <a:p>
            <a:fld id="{ACE956E7-2A6A-4E70-9F41-09A4B3DE69AA}" type="slidenum">
              <a:rPr lang="en-US" smtClean="0"/>
              <a:t>4</a:t>
            </a:fld>
            <a:endParaRPr lang="en-US" dirty="0"/>
          </a:p>
        </p:txBody>
      </p:sp>
      <p:pic>
        <p:nvPicPr>
          <p:cNvPr id="5" name="Picture 4">
            <a:extLst>
              <a:ext uri="{FF2B5EF4-FFF2-40B4-BE49-F238E27FC236}">
                <a16:creationId xmlns:a16="http://schemas.microsoft.com/office/drawing/2014/main" id="{232342E7-1487-4346-8457-2EDDC022879B}"/>
              </a:ext>
            </a:extLst>
          </p:cNvPr>
          <p:cNvPicPr>
            <a:picLocks noChangeAspect="1"/>
          </p:cNvPicPr>
          <p:nvPr/>
        </p:nvPicPr>
        <p:blipFill>
          <a:blip r:embed="rId2"/>
          <a:stretch>
            <a:fillRect/>
          </a:stretch>
        </p:blipFill>
        <p:spPr>
          <a:xfrm>
            <a:off x="5899674" y="1591889"/>
            <a:ext cx="6075040" cy="4073236"/>
          </a:xfrm>
          <a:prstGeom prst="rect">
            <a:avLst/>
          </a:prstGeom>
        </p:spPr>
      </p:pic>
      <p:grpSp>
        <p:nvGrpSpPr>
          <p:cNvPr id="10" name="Group 9">
            <a:extLst>
              <a:ext uri="{FF2B5EF4-FFF2-40B4-BE49-F238E27FC236}">
                <a16:creationId xmlns:a16="http://schemas.microsoft.com/office/drawing/2014/main" id="{ED3B9E20-E7B8-B743-A3D8-6F7596E37AF0}"/>
              </a:ext>
            </a:extLst>
          </p:cNvPr>
          <p:cNvGrpSpPr/>
          <p:nvPr/>
        </p:nvGrpSpPr>
        <p:grpSpPr>
          <a:xfrm>
            <a:off x="7887508" y="1721861"/>
            <a:ext cx="1963598" cy="4712031"/>
            <a:chOff x="7887508" y="1721861"/>
            <a:chExt cx="1963598" cy="4712031"/>
          </a:xfrm>
        </p:grpSpPr>
        <p:sp>
          <p:nvSpPr>
            <p:cNvPr id="6" name="TextBox 5">
              <a:extLst>
                <a:ext uri="{FF2B5EF4-FFF2-40B4-BE49-F238E27FC236}">
                  <a16:creationId xmlns:a16="http://schemas.microsoft.com/office/drawing/2014/main" id="{A5271FB2-35F3-2D42-9C61-97252B942BB9}"/>
                </a:ext>
              </a:extLst>
            </p:cNvPr>
            <p:cNvSpPr txBox="1"/>
            <p:nvPr/>
          </p:nvSpPr>
          <p:spPr>
            <a:xfrm>
              <a:off x="8248393" y="1721861"/>
              <a:ext cx="620914" cy="3912090"/>
            </a:xfrm>
            <a:prstGeom prst="rect">
              <a:avLst/>
            </a:prstGeom>
            <a:solidFill>
              <a:schemeClr val="bg1">
                <a:alpha val="37482"/>
              </a:schemeClr>
            </a:solidFill>
            <a:effectLst>
              <a:outerShdw blurRad="50800" dist="50800" dir="5400000" algn="ctr" rotWithShape="0">
                <a:schemeClr val="accent2"/>
              </a:outerShdw>
            </a:effectLst>
          </p:spPr>
          <p:txBody>
            <a:bodyPr wrap="square" rtlCol="0">
              <a:spAutoFit/>
            </a:bodyPr>
            <a:lstStyle/>
            <a:p>
              <a:endParaRPr lang="en-US" dirty="0"/>
            </a:p>
          </p:txBody>
        </p:sp>
        <p:sp>
          <p:nvSpPr>
            <p:cNvPr id="7" name="TextBox 6">
              <a:extLst>
                <a:ext uri="{FF2B5EF4-FFF2-40B4-BE49-F238E27FC236}">
                  <a16:creationId xmlns:a16="http://schemas.microsoft.com/office/drawing/2014/main" id="{77C3FBE4-088C-3F4B-916B-8A3224E1F7A0}"/>
                </a:ext>
              </a:extLst>
            </p:cNvPr>
            <p:cNvSpPr txBox="1"/>
            <p:nvPr/>
          </p:nvSpPr>
          <p:spPr>
            <a:xfrm>
              <a:off x="7887508" y="6064560"/>
              <a:ext cx="1963598" cy="369332"/>
            </a:xfrm>
            <a:prstGeom prst="rect">
              <a:avLst/>
            </a:prstGeom>
            <a:noFill/>
          </p:spPr>
          <p:txBody>
            <a:bodyPr wrap="square" rtlCol="0">
              <a:spAutoFit/>
            </a:bodyPr>
            <a:lstStyle/>
            <a:p>
              <a:r>
                <a:rPr lang="en-US" b="1" dirty="0">
                  <a:solidFill>
                    <a:schemeClr val="accent2"/>
                  </a:solidFill>
                </a:rPr>
                <a:t>Hidden State</a:t>
              </a:r>
            </a:p>
          </p:txBody>
        </p:sp>
        <p:cxnSp>
          <p:nvCxnSpPr>
            <p:cNvPr id="9" name="Straight Arrow Connector 8">
              <a:extLst>
                <a:ext uri="{FF2B5EF4-FFF2-40B4-BE49-F238E27FC236}">
                  <a16:creationId xmlns:a16="http://schemas.microsoft.com/office/drawing/2014/main" id="{431C531B-F413-E644-9F03-6C0179DA06D9}"/>
                </a:ext>
              </a:extLst>
            </p:cNvPr>
            <p:cNvCxnSpPr/>
            <p:nvPr/>
          </p:nvCxnSpPr>
          <p:spPr>
            <a:xfrm flipV="1">
              <a:off x="8610600" y="5736378"/>
              <a:ext cx="0" cy="440585"/>
            </a:xfrm>
            <a:prstGeom prst="straightConnector1">
              <a:avLst/>
            </a:prstGeom>
            <a:ln w="603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08586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D54F0-0B6D-4D4C-95AA-2720DF5F0220}"/>
              </a:ext>
            </a:extLst>
          </p:cNvPr>
          <p:cNvSpPr>
            <a:spLocks noGrp="1"/>
          </p:cNvSpPr>
          <p:nvPr>
            <p:ph type="title"/>
          </p:nvPr>
        </p:nvSpPr>
        <p:spPr/>
        <p:txBody>
          <a:bodyPr/>
          <a:lstStyle/>
          <a:p>
            <a:r>
              <a:rPr lang="en-US" altLang="zh-CN" dirty="0"/>
              <a:t>RNN:</a:t>
            </a:r>
            <a:endParaRPr lang="en-US" dirty="0"/>
          </a:p>
        </p:txBody>
      </p:sp>
      <p:pic>
        <p:nvPicPr>
          <p:cNvPr id="1026" name="Picture 2">
            <a:extLst>
              <a:ext uri="{FF2B5EF4-FFF2-40B4-BE49-F238E27FC236}">
                <a16:creationId xmlns:a16="http://schemas.microsoft.com/office/drawing/2014/main" id="{F484ED9C-8800-064E-9EF8-93DBBB6FA5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1232" y="836397"/>
            <a:ext cx="5409632" cy="5295745"/>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8A6952F9-0FD2-9F43-93A5-D26880134B76}"/>
              </a:ext>
            </a:extLst>
          </p:cNvPr>
          <p:cNvSpPr>
            <a:spLocks noGrp="1"/>
          </p:cNvSpPr>
          <p:nvPr>
            <p:ph type="sldNum" sz="quarter" idx="12"/>
          </p:nvPr>
        </p:nvSpPr>
        <p:spPr/>
        <p:txBody>
          <a:bodyPr/>
          <a:lstStyle/>
          <a:p>
            <a:fld id="{ACE956E7-2A6A-4E70-9F41-09A4B3DE69AA}" type="slidenum">
              <a:rPr lang="en-US" smtClean="0"/>
              <a:t>5</a:t>
            </a:fld>
            <a:endParaRPr lang="en-US"/>
          </a:p>
        </p:txBody>
      </p:sp>
      <p:grpSp>
        <p:nvGrpSpPr>
          <p:cNvPr id="8" name="Group 7">
            <a:extLst>
              <a:ext uri="{FF2B5EF4-FFF2-40B4-BE49-F238E27FC236}">
                <a16:creationId xmlns:a16="http://schemas.microsoft.com/office/drawing/2014/main" id="{D7661894-4189-2245-A0BD-2B729A7C0E4E}"/>
              </a:ext>
            </a:extLst>
          </p:cNvPr>
          <p:cNvGrpSpPr/>
          <p:nvPr/>
        </p:nvGrpSpPr>
        <p:grpSpPr>
          <a:xfrm>
            <a:off x="600844" y="1484362"/>
            <a:ext cx="2700387" cy="1692771"/>
            <a:chOff x="600844" y="1484362"/>
            <a:chExt cx="2700387" cy="1692771"/>
          </a:xfrm>
        </p:grpSpPr>
        <p:sp>
          <p:nvSpPr>
            <p:cNvPr id="4" name="TextBox 3">
              <a:extLst>
                <a:ext uri="{FF2B5EF4-FFF2-40B4-BE49-F238E27FC236}">
                  <a16:creationId xmlns:a16="http://schemas.microsoft.com/office/drawing/2014/main" id="{A4790B41-59E7-3A44-957A-64371965EDC2}"/>
                </a:ext>
              </a:extLst>
            </p:cNvPr>
            <p:cNvSpPr txBox="1"/>
            <p:nvPr/>
          </p:nvSpPr>
          <p:spPr>
            <a:xfrm>
              <a:off x="600844" y="1484362"/>
              <a:ext cx="2257425" cy="1692771"/>
            </a:xfrm>
            <a:prstGeom prst="rect">
              <a:avLst/>
            </a:prstGeom>
            <a:noFill/>
            <a:ln w="34925">
              <a:solidFill>
                <a:schemeClr val="accent2"/>
              </a:solidFill>
            </a:ln>
          </p:spPr>
          <p:txBody>
            <a:bodyPr wrap="square" rtlCol="0">
              <a:spAutoFit/>
            </a:bodyPr>
            <a:lstStyle/>
            <a:p>
              <a:r>
                <a:rPr lang="en-US" sz="3200" dirty="0"/>
                <a:t>h</a:t>
              </a:r>
              <a:r>
                <a:rPr lang="en-US" sz="1200" dirty="0"/>
                <a:t>t-1  </a:t>
              </a:r>
              <a:r>
                <a:rPr lang="en-US" sz="2400" dirty="0"/>
                <a:t>is the hidden state, or the working memory</a:t>
              </a:r>
              <a:endParaRPr lang="en-US" sz="1200" dirty="0"/>
            </a:p>
          </p:txBody>
        </p:sp>
        <p:cxnSp>
          <p:nvCxnSpPr>
            <p:cNvPr id="7" name="Straight Arrow Connector 6">
              <a:extLst>
                <a:ext uri="{FF2B5EF4-FFF2-40B4-BE49-F238E27FC236}">
                  <a16:creationId xmlns:a16="http://schemas.microsoft.com/office/drawing/2014/main" id="{74AD4916-3226-8B45-8314-6E49929C179F}"/>
                </a:ext>
              </a:extLst>
            </p:cNvPr>
            <p:cNvCxnSpPr/>
            <p:nvPr/>
          </p:nvCxnSpPr>
          <p:spPr>
            <a:xfrm>
              <a:off x="2858269" y="2078182"/>
              <a:ext cx="442962" cy="0"/>
            </a:xfrm>
            <a:prstGeom prst="straightConnector1">
              <a:avLst/>
            </a:prstGeom>
            <a:ln w="349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98810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A103E-A368-6C91-0ED5-820FD56EAEB7}"/>
              </a:ext>
            </a:extLst>
          </p:cNvPr>
          <p:cNvSpPr>
            <a:spLocks noGrp="1"/>
          </p:cNvSpPr>
          <p:nvPr>
            <p:ph type="title"/>
          </p:nvPr>
        </p:nvSpPr>
        <p:spPr/>
        <p:txBody>
          <a:bodyPr/>
          <a:lstStyle/>
          <a:p>
            <a:r>
              <a:rPr lang="en-US" dirty="0"/>
              <a:t>Step 1: Forward to calculate y</a:t>
            </a:r>
            <a:endParaRPr lang="en-US" b="1" dirty="0"/>
          </a:p>
        </p:txBody>
      </p:sp>
      <p:sp>
        <p:nvSpPr>
          <p:cNvPr id="4" name="Slide Number Placeholder 3">
            <a:extLst>
              <a:ext uri="{FF2B5EF4-FFF2-40B4-BE49-F238E27FC236}">
                <a16:creationId xmlns:a16="http://schemas.microsoft.com/office/drawing/2014/main" id="{4B1F9F87-CD6F-BE52-1730-2D0B97CCD0F6}"/>
              </a:ext>
            </a:extLst>
          </p:cNvPr>
          <p:cNvSpPr>
            <a:spLocks noGrp="1"/>
          </p:cNvSpPr>
          <p:nvPr>
            <p:ph type="sldNum" sz="quarter" idx="12"/>
          </p:nvPr>
        </p:nvSpPr>
        <p:spPr/>
        <p:txBody>
          <a:bodyPr/>
          <a:lstStyle/>
          <a:p>
            <a:fld id="{ACE956E7-2A6A-4E70-9F41-09A4B3DE69AA}" type="slidenum">
              <a:rPr lang="en-US" smtClean="0"/>
              <a:t>6</a:t>
            </a:fld>
            <a:endParaRPr lang="en-US" dirty="0"/>
          </a:p>
        </p:txBody>
      </p:sp>
      <p:sp>
        <p:nvSpPr>
          <p:cNvPr id="5" name="Slide Number Placeholder 3">
            <a:extLst>
              <a:ext uri="{FF2B5EF4-FFF2-40B4-BE49-F238E27FC236}">
                <a16:creationId xmlns:a16="http://schemas.microsoft.com/office/drawing/2014/main" id="{518197FD-DA27-30EA-B2B6-3D8664A450C9}"/>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CE956E7-2A6A-4E70-9F41-09A4B3DE69AA}" type="slidenum">
              <a:rPr lang="en-US" smtClean="0"/>
              <a:pPr/>
              <a:t>6</a:t>
            </a:fld>
            <a:endParaRPr lang="en-US"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D0D1DAD-5F56-4763-E6CC-2794EC9E4178}"/>
                  </a:ext>
                </a:extLst>
              </p:cNvPr>
              <p:cNvSpPr txBox="1"/>
              <p:nvPr/>
            </p:nvSpPr>
            <p:spPr>
              <a:xfrm>
                <a:off x="10154544" y="4001485"/>
                <a:ext cx="51643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m:t>
                          </m:r>
                          <m:r>
                            <a:rPr lang="en-US" b="0" i="1" smtClean="0">
                              <a:latin typeface="Cambria Math" panose="02040503050406030204" pitchFamily="18" charset="0"/>
                            </a:rPr>
                            <m:t>=1</m:t>
                          </m:r>
                        </m:sub>
                      </m:sSub>
                    </m:oMath>
                  </m:oMathPara>
                </a14:m>
                <a:endParaRPr lang="en-US" dirty="0"/>
              </a:p>
            </p:txBody>
          </p:sp>
        </mc:Choice>
        <mc:Fallback xmlns="">
          <p:sp>
            <p:nvSpPr>
              <p:cNvPr id="8" name="TextBox 7">
                <a:extLst>
                  <a:ext uri="{FF2B5EF4-FFF2-40B4-BE49-F238E27FC236}">
                    <a16:creationId xmlns:a16="http://schemas.microsoft.com/office/drawing/2014/main" id="{9D0D1DAD-5F56-4763-E6CC-2794EC9E4178}"/>
                  </a:ext>
                </a:extLst>
              </p:cNvPr>
              <p:cNvSpPr txBox="1">
                <a:spLocks noRot="1" noChangeAspect="1" noMove="1" noResize="1" noEditPoints="1" noAdjustHandles="1" noChangeArrowheads="1" noChangeShapeType="1" noTextEdit="1"/>
              </p:cNvSpPr>
              <p:nvPr/>
            </p:nvSpPr>
            <p:spPr>
              <a:xfrm>
                <a:off x="10154544" y="4001485"/>
                <a:ext cx="516434" cy="369332"/>
              </a:xfrm>
              <a:prstGeom prst="rect">
                <a:avLst/>
              </a:prstGeom>
              <a:blipFill>
                <a:blip r:embed="rId3"/>
                <a:stretch>
                  <a:fillRect r="-7143" b="-6452"/>
                </a:stretch>
              </a:blipFill>
            </p:spPr>
            <p:txBody>
              <a:bodyPr/>
              <a:lstStyle/>
              <a:p>
                <a:r>
                  <a:rPr lang="en-US">
                    <a:noFill/>
                  </a:rPr>
                  <a:t> </a:t>
                </a:r>
              </a:p>
            </p:txBody>
          </p:sp>
        </mc:Fallback>
      </mc:AlternateContent>
      <p:grpSp>
        <p:nvGrpSpPr>
          <p:cNvPr id="22" name="Group 21">
            <a:extLst>
              <a:ext uri="{FF2B5EF4-FFF2-40B4-BE49-F238E27FC236}">
                <a16:creationId xmlns:a16="http://schemas.microsoft.com/office/drawing/2014/main" id="{F2360789-5E3F-30AA-7650-59E1617DEACF}"/>
              </a:ext>
            </a:extLst>
          </p:cNvPr>
          <p:cNvGrpSpPr/>
          <p:nvPr/>
        </p:nvGrpSpPr>
        <p:grpSpPr>
          <a:xfrm>
            <a:off x="8380421" y="3620480"/>
            <a:ext cx="971045" cy="1212239"/>
            <a:chOff x="10240238" y="3945675"/>
            <a:chExt cx="971045" cy="1212239"/>
          </a:xfrm>
        </p:grpSpPr>
        <p:cxnSp>
          <p:nvCxnSpPr>
            <p:cNvPr id="23" name="Straight Connector 22">
              <a:extLst>
                <a:ext uri="{FF2B5EF4-FFF2-40B4-BE49-F238E27FC236}">
                  <a16:creationId xmlns:a16="http://schemas.microsoft.com/office/drawing/2014/main" id="{6A15015F-44CA-2707-42E9-B11F0BDA5E85}"/>
                </a:ext>
              </a:extLst>
            </p:cNvPr>
            <p:cNvCxnSpPr>
              <a:cxnSpLocks/>
            </p:cNvCxnSpPr>
            <p:nvPr/>
          </p:nvCxnSpPr>
          <p:spPr>
            <a:xfrm>
              <a:off x="10240238" y="3945675"/>
              <a:ext cx="927341" cy="409057"/>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DF04727-8075-F395-3A2F-5A7EE9D197E8}"/>
                </a:ext>
              </a:extLst>
            </p:cNvPr>
            <p:cNvCxnSpPr>
              <a:cxnSpLocks/>
            </p:cNvCxnSpPr>
            <p:nvPr/>
          </p:nvCxnSpPr>
          <p:spPr>
            <a:xfrm flipV="1">
              <a:off x="10240238" y="4622244"/>
              <a:ext cx="971045" cy="53567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C89D3CE5-C8CC-9E87-749A-FFDC9A7795B4}"/>
                    </a:ext>
                  </a:extLst>
                </p:cNvPr>
                <p:cNvSpPr txBox="1"/>
                <p:nvPr/>
              </p:nvSpPr>
              <p:spPr>
                <a:xfrm>
                  <a:off x="10391225" y="4315544"/>
                  <a:ext cx="37702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i="1" smtClean="0">
                            <a:latin typeface="Cambria Math" panose="02040503050406030204" pitchFamily="18" charset="0"/>
                          </a:rPr>
                          <m:t>V</m:t>
                        </m:r>
                      </m:oMath>
                    </m:oMathPara>
                  </a14:m>
                  <a:endParaRPr lang="en-US" dirty="0"/>
                </a:p>
              </p:txBody>
            </p:sp>
          </mc:Choice>
          <mc:Fallback xmlns="">
            <p:sp>
              <p:nvSpPr>
                <p:cNvPr id="25" name="TextBox 24">
                  <a:extLst>
                    <a:ext uri="{FF2B5EF4-FFF2-40B4-BE49-F238E27FC236}">
                      <a16:creationId xmlns:a16="http://schemas.microsoft.com/office/drawing/2014/main" id="{C89D3CE5-C8CC-9E87-749A-FFDC9A7795B4}"/>
                    </a:ext>
                  </a:extLst>
                </p:cNvPr>
                <p:cNvSpPr txBox="1">
                  <a:spLocks noRot="1" noChangeAspect="1" noMove="1" noResize="1" noEditPoints="1" noAdjustHandles="1" noChangeArrowheads="1" noChangeShapeType="1" noTextEdit="1"/>
                </p:cNvSpPr>
                <p:nvPr/>
              </p:nvSpPr>
              <p:spPr>
                <a:xfrm>
                  <a:off x="10391225" y="4315544"/>
                  <a:ext cx="377026" cy="369332"/>
                </a:xfrm>
                <a:prstGeom prst="rect">
                  <a:avLst/>
                </a:prstGeom>
                <a:blipFill>
                  <a:blip r:embed="rId4"/>
                  <a:stretch>
                    <a:fillRect/>
                  </a:stretch>
                </a:blipFill>
              </p:spPr>
              <p:txBody>
                <a:bodyPr/>
                <a:lstStyle/>
                <a:p>
                  <a:r>
                    <a:rPr lang="en-US">
                      <a:noFill/>
                    </a:rPr>
                    <a:t> </a:t>
                  </a:r>
                </a:p>
              </p:txBody>
            </p:sp>
          </mc:Fallback>
        </mc:AlternateContent>
      </p:grpSp>
      <p:grpSp>
        <p:nvGrpSpPr>
          <p:cNvPr id="20" name="Group 19">
            <a:extLst>
              <a:ext uri="{FF2B5EF4-FFF2-40B4-BE49-F238E27FC236}">
                <a16:creationId xmlns:a16="http://schemas.microsoft.com/office/drawing/2014/main" id="{B22C198A-AA5C-80B8-13D7-718C27F07DBC}"/>
              </a:ext>
            </a:extLst>
          </p:cNvPr>
          <p:cNvGrpSpPr/>
          <p:nvPr/>
        </p:nvGrpSpPr>
        <p:grpSpPr>
          <a:xfrm>
            <a:off x="6786866" y="2692500"/>
            <a:ext cx="774573" cy="2826369"/>
            <a:chOff x="6786866" y="2692500"/>
            <a:chExt cx="774573" cy="2826369"/>
          </a:xfrm>
        </p:grpSpPr>
        <p:cxnSp>
          <p:nvCxnSpPr>
            <p:cNvPr id="14" name="Straight Connector 13">
              <a:extLst>
                <a:ext uri="{FF2B5EF4-FFF2-40B4-BE49-F238E27FC236}">
                  <a16:creationId xmlns:a16="http://schemas.microsoft.com/office/drawing/2014/main" id="{03BE0FDD-AAE4-F764-54AC-4D72A2B6706D}"/>
                </a:ext>
              </a:extLst>
            </p:cNvPr>
            <p:cNvCxnSpPr>
              <a:cxnSpLocks/>
              <a:endCxn id="104" idx="0"/>
            </p:cNvCxnSpPr>
            <p:nvPr/>
          </p:nvCxnSpPr>
          <p:spPr>
            <a:xfrm>
              <a:off x="6869316" y="2692500"/>
              <a:ext cx="692123" cy="9613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335103F-8DD5-413B-065C-94455C925E13}"/>
                </a:ext>
              </a:extLst>
            </p:cNvPr>
            <p:cNvCxnSpPr>
              <a:cxnSpLocks/>
              <a:endCxn id="107" idx="3"/>
            </p:cNvCxnSpPr>
            <p:nvPr/>
          </p:nvCxnSpPr>
          <p:spPr>
            <a:xfrm flipV="1">
              <a:off x="6786866" y="4710387"/>
              <a:ext cx="692822" cy="808482"/>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1F5C0E7-B675-CE30-8510-D909A6592970}"/>
                    </a:ext>
                  </a:extLst>
                </p:cNvPr>
                <p:cNvSpPr txBox="1"/>
                <p:nvPr/>
              </p:nvSpPr>
              <p:spPr>
                <a:xfrm>
                  <a:off x="7002253" y="4346701"/>
                  <a:ext cx="46621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𝑊</m:t>
                        </m:r>
                      </m:oMath>
                    </m:oMathPara>
                  </a14:m>
                  <a:endParaRPr lang="en-US" dirty="0"/>
                </a:p>
              </p:txBody>
            </p:sp>
          </mc:Choice>
          <mc:Fallback xmlns="">
            <p:sp>
              <p:nvSpPr>
                <p:cNvPr id="16" name="TextBox 15">
                  <a:extLst>
                    <a:ext uri="{FF2B5EF4-FFF2-40B4-BE49-F238E27FC236}">
                      <a16:creationId xmlns:a16="http://schemas.microsoft.com/office/drawing/2014/main" id="{11F5C0E7-B675-CE30-8510-D909A6592970}"/>
                    </a:ext>
                  </a:extLst>
                </p:cNvPr>
                <p:cNvSpPr txBox="1">
                  <a:spLocks noRot="1" noChangeAspect="1" noMove="1" noResize="1" noEditPoints="1" noAdjustHandles="1" noChangeArrowheads="1" noChangeShapeType="1" noTextEdit="1"/>
                </p:cNvSpPr>
                <p:nvPr/>
              </p:nvSpPr>
              <p:spPr>
                <a:xfrm>
                  <a:off x="7002253" y="4346701"/>
                  <a:ext cx="466217"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CB2794D8-4832-CE3C-A0FE-CFCB888575FD}"/>
                    </a:ext>
                  </a:extLst>
                </p:cNvPr>
                <p:cNvSpPr txBox="1"/>
                <p:nvPr/>
              </p:nvSpPr>
              <p:spPr>
                <a:xfrm>
                  <a:off x="7041494" y="3358973"/>
                  <a:ext cx="40075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𝑈</m:t>
                        </m:r>
                      </m:oMath>
                    </m:oMathPara>
                  </a14:m>
                  <a:endParaRPr lang="en-US" dirty="0"/>
                </a:p>
              </p:txBody>
            </p:sp>
          </mc:Choice>
          <mc:Fallback xmlns="">
            <p:sp>
              <p:nvSpPr>
                <p:cNvPr id="61" name="TextBox 60">
                  <a:extLst>
                    <a:ext uri="{FF2B5EF4-FFF2-40B4-BE49-F238E27FC236}">
                      <a16:creationId xmlns:a16="http://schemas.microsoft.com/office/drawing/2014/main" id="{CB2794D8-4832-CE3C-A0FE-CFCB888575FD}"/>
                    </a:ext>
                  </a:extLst>
                </p:cNvPr>
                <p:cNvSpPr txBox="1">
                  <a:spLocks noRot="1" noChangeAspect="1" noMove="1" noResize="1" noEditPoints="1" noAdjustHandles="1" noChangeArrowheads="1" noChangeShapeType="1" noTextEdit="1"/>
                </p:cNvSpPr>
                <p:nvPr/>
              </p:nvSpPr>
              <p:spPr>
                <a:xfrm>
                  <a:off x="7041494" y="3358973"/>
                  <a:ext cx="400751" cy="369332"/>
                </a:xfrm>
                <a:prstGeom prst="rect">
                  <a:avLst/>
                </a:prstGeom>
                <a:blipFill>
                  <a:blip r:embed="rId6"/>
                  <a:stretch>
                    <a:fillRect/>
                  </a:stretch>
                </a:blipFill>
              </p:spPr>
              <p:txBody>
                <a:bodyPr/>
                <a:lstStyle/>
                <a:p>
                  <a:r>
                    <a:rPr lang="en-US">
                      <a:noFill/>
                    </a:rPr>
                    <a:t> </a:t>
                  </a:r>
                </a:p>
              </p:txBody>
            </p:sp>
          </mc:Fallback>
        </mc:AlternateContent>
      </p:grpSp>
      <p:sp>
        <p:nvSpPr>
          <p:cNvPr id="82" name="Rectangle 81">
            <a:extLst>
              <a:ext uri="{FF2B5EF4-FFF2-40B4-BE49-F238E27FC236}">
                <a16:creationId xmlns:a16="http://schemas.microsoft.com/office/drawing/2014/main" id="{46A37E95-130F-E634-EF9E-676D141E7F18}"/>
              </a:ext>
            </a:extLst>
          </p:cNvPr>
          <p:cNvSpPr/>
          <p:nvPr/>
        </p:nvSpPr>
        <p:spPr>
          <a:xfrm>
            <a:off x="4465681" y="1898435"/>
            <a:ext cx="566928" cy="134069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I</a:t>
            </a:r>
          </a:p>
        </p:txBody>
      </p:sp>
      <p:sp>
        <p:nvSpPr>
          <p:cNvPr id="83" name="Rectangle 82">
            <a:extLst>
              <a:ext uri="{FF2B5EF4-FFF2-40B4-BE49-F238E27FC236}">
                <a16:creationId xmlns:a16="http://schemas.microsoft.com/office/drawing/2014/main" id="{361D5297-3B35-2E37-A3D2-209C6DD0C917}"/>
              </a:ext>
            </a:extLst>
          </p:cNvPr>
          <p:cNvSpPr/>
          <p:nvPr/>
        </p:nvSpPr>
        <p:spPr>
          <a:xfrm>
            <a:off x="3847047" y="1610591"/>
            <a:ext cx="566928" cy="197528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zh-CN" altLang="en-US" sz="1400" dirty="0"/>
              <a:t> </a:t>
            </a:r>
            <a:r>
              <a:rPr lang="en-US" altLang="zh-CN" sz="1400" dirty="0"/>
              <a:t>like </a:t>
            </a:r>
            <a:endParaRPr lang="en-US" sz="1400" dirty="0"/>
          </a:p>
        </p:txBody>
      </p:sp>
      <p:sp>
        <p:nvSpPr>
          <p:cNvPr id="84" name="Rectangle 83">
            <a:extLst>
              <a:ext uri="{FF2B5EF4-FFF2-40B4-BE49-F238E27FC236}">
                <a16:creationId xmlns:a16="http://schemas.microsoft.com/office/drawing/2014/main" id="{F9DB5C2C-8E1B-0A93-D50E-EB5F554B56CF}"/>
              </a:ext>
            </a:extLst>
          </p:cNvPr>
          <p:cNvSpPr/>
          <p:nvPr/>
        </p:nvSpPr>
        <p:spPr>
          <a:xfrm>
            <a:off x="2609779" y="1610591"/>
            <a:ext cx="566928" cy="197528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dirty="0"/>
              <a:t>movie</a:t>
            </a:r>
          </a:p>
        </p:txBody>
      </p:sp>
      <p:sp>
        <p:nvSpPr>
          <p:cNvPr id="85" name="Rectangle 84">
            <a:extLst>
              <a:ext uri="{FF2B5EF4-FFF2-40B4-BE49-F238E27FC236}">
                <a16:creationId xmlns:a16="http://schemas.microsoft.com/office/drawing/2014/main" id="{3FFF5067-AF0D-EF6E-ED8C-A7224E68F6C0}"/>
              </a:ext>
            </a:extLst>
          </p:cNvPr>
          <p:cNvSpPr/>
          <p:nvPr/>
        </p:nvSpPr>
        <p:spPr>
          <a:xfrm>
            <a:off x="1991145" y="1610591"/>
            <a:ext cx="566928" cy="197528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but</a:t>
            </a:r>
          </a:p>
        </p:txBody>
      </p:sp>
      <p:sp>
        <p:nvSpPr>
          <p:cNvPr id="86" name="Rectangle 85">
            <a:extLst>
              <a:ext uri="{FF2B5EF4-FFF2-40B4-BE49-F238E27FC236}">
                <a16:creationId xmlns:a16="http://schemas.microsoft.com/office/drawing/2014/main" id="{8049170B-64D2-4321-01B9-E3C776F70183}"/>
              </a:ext>
            </a:extLst>
          </p:cNvPr>
          <p:cNvSpPr/>
          <p:nvPr/>
        </p:nvSpPr>
        <p:spPr>
          <a:xfrm>
            <a:off x="1372511" y="1610591"/>
            <a:ext cx="566928" cy="197528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hate</a:t>
            </a:r>
          </a:p>
        </p:txBody>
      </p:sp>
      <p:sp>
        <p:nvSpPr>
          <p:cNvPr id="87" name="Rectangle 86">
            <a:extLst>
              <a:ext uri="{FF2B5EF4-FFF2-40B4-BE49-F238E27FC236}">
                <a16:creationId xmlns:a16="http://schemas.microsoft.com/office/drawing/2014/main" id="{B3117B9E-1F3F-D7FF-1BE6-6D085D79ED58}"/>
              </a:ext>
            </a:extLst>
          </p:cNvPr>
          <p:cNvSpPr/>
          <p:nvPr/>
        </p:nvSpPr>
        <p:spPr>
          <a:xfrm>
            <a:off x="3228413" y="1610591"/>
            <a:ext cx="566928" cy="197528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the</a:t>
            </a:r>
          </a:p>
        </p:txBody>
      </p:sp>
      <p:sp>
        <p:nvSpPr>
          <p:cNvPr id="88" name="Rectangle 87">
            <a:extLst>
              <a:ext uri="{FF2B5EF4-FFF2-40B4-BE49-F238E27FC236}">
                <a16:creationId xmlns:a16="http://schemas.microsoft.com/office/drawing/2014/main" id="{8590C553-8B6B-A1D8-F0D5-22CC9780E28A}"/>
              </a:ext>
            </a:extLst>
          </p:cNvPr>
          <p:cNvSpPr/>
          <p:nvPr/>
        </p:nvSpPr>
        <p:spPr>
          <a:xfrm>
            <a:off x="753877" y="1610591"/>
            <a:ext cx="566928" cy="197528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the</a:t>
            </a:r>
          </a:p>
        </p:txBody>
      </p:sp>
      <p:sp>
        <p:nvSpPr>
          <p:cNvPr id="89" name="Rectangle 88">
            <a:extLst>
              <a:ext uri="{FF2B5EF4-FFF2-40B4-BE49-F238E27FC236}">
                <a16:creationId xmlns:a16="http://schemas.microsoft.com/office/drawing/2014/main" id="{91270F21-B574-F3F1-351F-F30171B4B770}"/>
              </a:ext>
            </a:extLst>
          </p:cNvPr>
          <p:cNvSpPr/>
          <p:nvPr/>
        </p:nvSpPr>
        <p:spPr>
          <a:xfrm>
            <a:off x="135243" y="1610591"/>
            <a:ext cx="566928" cy="197528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actor</a:t>
            </a:r>
          </a:p>
        </p:txBody>
      </p:sp>
      <p:sp>
        <p:nvSpPr>
          <p:cNvPr id="91" name="Rectangle 90">
            <a:extLst>
              <a:ext uri="{FF2B5EF4-FFF2-40B4-BE49-F238E27FC236}">
                <a16:creationId xmlns:a16="http://schemas.microsoft.com/office/drawing/2014/main" id="{02B74706-ECD9-2BF1-D649-D9CA6730A535}"/>
              </a:ext>
            </a:extLst>
          </p:cNvPr>
          <p:cNvSpPr/>
          <p:nvPr/>
        </p:nvSpPr>
        <p:spPr>
          <a:xfrm>
            <a:off x="4465681" y="1610591"/>
            <a:ext cx="566928" cy="1975288"/>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zh-CN" sz="1400" dirty="0"/>
              <a:t>   I</a:t>
            </a:r>
            <a:endParaRPr lang="en-US" sz="1400" dirty="0"/>
          </a:p>
        </p:txBody>
      </p:sp>
      <p:grpSp>
        <p:nvGrpSpPr>
          <p:cNvPr id="103" name="Group 102">
            <a:extLst>
              <a:ext uri="{FF2B5EF4-FFF2-40B4-BE49-F238E27FC236}">
                <a16:creationId xmlns:a16="http://schemas.microsoft.com/office/drawing/2014/main" id="{6B762823-8136-EE4B-AAAF-37C19437F208}"/>
              </a:ext>
            </a:extLst>
          </p:cNvPr>
          <p:cNvGrpSpPr/>
          <p:nvPr/>
        </p:nvGrpSpPr>
        <p:grpSpPr>
          <a:xfrm>
            <a:off x="7445825" y="3653892"/>
            <a:ext cx="231228" cy="1089973"/>
            <a:chOff x="8551317" y="2344227"/>
            <a:chExt cx="231228" cy="1089973"/>
          </a:xfrm>
        </p:grpSpPr>
        <p:sp>
          <p:nvSpPr>
            <p:cNvPr id="104" name="Oval 103">
              <a:extLst>
                <a:ext uri="{FF2B5EF4-FFF2-40B4-BE49-F238E27FC236}">
                  <a16:creationId xmlns:a16="http://schemas.microsoft.com/office/drawing/2014/main" id="{F06401A7-9411-AC6A-DDD7-D673CEB8A52B}"/>
                </a:ext>
              </a:extLst>
            </p:cNvPr>
            <p:cNvSpPr/>
            <p:nvPr/>
          </p:nvSpPr>
          <p:spPr>
            <a:xfrm>
              <a:off x="8551317" y="2344227"/>
              <a:ext cx="231228" cy="228600"/>
            </a:xfrm>
            <a:prstGeom prst="ellipse">
              <a:avLst/>
            </a:prstGeom>
            <a:solidFill>
              <a:srgbClr val="D17ECA">
                <a:alpha val="7979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Oval 104">
              <a:extLst>
                <a:ext uri="{FF2B5EF4-FFF2-40B4-BE49-F238E27FC236}">
                  <a16:creationId xmlns:a16="http://schemas.microsoft.com/office/drawing/2014/main" id="{A39E7D1F-FEE7-8D2B-12A9-7665F73FBE56}"/>
                </a:ext>
              </a:extLst>
            </p:cNvPr>
            <p:cNvSpPr/>
            <p:nvPr/>
          </p:nvSpPr>
          <p:spPr>
            <a:xfrm>
              <a:off x="8551317" y="2631351"/>
              <a:ext cx="231228" cy="228600"/>
            </a:xfrm>
            <a:prstGeom prst="ellipse">
              <a:avLst/>
            </a:prstGeom>
            <a:solidFill>
              <a:srgbClr val="D17ECA">
                <a:alpha val="7979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 name="Oval 105">
              <a:extLst>
                <a:ext uri="{FF2B5EF4-FFF2-40B4-BE49-F238E27FC236}">
                  <a16:creationId xmlns:a16="http://schemas.microsoft.com/office/drawing/2014/main" id="{010E64BF-C6DD-39F1-8E49-E5D7DCBFD55C}"/>
                </a:ext>
              </a:extLst>
            </p:cNvPr>
            <p:cNvSpPr/>
            <p:nvPr/>
          </p:nvSpPr>
          <p:spPr>
            <a:xfrm>
              <a:off x="8551317" y="2918475"/>
              <a:ext cx="231228" cy="228600"/>
            </a:xfrm>
            <a:prstGeom prst="ellipse">
              <a:avLst/>
            </a:prstGeom>
            <a:solidFill>
              <a:srgbClr val="D17ECA">
                <a:alpha val="7979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 name="Oval 106">
              <a:extLst>
                <a:ext uri="{FF2B5EF4-FFF2-40B4-BE49-F238E27FC236}">
                  <a16:creationId xmlns:a16="http://schemas.microsoft.com/office/drawing/2014/main" id="{6ED1FF61-31F4-15B9-E1A3-435B71DECC1C}"/>
                </a:ext>
              </a:extLst>
            </p:cNvPr>
            <p:cNvSpPr/>
            <p:nvPr/>
          </p:nvSpPr>
          <p:spPr>
            <a:xfrm>
              <a:off x="8551317" y="3205600"/>
              <a:ext cx="231228" cy="228600"/>
            </a:xfrm>
            <a:prstGeom prst="ellipse">
              <a:avLst/>
            </a:prstGeom>
            <a:solidFill>
              <a:srgbClr val="D17ECA">
                <a:alpha val="7979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13" name="Oval 112">
            <a:extLst>
              <a:ext uri="{FF2B5EF4-FFF2-40B4-BE49-F238E27FC236}">
                <a16:creationId xmlns:a16="http://schemas.microsoft.com/office/drawing/2014/main" id="{C5F0BDB9-2CE3-5232-E46B-FA1A2E997B74}"/>
              </a:ext>
            </a:extLst>
          </p:cNvPr>
          <p:cNvSpPr/>
          <p:nvPr/>
        </p:nvSpPr>
        <p:spPr>
          <a:xfrm>
            <a:off x="9318740" y="4055316"/>
            <a:ext cx="231228" cy="228600"/>
          </a:xfrm>
          <a:prstGeom prst="ellipse">
            <a:avLst/>
          </a:prstGeom>
          <a:solidFill>
            <a:schemeClr val="accent6">
              <a:lumMod val="75000"/>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6" name="Right Arrow 115">
            <a:extLst>
              <a:ext uri="{FF2B5EF4-FFF2-40B4-BE49-F238E27FC236}">
                <a16:creationId xmlns:a16="http://schemas.microsoft.com/office/drawing/2014/main" id="{075B075A-B8B3-3C68-70B8-1B86BF2C1836}"/>
              </a:ext>
            </a:extLst>
          </p:cNvPr>
          <p:cNvSpPr/>
          <p:nvPr/>
        </p:nvSpPr>
        <p:spPr>
          <a:xfrm flipV="1">
            <a:off x="9656491" y="4133293"/>
            <a:ext cx="370114" cy="114300"/>
          </a:xfrm>
          <a:prstGeom prst="rightArrow">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7" name="Group 126">
            <a:extLst>
              <a:ext uri="{FF2B5EF4-FFF2-40B4-BE49-F238E27FC236}">
                <a16:creationId xmlns:a16="http://schemas.microsoft.com/office/drawing/2014/main" id="{8AB931DE-26D3-67CC-5772-B76C2345BF72}"/>
              </a:ext>
            </a:extLst>
          </p:cNvPr>
          <p:cNvGrpSpPr/>
          <p:nvPr/>
        </p:nvGrpSpPr>
        <p:grpSpPr>
          <a:xfrm>
            <a:off x="6296974" y="2089912"/>
            <a:ext cx="381797" cy="1740834"/>
            <a:chOff x="2027653" y="4269689"/>
            <a:chExt cx="381797" cy="1740834"/>
          </a:xfrm>
        </p:grpSpPr>
        <mc:AlternateContent xmlns:mc="http://schemas.openxmlformats.org/markup-compatibility/2006" xmlns:a14="http://schemas.microsoft.com/office/drawing/2010/main">
          <mc:Choice Requires="a14">
            <p:sp>
              <p:nvSpPr>
                <p:cNvPr id="121" name="TextBox 120">
                  <a:extLst>
                    <a:ext uri="{FF2B5EF4-FFF2-40B4-BE49-F238E27FC236}">
                      <a16:creationId xmlns:a16="http://schemas.microsoft.com/office/drawing/2014/main" id="{CDCE7361-61AF-9D65-D3A3-E90438989854}"/>
                    </a:ext>
                  </a:extLst>
                </p:cNvPr>
                <p:cNvSpPr txBox="1"/>
                <p:nvPr/>
              </p:nvSpPr>
              <p:spPr>
                <a:xfrm>
                  <a:off x="2063540" y="4699798"/>
                  <a:ext cx="332335" cy="4496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sz="1100" b="0" i="1" smtClean="0">
                                <a:latin typeface="Cambria Math" panose="02040503050406030204" pitchFamily="18" charset="0"/>
                              </a:rPr>
                              <m:t>0</m:t>
                            </m:r>
                          </m:sub>
                          <m:sup>
                            <m:r>
                              <a:rPr lang="en-US" sz="1100" b="0" i="1" smtClean="0">
                                <a:latin typeface="Cambria Math" panose="02040503050406030204" pitchFamily="18" charset="0"/>
                              </a:rPr>
                              <m:t>2</m:t>
                            </m:r>
                          </m:sup>
                        </m:sSubSup>
                      </m:oMath>
                    </m:oMathPara>
                  </a14:m>
                  <a:endParaRPr lang="en-US" sz="1100" b="0" dirty="0"/>
                </a:p>
                <a:p>
                  <a:endParaRPr lang="en-US" dirty="0"/>
                </a:p>
              </p:txBody>
            </p:sp>
          </mc:Choice>
          <mc:Fallback xmlns="">
            <p:sp>
              <p:nvSpPr>
                <p:cNvPr id="121" name="TextBox 120">
                  <a:extLst>
                    <a:ext uri="{FF2B5EF4-FFF2-40B4-BE49-F238E27FC236}">
                      <a16:creationId xmlns:a16="http://schemas.microsoft.com/office/drawing/2014/main" id="{CDCE7361-61AF-9D65-D3A3-E90438989854}"/>
                    </a:ext>
                  </a:extLst>
                </p:cNvPr>
                <p:cNvSpPr txBox="1">
                  <a:spLocks noRot="1" noChangeAspect="1" noMove="1" noResize="1" noEditPoints="1" noAdjustHandles="1" noChangeArrowheads="1" noChangeShapeType="1" noTextEdit="1"/>
                </p:cNvSpPr>
                <p:nvPr/>
              </p:nvSpPr>
              <p:spPr>
                <a:xfrm>
                  <a:off x="2063540" y="4699798"/>
                  <a:ext cx="332335" cy="44961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8" name="TextBox 117">
                  <a:extLst>
                    <a:ext uri="{FF2B5EF4-FFF2-40B4-BE49-F238E27FC236}">
                      <a16:creationId xmlns:a16="http://schemas.microsoft.com/office/drawing/2014/main" id="{8998267C-CB89-B8D6-2FDD-34E3C805158F}"/>
                    </a:ext>
                  </a:extLst>
                </p:cNvPr>
                <p:cNvSpPr txBox="1"/>
                <p:nvPr/>
              </p:nvSpPr>
              <p:spPr>
                <a:xfrm>
                  <a:off x="2063540" y="4269689"/>
                  <a:ext cx="337144" cy="44922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sz="1100" b="0" i="1" smtClean="0">
                                <a:latin typeface="Cambria Math" panose="02040503050406030204" pitchFamily="18" charset="0"/>
                              </a:rPr>
                              <m:t>0</m:t>
                            </m:r>
                          </m:sub>
                          <m:sup>
                            <m:r>
                              <a:rPr lang="en-US" sz="1100" b="0" i="1" smtClean="0">
                                <a:latin typeface="Cambria Math" panose="02040503050406030204" pitchFamily="18" charset="0"/>
                              </a:rPr>
                              <m:t>1</m:t>
                            </m:r>
                          </m:sup>
                        </m:sSubSup>
                      </m:oMath>
                    </m:oMathPara>
                  </a14:m>
                  <a:endParaRPr lang="en-US" sz="1100" b="0" dirty="0"/>
                </a:p>
                <a:p>
                  <a:endParaRPr lang="en-US" dirty="0"/>
                </a:p>
              </p:txBody>
            </p:sp>
          </mc:Choice>
          <mc:Fallback xmlns="">
            <p:sp>
              <p:nvSpPr>
                <p:cNvPr id="118" name="TextBox 117">
                  <a:extLst>
                    <a:ext uri="{FF2B5EF4-FFF2-40B4-BE49-F238E27FC236}">
                      <a16:creationId xmlns:a16="http://schemas.microsoft.com/office/drawing/2014/main" id="{8998267C-CB89-B8D6-2FDD-34E3C805158F}"/>
                    </a:ext>
                  </a:extLst>
                </p:cNvPr>
                <p:cNvSpPr txBox="1">
                  <a:spLocks noRot="1" noChangeAspect="1" noMove="1" noResize="1" noEditPoints="1" noAdjustHandles="1" noChangeArrowheads="1" noChangeShapeType="1" noTextEdit="1"/>
                </p:cNvSpPr>
                <p:nvPr/>
              </p:nvSpPr>
              <p:spPr>
                <a:xfrm>
                  <a:off x="2063540" y="4269689"/>
                  <a:ext cx="337144" cy="44922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2" name="TextBox 121">
                  <a:extLst>
                    <a:ext uri="{FF2B5EF4-FFF2-40B4-BE49-F238E27FC236}">
                      <a16:creationId xmlns:a16="http://schemas.microsoft.com/office/drawing/2014/main" id="{F3CD0633-7046-B488-C853-35E49D1718C1}"/>
                    </a:ext>
                  </a:extLst>
                </p:cNvPr>
                <p:cNvSpPr txBox="1"/>
                <p:nvPr/>
              </p:nvSpPr>
              <p:spPr>
                <a:xfrm>
                  <a:off x="2052042" y="5130291"/>
                  <a:ext cx="344325" cy="450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sz="1100" b="0" i="1" smtClean="0">
                                <a:latin typeface="Cambria Math" panose="02040503050406030204" pitchFamily="18" charset="0"/>
                              </a:rPr>
                              <m:t>0</m:t>
                            </m:r>
                          </m:sub>
                          <m:sup>
                            <m:r>
                              <a:rPr lang="en-US" sz="1100" b="0" i="1" smtClean="0">
                                <a:latin typeface="Cambria Math" panose="02040503050406030204" pitchFamily="18" charset="0"/>
                              </a:rPr>
                              <m:t>3</m:t>
                            </m:r>
                          </m:sup>
                        </m:sSubSup>
                      </m:oMath>
                    </m:oMathPara>
                  </a14:m>
                  <a:endParaRPr lang="en-US" sz="1100" b="0" dirty="0"/>
                </a:p>
                <a:p>
                  <a:endParaRPr lang="en-US" dirty="0"/>
                </a:p>
              </p:txBody>
            </p:sp>
          </mc:Choice>
          <mc:Fallback xmlns="">
            <p:sp>
              <p:nvSpPr>
                <p:cNvPr id="122" name="TextBox 121">
                  <a:extLst>
                    <a:ext uri="{FF2B5EF4-FFF2-40B4-BE49-F238E27FC236}">
                      <a16:creationId xmlns:a16="http://schemas.microsoft.com/office/drawing/2014/main" id="{F3CD0633-7046-B488-C853-35E49D1718C1}"/>
                    </a:ext>
                  </a:extLst>
                </p:cNvPr>
                <p:cNvSpPr txBox="1">
                  <a:spLocks noRot="1" noChangeAspect="1" noMove="1" noResize="1" noEditPoints="1" noAdjustHandles="1" noChangeArrowheads="1" noChangeShapeType="1" noTextEdit="1"/>
                </p:cNvSpPr>
                <p:nvPr/>
              </p:nvSpPr>
              <p:spPr>
                <a:xfrm>
                  <a:off x="2052042" y="5130291"/>
                  <a:ext cx="344325" cy="450444"/>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 name="TextBox 122">
                  <a:extLst>
                    <a:ext uri="{FF2B5EF4-FFF2-40B4-BE49-F238E27FC236}">
                      <a16:creationId xmlns:a16="http://schemas.microsoft.com/office/drawing/2014/main" id="{8A7FB309-A8B5-477C-CA66-F5BFB83B19E6}"/>
                    </a:ext>
                  </a:extLst>
                </p:cNvPr>
                <p:cNvSpPr txBox="1"/>
                <p:nvPr/>
              </p:nvSpPr>
              <p:spPr>
                <a:xfrm>
                  <a:off x="2054970" y="5561618"/>
                  <a:ext cx="347531" cy="44890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sz="1100" b="0" i="1" smtClean="0">
                                <a:latin typeface="Cambria Math" panose="02040503050406030204" pitchFamily="18" charset="0"/>
                              </a:rPr>
                              <m:t>0</m:t>
                            </m:r>
                          </m:sub>
                          <m:sup>
                            <m:r>
                              <a:rPr lang="en-US" sz="1100" b="0" i="1" smtClean="0">
                                <a:latin typeface="Cambria Math" panose="02040503050406030204" pitchFamily="18" charset="0"/>
                              </a:rPr>
                              <m:t>4</m:t>
                            </m:r>
                          </m:sup>
                        </m:sSubSup>
                      </m:oMath>
                    </m:oMathPara>
                  </a14:m>
                  <a:endParaRPr lang="en-US" sz="1100" b="0" dirty="0"/>
                </a:p>
                <a:p>
                  <a:endParaRPr lang="en-US" dirty="0"/>
                </a:p>
              </p:txBody>
            </p:sp>
          </mc:Choice>
          <mc:Fallback xmlns="">
            <p:sp>
              <p:nvSpPr>
                <p:cNvPr id="123" name="TextBox 122">
                  <a:extLst>
                    <a:ext uri="{FF2B5EF4-FFF2-40B4-BE49-F238E27FC236}">
                      <a16:creationId xmlns:a16="http://schemas.microsoft.com/office/drawing/2014/main" id="{8A7FB309-A8B5-477C-CA66-F5BFB83B19E6}"/>
                    </a:ext>
                  </a:extLst>
                </p:cNvPr>
                <p:cNvSpPr txBox="1">
                  <a:spLocks noRot="1" noChangeAspect="1" noMove="1" noResize="1" noEditPoints="1" noAdjustHandles="1" noChangeArrowheads="1" noChangeShapeType="1" noTextEdit="1"/>
                </p:cNvSpPr>
                <p:nvPr/>
              </p:nvSpPr>
              <p:spPr>
                <a:xfrm>
                  <a:off x="2054970" y="5561618"/>
                  <a:ext cx="347531" cy="448905"/>
                </a:xfrm>
                <a:prstGeom prst="rect">
                  <a:avLst/>
                </a:prstGeom>
                <a:blipFill>
                  <a:blip r:embed="rId10"/>
                  <a:stretch>
                    <a:fillRect/>
                  </a:stretch>
                </a:blipFill>
              </p:spPr>
              <p:txBody>
                <a:bodyPr/>
                <a:lstStyle/>
                <a:p>
                  <a:r>
                    <a:rPr lang="en-US">
                      <a:noFill/>
                    </a:rPr>
                    <a:t> </a:t>
                  </a:r>
                </a:p>
              </p:txBody>
            </p:sp>
          </mc:Fallback>
        </mc:AlternateContent>
        <p:sp>
          <p:nvSpPr>
            <p:cNvPr id="124" name="Left Bracket 123">
              <a:extLst>
                <a:ext uri="{FF2B5EF4-FFF2-40B4-BE49-F238E27FC236}">
                  <a16:creationId xmlns:a16="http://schemas.microsoft.com/office/drawing/2014/main" id="{4D534523-CED9-959A-EB23-95DC2F91D5B5}"/>
                </a:ext>
              </a:extLst>
            </p:cNvPr>
            <p:cNvSpPr/>
            <p:nvPr/>
          </p:nvSpPr>
          <p:spPr>
            <a:xfrm rot="10800000">
              <a:off x="2357743" y="4383545"/>
              <a:ext cx="51707" cy="1300274"/>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5" name="Left Bracket 124">
              <a:extLst>
                <a:ext uri="{FF2B5EF4-FFF2-40B4-BE49-F238E27FC236}">
                  <a16:creationId xmlns:a16="http://schemas.microsoft.com/office/drawing/2014/main" id="{B26E279F-9FC8-04D2-48B9-638749EB2FB1}"/>
                </a:ext>
              </a:extLst>
            </p:cNvPr>
            <p:cNvSpPr/>
            <p:nvPr/>
          </p:nvSpPr>
          <p:spPr>
            <a:xfrm>
              <a:off x="2027653" y="4383545"/>
              <a:ext cx="51707" cy="1300274"/>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41" name="Group 40">
            <a:extLst>
              <a:ext uri="{FF2B5EF4-FFF2-40B4-BE49-F238E27FC236}">
                <a16:creationId xmlns:a16="http://schemas.microsoft.com/office/drawing/2014/main" id="{690339D3-0EB0-75AF-9166-22FD21238D9B}"/>
              </a:ext>
            </a:extLst>
          </p:cNvPr>
          <p:cNvGrpSpPr/>
          <p:nvPr/>
        </p:nvGrpSpPr>
        <p:grpSpPr>
          <a:xfrm>
            <a:off x="8002809" y="3575822"/>
            <a:ext cx="301049" cy="1256897"/>
            <a:chOff x="2057320" y="4383545"/>
            <a:chExt cx="301049" cy="1256897"/>
          </a:xfrm>
        </p:grpSpPr>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E227D5D-8D70-E213-DD6F-F3AD2D5FB1E4}"/>
                    </a:ext>
                  </a:extLst>
                </p:cNvPr>
                <p:cNvSpPr txBox="1"/>
                <p:nvPr/>
              </p:nvSpPr>
              <p:spPr>
                <a:xfrm>
                  <a:off x="2102849" y="4745401"/>
                  <a:ext cx="220637" cy="1720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sz="1100" b="0" i="1" smtClean="0">
                                <a:latin typeface="Cambria Math" panose="02040503050406030204" pitchFamily="18" charset="0"/>
                              </a:rPr>
                              <m:t>1</m:t>
                            </m:r>
                          </m:sub>
                          <m:sup>
                            <m:r>
                              <a:rPr lang="en-US" sz="1100" b="0" i="1" smtClean="0">
                                <a:latin typeface="Cambria Math" panose="02040503050406030204" pitchFamily="18" charset="0"/>
                              </a:rPr>
                              <m:t>2</m:t>
                            </m:r>
                          </m:sup>
                        </m:sSubSup>
                      </m:oMath>
                    </m:oMathPara>
                  </a14:m>
                  <a:endParaRPr lang="en-US" sz="1100" b="0" dirty="0"/>
                </a:p>
              </p:txBody>
            </p:sp>
          </mc:Choice>
          <mc:Fallback xmlns="">
            <p:sp>
              <p:nvSpPr>
                <p:cNvPr id="58" name="TextBox 57">
                  <a:extLst>
                    <a:ext uri="{FF2B5EF4-FFF2-40B4-BE49-F238E27FC236}">
                      <a16:creationId xmlns:a16="http://schemas.microsoft.com/office/drawing/2014/main" id="{3E227D5D-8D70-E213-DD6F-F3AD2D5FB1E4}"/>
                    </a:ext>
                  </a:extLst>
                </p:cNvPr>
                <p:cNvSpPr txBox="1">
                  <a:spLocks noRot="1" noChangeAspect="1" noMove="1" noResize="1" noEditPoints="1" noAdjustHandles="1" noChangeArrowheads="1" noChangeShapeType="1" noTextEdit="1"/>
                </p:cNvSpPr>
                <p:nvPr/>
              </p:nvSpPr>
              <p:spPr>
                <a:xfrm>
                  <a:off x="2102849" y="4745401"/>
                  <a:ext cx="220637" cy="172098"/>
                </a:xfrm>
                <a:prstGeom prst="rect">
                  <a:avLst/>
                </a:prstGeom>
                <a:blipFill>
                  <a:blip r:embed="rId11"/>
                  <a:stretch>
                    <a:fillRect l="-16667" r="-5556" b="-2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A9AE6725-9AA2-256E-8327-B9B9F91B8F5B}"/>
                    </a:ext>
                  </a:extLst>
                </p:cNvPr>
                <p:cNvSpPr txBox="1"/>
                <p:nvPr/>
              </p:nvSpPr>
              <p:spPr>
                <a:xfrm>
                  <a:off x="2102849" y="4449305"/>
                  <a:ext cx="220637" cy="17171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sz="1100" b="0" i="1" smtClean="0">
                                <a:latin typeface="Cambria Math" panose="02040503050406030204" pitchFamily="18" charset="0"/>
                              </a:rPr>
                              <m:t>1</m:t>
                            </m:r>
                          </m:sub>
                          <m:sup>
                            <m:r>
                              <a:rPr lang="en-US" sz="1100" b="0" i="1" smtClean="0">
                                <a:latin typeface="Cambria Math" panose="02040503050406030204" pitchFamily="18" charset="0"/>
                              </a:rPr>
                              <m:t>1</m:t>
                            </m:r>
                          </m:sup>
                        </m:sSubSup>
                      </m:oMath>
                    </m:oMathPara>
                  </a14:m>
                  <a:endParaRPr lang="en-US" sz="1100" b="0" dirty="0"/>
                </a:p>
              </p:txBody>
            </p:sp>
          </mc:Choice>
          <mc:Fallback xmlns="">
            <p:sp>
              <p:nvSpPr>
                <p:cNvPr id="59" name="TextBox 58">
                  <a:extLst>
                    <a:ext uri="{FF2B5EF4-FFF2-40B4-BE49-F238E27FC236}">
                      <a16:creationId xmlns:a16="http://schemas.microsoft.com/office/drawing/2014/main" id="{A9AE6725-9AA2-256E-8327-B9B9F91B8F5B}"/>
                    </a:ext>
                  </a:extLst>
                </p:cNvPr>
                <p:cNvSpPr txBox="1">
                  <a:spLocks noRot="1" noChangeAspect="1" noMove="1" noResize="1" noEditPoints="1" noAdjustHandles="1" noChangeArrowheads="1" noChangeShapeType="1" noTextEdit="1"/>
                </p:cNvSpPr>
                <p:nvPr/>
              </p:nvSpPr>
              <p:spPr>
                <a:xfrm>
                  <a:off x="2102849" y="4449305"/>
                  <a:ext cx="220637" cy="171714"/>
                </a:xfrm>
                <a:prstGeom prst="rect">
                  <a:avLst/>
                </a:prstGeom>
                <a:blipFill>
                  <a:blip r:embed="rId12"/>
                  <a:stretch>
                    <a:fillRect l="-16667" r="-5556"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6C8B6400-76BD-2D78-A7AD-12D1F4BA0D35}"/>
                    </a:ext>
                  </a:extLst>
                </p:cNvPr>
                <p:cNvSpPr txBox="1"/>
                <p:nvPr/>
              </p:nvSpPr>
              <p:spPr>
                <a:xfrm>
                  <a:off x="2102849" y="5041881"/>
                  <a:ext cx="220637" cy="1729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sz="1100" b="0" i="1" smtClean="0">
                                <a:latin typeface="Cambria Math" panose="02040503050406030204" pitchFamily="18" charset="0"/>
                              </a:rPr>
                              <m:t>1</m:t>
                            </m:r>
                          </m:sub>
                          <m:sup>
                            <m:r>
                              <a:rPr lang="en-US" sz="1100" b="0" i="1" smtClean="0">
                                <a:latin typeface="Cambria Math" panose="02040503050406030204" pitchFamily="18" charset="0"/>
                              </a:rPr>
                              <m:t>3</m:t>
                            </m:r>
                          </m:sup>
                        </m:sSubSup>
                      </m:oMath>
                    </m:oMathPara>
                  </a14:m>
                  <a:endParaRPr lang="en-US" sz="1100" b="0" dirty="0"/>
                </a:p>
              </p:txBody>
            </p:sp>
          </mc:Choice>
          <mc:Fallback xmlns="">
            <p:sp>
              <p:nvSpPr>
                <p:cNvPr id="60" name="TextBox 59">
                  <a:extLst>
                    <a:ext uri="{FF2B5EF4-FFF2-40B4-BE49-F238E27FC236}">
                      <a16:creationId xmlns:a16="http://schemas.microsoft.com/office/drawing/2014/main" id="{6C8B6400-76BD-2D78-A7AD-12D1F4BA0D35}"/>
                    </a:ext>
                  </a:extLst>
                </p:cNvPr>
                <p:cNvSpPr txBox="1">
                  <a:spLocks noRot="1" noChangeAspect="1" noMove="1" noResize="1" noEditPoints="1" noAdjustHandles="1" noChangeArrowheads="1" noChangeShapeType="1" noTextEdit="1"/>
                </p:cNvSpPr>
                <p:nvPr/>
              </p:nvSpPr>
              <p:spPr>
                <a:xfrm>
                  <a:off x="2102849" y="5041881"/>
                  <a:ext cx="220637" cy="172932"/>
                </a:xfrm>
                <a:prstGeom prst="rect">
                  <a:avLst/>
                </a:prstGeom>
                <a:blipFill>
                  <a:blip r:embed="rId13"/>
                  <a:stretch>
                    <a:fillRect l="-16667" r="-11111"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EA0C485F-0C5E-0F0F-29BF-67A5B80CED95}"/>
                    </a:ext>
                  </a:extLst>
                </p:cNvPr>
                <p:cNvSpPr txBox="1"/>
                <p:nvPr/>
              </p:nvSpPr>
              <p:spPr>
                <a:xfrm>
                  <a:off x="2102849" y="5339195"/>
                  <a:ext cx="220637" cy="17139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sz="1100" b="0" i="1" smtClean="0">
                                <a:latin typeface="Cambria Math" panose="02040503050406030204" pitchFamily="18" charset="0"/>
                              </a:rPr>
                              <m:t>1</m:t>
                            </m:r>
                          </m:sub>
                          <m:sup>
                            <m:r>
                              <a:rPr lang="en-US" sz="1100" b="0" i="1" smtClean="0">
                                <a:latin typeface="Cambria Math" panose="02040503050406030204" pitchFamily="18" charset="0"/>
                              </a:rPr>
                              <m:t>4</m:t>
                            </m:r>
                          </m:sup>
                        </m:sSubSup>
                      </m:oMath>
                    </m:oMathPara>
                  </a14:m>
                  <a:endParaRPr lang="en-US" sz="1100" b="0" dirty="0"/>
                </a:p>
              </p:txBody>
            </p:sp>
          </mc:Choice>
          <mc:Fallback xmlns="">
            <p:sp>
              <p:nvSpPr>
                <p:cNvPr id="70" name="TextBox 69">
                  <a:extLst>
                    <a:ext uri="{FF2B5EF4-FFF2-40B4-BE49-F238E27FC236}">
                      <a16:creationId xmlns:a16="http://schemas.microsoft.com/office/drawing/2014/main" id="{EA0C485F-0C5E-0F0F-29BF-67A5B80CED95}"/>
                    </a:ext>
                  </a:extLst>
                </p:cNvPr>
                <p:cNvSpPr txBox="1">
                  <a:spLocks noRot="1" noChangeAspect="1" noMove="1" noResize="1" noEditPoints="1" noAdjustHandles="1" noChangeArrowheads="1" noChangeShapeType="1" noTextEdit="1"/>
                </p:cNvSpPr>
                <p:nvPr/>
              </p:nvSpPr>
              <p:spPr>
                <a:xfrm>
                  <a:off x="2102849" y="5339195"/>
                  <a:ext cx="220637" cy="171394"/>
                </a:xfrm>
                <a:prstGeom prst="rect">
                  <a:avLst/>
                </a:prstGeom>
                <a:blipFill>
                  <a:blip r:embed="rId14"/>
                  <a:stretch>
                    <a:fillRect l="-16667" r="-5556" b="-13333"/>
                  </a:stretch>
                </a:blipFill>
              </p:spPr>
              <p:txBody>
                <a:bodyPr/>
                <a:lstStyle/>
                <a:p>
                  <a:r>
                    <a:rPr lang="en-US">
                      <a:noFill/>
                    </a:rPr>
                    <a:t> </a:t>
                  </a:r>
                </a:p>
              </p:txBody>
            </p:sp>
          </mc:Fallback>
        </mc:AlternateContent>
        <p:sp>
          <p:nvSpPr>
            <p:cNvPr id="71" name="Left Bracket 70">
              <a:extLst>
                <a:ext uri="{FF2B5EF4-FFF2-40B4-BE49-F238E27FC236}">
                  <a16:creationId xmlns:a16="http://schemas.microsoft.com/office/drawing/2014/main" id="{9498B501-541A-A0B0-A9E6-5DB08A65412A}"/>
                </a:ext>
              </a:extLst>
            </p:cNvPr>
            <p:cNvSpPr/>
            <p:nvPr/>
          </p:nvSpPr>
          <p:spPr>
            <a:xfrm rot="10800000">
              <a:off x="2312650" y="4383545"/>
              <a:ext cx="45719" cy="1256897"/>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2" name="Left Bracket 71">
              <a:extLst>
                <a:ext uri="{FF2B5EF4-FFF2-40B4-BE49-F238E27FC236}">
                  <a16:creationId xmlns:a16="http://schemas.microsoft.com/office/drawing/2014/main" id="{856DCAB1-BF25-779E-5720-35E9368949FA}"/>
                </a:ext>
              </a:extLst>
            </p:cNvPr>
            <p:cNvSpPr/>
            <p:nvPr/>
          </p:nvSpPr>
          <p:spPr>
            <a:xfrm>
              <a:off x="2057320" y="4383545"/>
              <a:ext cx="45720" cy="1256890"/>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19" name="Group 18">
            <a:extLst>
              <a:ext uri="{FF2B5EF4-FFF2-40B4-BE49-F238E27FC236}">
                <a16:creationId xmlns:a16="http://schemas.microsoft.com/office/drawing/2014/main" id="{AF0E6EDA-172C-565B-8B66-2A14EF1E832A}"/>
              </a:ext>
            </a:extLst>
          </p:cNvPr>
          <p:cNvGrpSpPr/>
          <p:nvPr/>
        </p:nvGrpSpPr>
        <p:grpSpPr>
          <a:xfrm>
            <a:off x="4536524" y="1901815"/>
            <a:ext cx="396781" cy="1740321"/>
            <a:chOff x="5428256" y="1880159"/>
            <a:chExt cx="396781" cy="1740321"/>
          </a:xfrm>
        </p:grpSpPr>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7EA3701-CD70-D671-94BC-A8C1115EF4E1}"/>
                    </a:ext>
                  </a:extLst>
                </p:cNvPr>
                <p:cNvSpPr txBox="1"/>
                <p:nvPr/>
              </p:nvSpPr>
              <p:spPr>
                <a:xfrm>
                  <a:off x="5488633" y="2310268"/>
                  <a:ext cx="286745" cy="4490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𝑥</m:t>
                            </m:r>
                          </m:e>
                          <m:sub>
                            <m:r>
                              <a:rPr lang="en-US" sz="1100" b="0" i="1" smtClean="0">
                                <a:latin typeface="Cambria Math" panose="02040503050406030204" pitchFamily="18" charset="0"/>
                              </a:rPr>
                              <m:t>𝑡</m:t>
                            </m:r>
                            <m:r>
                              <a:rPr lang="en-US" sz="1100" b="0" i="1" smtClean="0">
                                <a:latin typeface="Cambria Math" panose="02040503050406030204" pitchFamily="18" charset="0"/>
                              </a:rPr>
                              <m:t>1</m:t>
                            </m:r>
                          </m:sub>
                          <m:sup>
                            <m:r>
                              <a:rPr lang="en-US" sz="1100" b="0" i="1" smtClean="0">
                                <a:latin typeface="Cambria Math" panose="02040503050406030204" pitchFamily="18" charset="0"/>
                              </a:rPr>
                              <m:t>2</m:t>
                            </m:r>
                          </m:sup>
                        </m:sSubSup>
                      </m:oMath>
                    </m:oMathPara>
                  </a14:m>
                  <a:endParaRPr lang="en-US" sz="1100" b="0" dirty="0"/>
                </a:p>
                <a:p>
                  <a:endParaRPr lang="en-US" dirty="0"/>
                </a:p>
              </p:txBody>
            </p:sp>
          </mc:Choice>
          <mc:Fallback xmlns="">
            <p:sp>
              <p:nvSpPr>
                <p:cNvPr id="6" name="TextBox 5">
                  <a:extLst>
                    <a:ext uri="{FF2B5EF4-FFF2-40B4-BE49-F238E27FC236}">
                      <a16:creationId xmlns:a16="http://schemas.microsoft.com/office/drawing/2014/main" id="{87EA3701-CD70-D671-94BC-A8C1115EF4E1}"/>
                    </a:ext>
                  </a:extLst>
                </p:cNvPr>
                <p:cNvSpPr txBox="1">
                  <a:spLocks noRot="1" noChangeAspect="1" noMove="1" noResize="1" noEditPoints="1" noAdjustHandles="1" noChangeArrowheads="1" noChangeShapeType="1" noTextEdit="1"/>
                </p:cNvSpPr>
                <p:nvPr/>
              </p:nvSpPr>
              <p:spPr>
                <a:xfrm>
                  <a:off x="5488633" y="2310268"/>
                  <a:ext cx="286745" cy="449097"/>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B386ADF-B694-AB05-A958-171819C1C2EC}"/>
                    </a:ext>
                  </a:extLst>
                </p:cNvPr>
                <p:cNvSpPr txBox="1"/>
                <p:nvPr/>
              </p:nvSpPr>
              <p:spPr>
                <a:xfrm>
                  <a:off x="5488633" y="1880159"/>
                  <a:ext cx="298800" cy="44871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𝑥</m:t>
                            </m:r>
                          </m:e>
                          <m:sub>
                            <m:r>
                              <a:rPr lang="en-US" sz="1100" b="0" i="1" smtClean="0">
                                <a:latin typeface="Cambria Math" panose="02040503050406030204" pitchFamily="18" charset="0"/>
                              </a:rPr>
                              <m:t>𝑡</m:t>
                            </m:r>
                            <m:r>
                              <a:rPr lang="en-US" sz="1100" b="0" i="1" smtClean="0">
                                <a:latin typeface="Cambria Math" panose="02040503050406030204" pitchFamily="18" charset="0"/>
                              </a:rPr>
                              <m:t>1</m:t>
                            </m:r>
                          </m:sub>
                          <m:sup>
                            <m:r>
                              <a:rPr lang="en-US" sz="1100" b="0" i="1" smtClean="0">
                                <a:latin typeface="Cambria Math" panose="02040503050406030204" pitchFamily="18" charset="0"/>
                              </a:rPr>
                              <m:t>1</m:t>
                            </m:r>
                          </m:sup>
                        </m:sSubSup>
                      </m:oMath>
                    </m:oMathPara>
                  </a14:m>
                  <a:endParaRPr lang="en-US" sz="1100" b="0" dirty="0"/>
                </a:p>
                <a:p>
                  <a:endParaRPr lang="en-US" dirty="0"/>
                </a:p>
              </p:txBody>
            </p:sp>
          </mc:Choice>
          <mc:Fallback xmlns="">
            <p:sp>
              <p:nvSpPr>
                <p:cNvPr id="7" name="TextBox 6">
                  <a:extLst>
                    <a:ext uri="{FF2B5EF4-FFF2-40B4-BE49-F238E27FC236}">
                      <a16:creationId xmlns:a16="http://schemas.microsoft.com/office/drawing/2014/main" id="{3B386ADF-B694-AB05-A958-171819C1C2EC}"/>
                    </a:ext>
                  </a:extLst>
                </p:cNvPr>
                <p:cNvSpPr txBox="1">
                  <a:spLocks noRot="1" noChangeAspect="1" noMove="1" noResize="1" noEditPoints="1" noAdjustHandles="1" noChangeArrowheads="1" noChangeShapeType="1" noTextEdit="1"/>
                </p:cNvSpPr>
                <p:nvPr/>
              </p:nvSpPr>
              <p:spPr>
                <a:xfrm>
                  <a:off x="5488633" y="1880159"/>
                  <a:ext cx="298800" cy="448713"/>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EB9D559-5F30-8FF4-78B9-CEC6FC7DBDB5}"/>
                    </a:ext>
                  </a:extLst>
                </p:cNvPr>
                <p:cNvSpPr txBox="1"/>
                <p:nvPr/>
              </p:nvSpPr>
              <p:spPr>
                <a:xfrm>
                  <a:off x="5477135" y="2740761"/>
                  <a:ext cx="287579" cy="4499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𝑥</m:t>
                            </m:r>
                          </m:e>
                          <m:sub>
                            <m:r>
                              <a:rPr lang="en-US" sz="1100" b="0" i="1" smtClean="0">
                                <a:latin typeface="Cambria Math" panose="02040503050406030204" pitchFamily="18" charset="0"/>
                              </a:rPr>
                              <m:t>𝑡</m:t>
                            </m:r>
                            <m:r>
                              <a:rPr lang="en-US" sz="1100" b="0" i="1" smtClean="0">
                                <a:latin typeface="Cambria Math" panose="02040503050406030204" pitchFamily="18" charset="0"/>
                              </a:rPr>
                              <m:t>1</m:t>
                            </m:r>
                          </m:sub>
                          <m:sup>
                            <m:r>
                              <a:rPr lang="en-US" sz="1100" b="0" i="1" smtClean="0">
                                <a:latin typeface="Cambria Math" panose="02040503050406030204" pitchFamily="18" charset="0"/>
                              </a:rPr>
                              <m:t>3</m:t>
                            </m:r>
                          </m:sup>
                        </m:sSubSup>
                      </m:oMath>
                    </m:oMathPara>
                  </a14:m>
                  <a:endParaRPr lang="en-US" sz="1100" b="0" dirty="0"/>
                </a:p>
                <a:p>
                  <a:endParaRPr lang="en-US" dirty="0"/>
                </a:p>
              </p:txBody>
            </p:sp>
          </mc:Choice>
          <mc:Fallback xmlns="">
            <p:sp>
              <p:nvSpPr>
                <p:cNvPr id="9" name="TextBox 8">
                  <a:extLst>
                    <a:ext uri="{FF2B5EF4-FFF2-40B4-BE49-F238E27FC236}">
                      <a16:creationId xmlns:a16="http://schemas.microsoft.com/office/drawing/2014/main" id="{EEB9D559-5F30-8FF4-78B9-CEC6FC7DBDB5}"/>
                    </a:ext>
                  </a:extLst>
                </p:cNvPr>
                <p:cNvSpPr txBox="1">
                  <a:spLocks noRot="1" noChangeAspect="1" noMove="1" noResize="1" noEditPoints="1" noAdjustHandles="1" noChangeArrowheads="1" noChangeShapeType="1" noTextEdit="1"/>
                </p:cNvSpPr>
                <p:nvPr/>
              </p:nvSpPr>
              <p:spPr>
                <a:xfrm>
                  <a:off x="5477135" y="2740761"/>
                  <a:ext cx="287579" cy="449931"/>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A79A20A-8C4C-4CDB-EACF-957CCBC3D4B2}"/>
                    </a:ext>
                  </a:extLst>
                </p:cNvPr>
                <p:cNvSpPr txBox="1"/>
                <p:nvPr/>
              </p:nvSpPr>
              <p:spPr>
                <a:xfrm>
                  <a:off x="5480063" y="3172088"/>
                  <a:ext cx="287579" cy="4483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𝑥</m:t>
                            </m:r>
                          </m:e>
                          <m:sub>
                            <m:r>
                              <a:rPr lang="en-US" sz="1100" b="0" i="1" smtClean="0">
                                <a:latin typeface="Cambria Math" panose="02040503050406030204" pitchFamily="18" charset="0"/>
                              </a:rPr>
                              <m:t>𝑡</m:t>
                            </m:r>
                            <m:r>
                              <a:rPr lang="en-US" sz="1100" b="0" i="1" smtClean="0">
                                <a:latin typeface="Cambria Math" panose="02040503050406030204" pitchFamily="18" charset="0"/>
                              </a:rPr>
                              <m:t>1</m:t>
                            </m:r>
                          </m:sub>
                          <m:sup>
                            <m:r>
                              <a:rPr lang="en-US" sz="1100" b="0" i="1" smtClean="0">
                                <a:latin typeface="Cambria Math" panose="02040503050406030204" pitchFamily="18" charset="0"/>
                              </a:rPr>
                              <m:t>4</m:t>
                            </m:r>
                          </m:sup>
                        </m:sSubSup>
                      </m:oMath>
                    </m:oMathPara>
                  </a14:m>
                  <a:endParaRPr lang="en-US" sz="1100" b="0" dirty="0"/>
                </a:p>
                <a:p>
                  <a:endParaRPr lang="en-US" dirty="0"/>
                </a:p>
              </p:txBody>
            </p:sp>
          </mc:Choice>
          <mc:Fallback xmlns="">
            <p:sp>
              <p:nvSpPr>
                <p:cNvPr id="10" name="TextBox 9">
                  <a:extLst>
                    <a:ext uri="{FF2B5EF4-FFF2-40B4-BE49-F238E27FC236}">
                      <a16:creationId xmlns:a16="http://schemas.microsoft.com/office/drawing/2014/main" id="{3A79A20A-8C4C-4CDB-EACF-957CCBC3D4B2}"/>
                    </a:ext>
                  </a:extLst>
                </p:cNvPr>
                <p:cNvSpPr txBox="1">
                  <a:spLocks noRot="1" noChangeAspect="1" noMove="1" noResize="1" noEditPoints="1" noAdjustHandles="1" noChangeArrowheads="1" noChangeShapeType="1" noTextEdit="1"/>
                </p:cNvSpPr>
                <p:nvPr/>
              </p:nvSpPr>
              <p:spPr>
                <a:xfrm>
                  <a:off x="5480063" y="3172088"/>
                  <a:ext cx="287579" cy="448392"/>
                </a:xfrm>
                <a:prstGeom prst="rect">
                  <a:avLst/>
                </a:prstGeom>
                <a:blipFill>
                  <a:blip r:embed="rId18"/>
                  <a:stretch>
                    <a:fillRect/>
                  </a:stretch>
                </a:blipFill>
              </p:spPr>
              <p:txBody>
                <a:bodyPr/>
                <a:lstStyle/>
                <a:p>
                  <a:r>
                    <a:rPr lang="en-US">
                      <a:noFill/>
                    </a:rPr>
                    <a:t> </a:t>
                  </a:r>
                </a:p>
              </p:txBody>
            </p:sp>
          </mc:Fallback>
        </mc:AlternateContent>
        <p:sp>
          <p:nvSpPr>
            <p:cNvPr id="13" name="Left Bracket 12">
              <a:extLst>
                <a:ext uri="{FF2B5EF4-FFF2-40B4-BE49-F238E27FC236}">
                  <a16:creationId xmlns:a16="http://schemas.microsoft.com/office/drawing/2014/main" id="{EF552483-E9F9-0CCD-ACBF-9D971CF1B727}"/>
                </a:ext>
              </a:extLst>
            </p:cNvPr>
            <p:cNvSpPr/>
            <p:nvPr/>
          </p:nvSpPr>
          <p:spPr>
            <a:xfrm>
              <a:off x="5428256" y="1994015"/>
              <a:ext cx="51707" cy="1300274"/>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Left Bracket 16">
              <a:extLst>
                <a:ext uri="{FF2B5EF4-FFF2-40B4-BE49-F238E27FC236}">
                  <a16:creationId xmlns:a16="http://schemas.microsoft.com/office/drawing/2014/main" id="{033FD714-5C3B-EEC0-018F-409AECBE30BE}"/>
                </a:ext>
              </a:extLst>
            </p:cNvPr>
            <p:cNvSpPr/>
            <p:nvPr/>
          </p:nvSpPr>
          <p:spPr>
            <a:xfrm rot="10800000">
              <a:off x="5773330" y="1988146"/>
              <a:ext cx="51707" cy="1300274"/>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18" name="TextBox 17">
            <a:extLst>
              <a:ext uri="{FF2B5EF4-FFF2-40B4-BE49-F238E27FC236}">
                <a16:creationId xmlns:a16="http://schemas.microsoft.com/office/drawing/2014/main" id="{9C0940D5-1FB2-8FD4-A99E-9813D42D125D}"/>
              </a:ext>
            </a:extLst>
          </p:cNvPr>
          <p:cNvSpPr txBox="1"/>
          <p:nvPr/>
        </p:nvSpPr>
        <p:spPr>
          <a:xfrm>
            <a:off x="5990602" y="3631963"/>
            <a:ext cx="184731" cy="369332"/>
          </a:xfrm>
          <a:prstGeom prst="rect">
            <a:avLst/>
          </a:prstGeom>
          <a:noFill/>
        </p:spPr>
        <p:txBody>
          <a:bodyPr wrap="none" rtlCol="0">
            <a:spAutoFit/>
          </a:bodyPr>
          <a:lstStyle/>
          <a:p>
            <a:endParaRPr lang="en-US" dirty="0"/>
          </a:p>
        </p:txBody>
      </p:sp>
      <p:sp>
        <p:nvSpPr>
          <p:cNvPr id="32" name="TextBox 31">
            <a:extLst>
              <a:ext uri="{FF2B5EF4-FFF2-40B4-BE49-F238E27FC236}">
                <a16:creationId xmlns:a16="http://schemas.microsoft.com/office/drawing/2014/main" id="{1703EFE9-0F8C-3531-FB17-AA04343A418B}"/>
              </a:ext>
            </a:extLst>
          </p:cNvPr>
          <p:cNvSpPr txBox="1"/>
          <p:nvPr/>
        </p:nvSpPr>
        <p:spPr>
          <a:xfrm>
            <a:off x="7190611" y="1538312"/>
            <a:ext cx="3715265" cy="923330"/>
          </a:xfrm>
          <a:prstGeom prst="rect">
            <a:avLst/>
          </a:prstGeom>
          <a:noFill/>
        </p:spPr>
        <p:txBody>
          <a:bodyPr wrap="square" rtlCol="0">
            <a:spAutoFit/>
          </a:bodyPr>
          <a:lstStyle/>
          <a:p>
            <a:r>
              <a:rPr lang="en-US" dirty="0"/>
              <a:t>The initial hidden state (h₀) is the </a:t>
            </a:r>
            <a:r>
              <a:rPr lang="en-US" b="1" dirty="0"/>
              <a:t>starting point </a:t>
            </a:r>
            <a:r>
              <a:rPr lang="en-US" dirty="0"/>
              <a:t>for the hidden states in an RNN. </a:t>
            </a:r>
          </a:p>
        </p:txBody>
      </p:sp>
      <p:grpSp>
        <p:nvGrpSpPr>
          <p:cNvPr id="37" name="Group 36">
            <a:extLst>
              <a:ext uri="{FF2B5EF4-FFF2-40B4-BE49-F238E27FC236}">
                <a16:creationId xmlns:a16="http://schemas.microsoft.com/office/drawing/2014/main" id="{0600F08E-5444-64F8-A00F-DB43B066B1B2}"/>
              </a:ext>
            </a:extLst>
          </p:cNvPr>
          <p:cNvGrpSpPr/>
          <p:nvPr/>
        </p:nvGrpSpPr>
        <p:grpSpPr>
          <a:xfrm>
            <a:off x="7672083" y="3768192"/>
            <a:ext cx="301059" cy="863048"/>
            <a:chOff x="7672083" y="3768192"/>
            <a:chExt cx="301059" cy="863048"/>
          </a:xfrm>
        </p:grpSpPr>
        <p:cxnSp>
          <p:nvCxnSpPr>
            <p:cNvPr id="11" name="Straight Arrow Connector 10">
              <a:extLst>
                <a:ext uri="{FF2B5EF4-FFF2-40B4-BE49-F238E27FC236}">
                  <a16:creationId xmlns:a16="http://schemas.microsoft.com/office/drawing/2014/main" id="{F13B066A-A7ED-FEC3-1102-BA44A4410D07}"/>
                </a:ext>
              </a:extLst>
            </p:cNvPr>
            <p:cNvCxnSpPr>
              <a:cxnSpLocks/>
              <a:stCxn id="104" idx="6"/>
            </p:cNvCxnSpPr>
            <p:nvPr/>
          </p:nvCxnSpPr>
          <p:spPr>
            <a:xfrm>
              <a:off x="7677053" y="3768192"/>
              <a:ext cx="2960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87A5733-58C0-AE58-6C08-54BB2E2241CE}"/>
                </a:ext>
              </a:extLst>
            </p:cNvPr>
            <p:cNvCxnSpPr>
              <a:cxnSpLocks/>
            </p:cNvCxnSpPr>
            <p:nvPr/>
          </p:nvCxnSpPr>
          <p:spPr>
            <a:xfrm>
              <a:off x="7672083" y="4067482"/>
              <a:ext cx="2960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9B0DA339-2730-0953-D1ED-77D9A8DCBDA6}"/>
                </a:ext>
              </a:extLst>
            </p:cNvPr>
            <p:cNvCxnSpPr>
              <a:cxnSpLocks/>
            </p:cNvCxnSpPr>
            <p:nvPr/>
          </p:nvCxnSpPr>
          <p:spPr>
            <a:xfrm>
              <a:off x="7672083" y="4351276"/>
              <a:ext cx="2960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88E1582-3BD9-5A51-5ED3-6074C6AA57CB}"/>
                </a:ext>
              </a:extLst>
            </p:cNvPr>
            <p:cNvCxnSpPr>
              <a:cxnSpLocks/>
            </p:cNvCxnSpPr>
            <p:nvPr/>
          </p:nvCxnSpPr>
          <p:spPr>
            <a:xfrm>
              <a:off x="7672083" y="4631240"/>
              <a:ext cx="2960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3BCA2D89-B4E5-E38E-CBD9-07DDD4A15A96}"/>
                  </a:ext>
                </a:extLst>
              </p:cNvPr>
              <p:cNvSpPr txBox="1"/>
              <p:nvPr/>
            </p:nvSpPr>
            <p:spPr>
              <a:xfrm>
                <a:off x="4559029" y="3687010"/>
                <a:ext cx="416011"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1</m:t>
                          </m:r>
                        </m:sub>
                      </m:sSub>
                    </m:oMath>
                  </m:oMathPara>
                </a14:m>
                <a:endParaRPr lang="en-US" altLang="zh-CN" dirty="0"/>
              </a:p>
            </p:txBody>
          </p:sp>
        </mc:Choice>
        <mc:Fallback xmlns="">
          <p:sp>
            <p:nvSpPr>
              <p:cNvPr id="28" name="TextBox 27">
                <a:extLst>
                  <a:ext uri="{FF2B5EF4-FFF2-40B4-BE49-F238E27FC236}">
                    <a16:creationId xmlns:a16="http://schemas.microsoft.com/office/drawing/2014/main" id="{3BCA2D89-B4E5-E38E-CBD9-07DDD4A15A96}"/>
                  </a:ext>
                </a:extLst>
              </p:cNvPr>
              <p:cNvSpPr txBox="1">
                <a:spLocks noRot="1" noChangeAspect="1" noMove="1" noResize="1" noEditPoints="1" noAdjustHandles="1" noChangeArrowheads="1" noChangeShapeType="1" noTextEdit="1"/>
              </p:cNvSpPr>
              <p:nvPr/>
            </p:nvSpPr>
            <p:spPr>
              <a:xfrm>
                <a:off x="4559029" y="3687010"/>
                <a:ext cx="416011" cy="338554"/>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C7D2A44F-073D-0270-1556-ED9DBF91C440}"/>
                  </a:ext>
                </a:extLst>
              </p:cNvPr>
              <p:cNvSpPr txBox="1"/>
              <p:nvPr/>
            </p:nvSpPr>
            <p:spPr>
              <a:xfrm>
                <a:off x="3933360" y="3687010"/>
                <a:ext cx="40498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2</m:t>
                          </m:r>
                        </m:sub>
                      </m:sSub>
                    </m:oMath>
                  </m:oMathPara>
                </a14:m>
                <a:endParaRPr lang="en-US" altLang="zh-CN" dirty="0"/>
              </a:p>
            </p:txBody>
          </p:sp>
        </mc:Choice>
        <mc:Fallback xmlns="">
          <p:sp>
            <p:nvSpPr>
              <p:cNvPr id="29" name="TextBox 28">
                <a:extLst>
                  <a:ext uri="{FF2B5EF4-FFF2-40B4-BE49-F238E27FC236}">
                    <a16:creationId xmlns:a16="http://schemas.microsoft.com/office/drawing/2014/main" id="{C7D2A44F-073D-0270-1556-ED9DBF91C440}"/>
                  </a:ext>
                </a:extLst>
              </p:cNvPr>
              <p:cNvSpPr txBox="1">
                <a:spLocks noRot="1" noChangeAspect="1" noMove="1" noResize="1" noEditPoints="1" noAdjustHandles="1" noChangeArrowheads="1" noChangeShapeType="1" noTextEdit="1"/>
              </p:cNvSpPr>
              <p:nvPr/>
            </p:nvSpPr>
            <p:spPr>
              <a:xfrm>
                <a:off x="3933360" y="3687010"/>
                <a:ext cx="404983" cy="338554"/>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84EF7840-335F-6624-D02E-493FBE770AD6}"/>
                  </a:ext>
                </a:extLst>
              </p:cNvPr>
              <p:cNvSpPr txBox="1"/>
              <p:nvPr/>
            </p:nvSpPr>
            <p:spPr>
              <a:xfrm>
                <a:off x="3307688" y="3687010"/>
                <a:ext cx="40498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3</m:t>
                          </m:r>
                        </m:sub>
                      </m:sSub>
                    </m:oMath>
                  </m:oMathPara>
                </a14:m>
                <a:endParaRPr lang="en-US" altLang="zh-CN" dirty="0"/>
              </a:p>
            </p:txBody>
          </p:sp>
        </mc:Choice>
        <mc:Fallback xmlns="">
          <p:sp>
            <p:nvSpPr>
              <p:cNvPr id="30" name="TextBox 29">
                <a:extLst>
                  <a:ext uri="{FF2B5EF4-FFF2-40B4-BE49-F238E27FC236}">
                    <a16:creationId xmlns:a16="http://schemas.microsoft.com/office/drawing/2014/main" id="{84EF7840-335F-6624-D02E-493FBE770AD6}"/>
                  </a:ext>
                </a:extLst>
              </p:cNvPr>
              <p:cNvSpPr txBox="1">
                <a:spLocks noRot="1" noChangeAspect="1" noMove="1" noResize="1" noEditPoints="1" noAdjustHandles="1" noChangeArrowheads="1" noChangeShapeType="1" noTextEdit="1"/>
              </p:cNvSpPr>
              <p:nvPr/>
            </p:nvSpPr>
            <p:spPr>
              <a:xfrm>
                <a:off x="3307688" y="3687010"/>
                <a:ext cx="404983" cy="338554"/>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92DE2552-D6B2-D147-A347-C5C29C20C5A4}"/>
                  </a:ext>
                </a:extLst>
              </p:cNvPr>
              <p:cNvSpPr txBox="1"/>
              <p:nvPr/>
            </p:nvSpPr>
            <p:spPr>
              <a:xfrm>
                <a:off x="2670988" y="3687010"/>
                <a:ext cx="416011"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4</m:t>
                          </m:r>
                        </m:sub>
                      </m:sSub>
                    </m:oMath>
                  </m:oMathPara>
                </a14:m>
                <a:endParaRPr lang="en-US" altLang="zh-CN" dirty="0"/>
              </a:p>
            </p:txBody>
          </p:sp>
        </mc:Choice>
        <mc:Fallback xmlns="">
          <p:sp>
            <p:nvSpPr>
              <p:cNvPr id="31" name="TextBox 30">
                <a:extLst>
                  <a:ext uri="{FF2B5EF4-FFF2-40B4-BE49-F238E27FC236}">
                    <a16:creationId xmlns:a16="http://schemas.microsoft.com/office/drawing/2014/main" id="{92DE2552-D6B2-D147-A347-C5C29C20C5A4}"/>
                  </a:ext>
                </a:extLst>
              </p:cNvPr>
              <p:cNvSpPr txBox="1">
                <a:spLocks noRot="1" noChangeAspect="1" noMove="1" noResize="1" noEditPoints="1" noAdjustHandles="1" noChangeArrowheads="1" noChangeShapeType="1" noTextEdit="1"/>
              </p:cNvSpPr>
              <p:nvPr/>
            </p:nvSpPr>
            <p:spPr>
              <a:xfrm>
                <a:off x="2670988" y="3687010"/>
                <a:ext cx="416011" cy="338554"/>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41BBB26D-D86E-A646-C0A9-1B09A918270B}"/>
                  </a:ext>
                </a:extLst>
              </p:cNvPr>
              <p:cNvSpPr txBox="1"/>
              <p:nvPr/>
            </p:nvSpPr>
            <p:spPr>
              <a:xfrm>
                <a:off x="2045316" y="3687010"/>
                <a:ext cx="40498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5</m:t>
                          </m:r>
                        </m:sub>
                      </m:sSub>
                    </m:oMath>
                  </m:oMathPara>
                </a14:m>
                <a:endParaRPr lang="en-US" altLang="zh-CN" dirty="0"/>
              </a:p>
            </p:txBody>
          </p:sp>
        </mc:Choice>
        <mc:Fallback xmlns="">
          <p:sp>
            <p:nvSpPr>
              <p:cNvPr id="33" name="TextBox 32">
                <a:extLst>
                  <a:ext uri="{FF2B5EF4-FFF2-40B4-BE49-F238E27FC236}">
                    <a16:creationId xmlns:a16="http://schemas.microsoft.com/office/drawing/2014/main" id="{41BBB26D-D86E-A646-C0A9-1B09A918270B}"/>
                  </a:ext>
                </a:extLst>
              </p:cNvPr>
              <p:cNvSpPr txBox="1">
                <a:spLocks noRot="1" noChangeAspect="1" noMove="1" noResize="1" noEditPoints="1" noAdjustHandles="1" noChangeArrowheads="1" noChangeShapeType="1" noTextEdit="1"/>
              </p:cNvSpPr>
              <p:nvPr/>
            </p:nvSpPr>
            <p:spPr>
              <a:xfrm>
                <a:off x="2045316" y="3687010"/>
                <a:ext cx="404983" cy="338554"/>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222337AF-6E8D-7480-1B5F-633F571961E1}"/>
                  </a:ext>
                </a:extLst>
              </p:cNvPr>
              <p:cNvSpPr txBox="1"/>
              <p:nvPr/>
            </p:nvSpPr>
            <p:spPr>
              <a:xfrm>
                <a:off x="1419644" y="3687010"/>
                <a:ext cx="40498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6</m:t>
                          </m:r>
                        </m:sub>
                      </m:sSub>
                    </m:oMath>
                  </m:oMathPara>
                </a14:m>
                <a:endParaRPr lang="en-US" altLang="zh-CN" dirty="0"/>
              </a:p>
            </p:txBody>
          </p:sp>
        </mc:Choice>
        <mc:Fallback xmlns="">
          <p:sp>
            <p:nvSpPr>
              <p:cNvPr id="34" name="TextBox 33">
                <a:extLst>
                  <a:ext uri="{FF2B5EF4-FFF2-40B4-BE49-F238E27FC236}">
                    <a16:creationId xmlns:a16="http://schemas.microsoft.com/office/drawing/2014/main" id="{222337AF-6E8D-7480-1B5F-633F571961E1}"/>
                  </a:ext>
                </a:extLst>
              </p:cNvPr>
              <p:cNvSpPr txBox="1">
                <a:spLocks noRot="1" noChangeAspect="1" noMove="1" noResize="1" noEditPoints="1" noAdjustHandles="1" noChangeArrowheads="1" noChangeShapeType="1" noTextEdit="1"/>
              </p:cNvSpPr>
              <p:nvPr/>
            </p:nvSpPr>
            <p:spPr>
              <a:xfrm>
                <a:off x="1419644" y="3687010"/>
                <a:ext cx="404983" cy="338554"/>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97CB420E-4BE5-897D-4376-E1C358DCFA2A}"/>
                  </a:ext>
                </a:extLst>
              </p:cNvPr>
              <p:cNvSpPr txBox="1"/>
              <p:nvPr/>
            </p:nvSpPr>
            <p:spPr>
              <a:xfrm>
                <a:off x="793972" y="3687010"/>
                <a:ext cx="40498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7</m:t>
                          </m:r>
                        </m:sub>
                      </m:sSub>
                    </m:oMath>
                  </m:oMathPara>
                </a14:m>
                <a:endParaRPr lang="en-US" altLang="zh-CN" dirty="0"/>
              </a:p>
            </p:txBody>
          </p:sp>
        </mc:Choice>
        <mc:Fallback xmlns="">
          <p:sp>
            <p:nvSpPr>
              <p:cNvPr id="35" name="TextBox 34">
                <a:extLst>
                  <a:ext uri="{FF2B5EF4-FFF2-40B4-BE49-F238E27FC236}">
                    <a16:creationId xmlns:a16="http://schemas.microsoft.com/office/drawing/2014/main" id="{97CB420E-4BE5-897D-4376-E1C358DCFA2A}"/>
                  </a:ext>
                </a:extLst>
              </p:cNvPr>
              <p:cNvSpPr txBox="1">
                <a:spLocks noRot="1" noChangeAspect="1" noMove="1" noResize="1" noEditPoints="1" noAdjustHandles="1" noChangeArrowheads="1" noChangeShapeType="1" noTextEdit="1"/>
              </p:cNvSpPr>
              <p:nvPr/>
            </p:nvSpPr>
            <p:spPr>
              <a:xfrm>
                <a:off x="793972" y="3687010"/>
                <a:ext cx="404983" cy="338554"/>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F3ABB1AC-35DA-E053-0296-DC8272DDAB14}"/>
                  </a:ext>
                </a:extLst>
              </p:cNvPr>
              <p:cNvSpPr txBox="1"/>
              <p:nvPr/>
            </p:nvSpPr>
            <p:spPr>
              <a:xfrm>
                <a:off x="179875" y="3687010"/>
                <a:ext cx="40498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8</m:t>
                          </m:r>
                        </m:sub>
                      </m:sSub>
                    </m:oMath>
                  </m:oMathPara>
                </a14:m>
                <a:endParaRPr lang="en-US" altLang="zh-CN" dirty="0"/>
              </a:p>
            </p:txBody>
          </p:sp>
        </mc:Choice>
        <mc:Fallback xmlns="">
          <p:sp>
            <p:nvSpPr>
              <p:cNvPr id="36" name="TextBox 35">
                <a:extLst>
                  <a:ext uri="{FF2B5EF4-FFF2-40B4-BE49-F238E27FC236}">
                    <a16:creationId xmlns:a16="http://schemas.microsoft.com/office/drawing/2014/main" id="{F3ABB1AC-35DA-E053-0296-DC8272DDAB14}"/>
                  </a:ext>
                </a:extLst>
              </p:cNvPr>
              <p:cNvSpPr txBox="1">
                <a:spLocks noRot="1" noChangeAspect="1" noMove="1" noResize="1" noEditPoints="1" noAdjustHandles="1" noChangeArrowheads="1" noChangeShapeType="1" noTextEdit="1"/>
              </p:cNvSpPr>
              <p:nvPr/>
            </p:nvSpPr>
            <p:spPr>
              <a:xfrm>
                <a:off x="179875" y="3687010"/>
                <a:ext cx="404983" cy="338554"/>
              </a:xfrm>
              <a:prstGeom prst="rect">
                <a:avLst/>
              </a:prstGeom>
              <a:blipFill>
                <a:blip r:embed="rId2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570417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nodeType="clickEffect">
                                  <p:stCondLst>
                                    <p:cond delay="0"/>
                                  </p:stCondLst>
                                  <p:childTnLst>
                                    <p:animMotion origin="layout" path="M -1.45833E-6 3.33333E-6 L 0.1444 0.38958 " pathEditMode="relative" rAng="0" ptsTypes="AA">
                                      <p:cBhvr>
                                        <p:cTn id="10" dur="500" fill="hold"/>
                                        <p:tgtEl>
                                          <p:spTgt spid="19"/>
                                        </p:tgtEl>
                                        <p:attrNameLst>
                                          <p:attrName>ppt_x</p:attrName>
                                          <p:attrName>ppt_y</p:attrName>
                                        </p:attrNameLst>
                                      </p:cBhvr>
                                      <p:rCtr x="7214" y="19468"/>
                                    </p:animMotion>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3" grpId="0" animBg="1"/>
      <p:bldP spid="116" grpId="0" animBg="1"/>
      <p:bldP spid="3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16AA103E-A368-6C91-0ED5-820FD56EAEB7}"/>
                  </a:ext>
                </a:extLst>
              </p:cNvPr>
              <p:cNvSpPr>
                <a:spLocks noGrp="1"/>
              </p:cNvSpPr>
              <p:nvPr>
                <p:ph type="title"/>
              </p:nvPr>
            </p:nvSpPr>
            <p:spPr/>
            <p:txBody>
              <a:bodyPr/>
              <a:lstStyle/>
              <a:p>
                <a:r>
                  <a:rPr lang="en-US" dirty="0"/>
                  <a:t>Step 1:</a:t>
                </a:r>
                <a:r>
                  <a:rPr lang="zh-CN" altLang="en-US" dirty="0"/>
                  <a:t> </a:t>
                </a:r>
                <a:r>
                  <a:rPr lang="en-US" altLang="zh-CN" dirty="0"/>
                  <a:t>Update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h</m:t>
                        </m:r>
                      </m:e>
                      <m:sub>
                        <m:r>
                          <a:rPr lang="en-US" altLang="zh-CN" b="0" i="1" smtClean="0">
                            <a:latin typeface="Cambria Math" panose="02040503050406030204" pitchFamily="18" charset="0"/>
                          </a:rPr>
                          <m:t>𝑡</m:t>
                        </m:r>
                        <m:r>
                          <a:rPr lang="en-US" altLang="zh-CN" b="0" i="1" smtClean="0">
                            <a:latin typeface="Cambria Math" panose="02040503050406030204" pitchFamily="18" charset="0"/>
                          </a:rPr>
                          <m:t>0</m:t>
                        </m:r>
                      </m:sub>
                    </m:sSub>
                  </m:oMath>
                </a14:m>
                <a:r>
                  <a:rPr lang="en-US" b="1" dirty="0"/>
                  <a:t> to </a:t>
                </a:r>
                <a14:m>
                  <m:oMath xmlns:m="http://schemas.openxmlformats.org/officeDocument/2006/math">
                    <m:sSub>
                      <m:sSubPr>
                        <m:ctrlPr>
                          <a:rPr lang="en-US" altLang="zh-CN" b="0" i="1">
                            <a:latin typeface="Cambria Math" panose="02040503050406030204" pitchFamily="18" charset="0"/>
                          </a:rPr>
                        </m:ctrlPr>
                      </m:sSubPr>
                      <m:e>
                        <m:r>
                          <a:rPr lang="en-US" altLang="zh-CN" b="0" i="1">
                            <a:latin typeface="Cambria Math" panose="02040503050406030204" pitchFamily="18" charset="0"/>
                          </a:rPr>
                          <m:t>h</m:t>
                        </m:r>
                      </m:e>
                      <m:sub>
                        <m:r>
                          <a:rPr lang="en-US" altLang="zh-CN" b="0" i="1">
                            <a:latin typeface="Cambria Math" panose="02040503050406030204" pitchFamily="18" charset="0"/>
                          </a:rPr>
                          <m:t>𝑡</m:t>
                        </m:r>
                        <m:r>
                          <a:rPr lang="en-US" altLang="zh-CN" b="0" i="1" smtClean="0">
                            <a:latin typeface="Cambria Math" panose="02040503050406030204" pitchFamily="18" charset="0"/>
                          </a:rPr>
                          <m:t>1</m:t>
                        </m:r>
                      </m:sub>
                    </m:sSub>
                  </m:oMath>
                </a14:m>
                <a:r>
                  <a:rPr lang="en-US" dirty="0"/>
                  <a:t> </a:t>
                </a:r>
              </a:p>
            </p:txBody>
          </p:sp>
        </mc:Choice>
        <mc:Fallback xmlns="">
          <p:sp>
            <p:nvSpPr>
              <p:cNvPr id="2" name="Title 1">
                <a:extLst>
                  <a:ext uri="{FF2B5EF4-FFF2-40B4-BE49-F238E27FC236}">
                    <a16:creationId xmlns:a16="http://schemas.microsoft.com/office/drawing/2014/main" id="{16AA103E-A368-6C91-0ED5-820FD56EAEB7}"/>
                  </a:ext>
                </a:extLst>
              </p:cNvPr>
              <p:cNvSpPr>
                <a:spLocks noGrp="1" noRot="1" noChangeAspect="1" noMove="1" noResize="1" noEditPoints="1" noAdjustHandles="1" noChangeArrowheads="1" noChangeShapeType="1" noTextEdit="1"/>
              </p:cNvSpPr>
              <p:nvPr>
                <p:ph type="title"/>
              </p:nvPr>
            </p:nvSpPr>
            <p:spPr>
              <a:blipFill>
                <a:blip r:embed="rId3"/>
                <a:stretch>
                  <a:fillRect l="-1938" t="-5882" b="-1911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4B1F9F87-CD6F-BE52-1730-2D0B97CCD0F6}"/>
              </a:ext>
            </a:extLst>
          </p:cNvPr>
          <p:cNvSpPr>
            <a:spLocks noGrp="1"/>
          </p:cNvSpPr>
          <p:nvPr>
            <p:ph type="sldNum" sz="quarter" idx="12"/>
          </p:nvPr>
        </p:nvSpPr>
        <p:spPr/>
        <p:txBody>
          <a:bodyPr/>
          <a:lstStyle/>
          <a:p>
            <a:fld id="{ACE956E7-2A6A-4E70-9F41-09A4B3DE69AA}" type="slidenum">
              <a:rPr lang="en-US" smtClean="0"/>
              <a:t>7</a:t>
            </a:fld>
            <a:endParaRPr lang="en-US" dirty="0"/>
          </a:p>
        </p:txBody>
      </p:sp>
      <p:sp>
        <p:nvSpPr>
          <p:cNvPr id="5" name="Slide Number Placeholder 3">
            <a:extLst>
              <a:ext uri="{FF2B5EF4-FFF2-40B4-BE49-F238E27FC236}">
                <a16:creationId xmlns:a16="http://schemas.microsoft.com/office/drawing/2014/main" id="{518197FD-DA27-30EA-B2B6-3D8664A450C9}"/>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CE956E7-2A6A-4E70-9F41-09A4B3DE69AA}" type="slidenum">
              <a:rPr lang="en-US" smtClean="0"/>
              <a:pPr/>
              <a:t>7</a:t>
            </a:fld>
            <a:endParaRPr lang="en-US" dirty="0"/>
          </a:p>
        </p:txBody>
      </p:sp>
      <p:grpSp>
        <p:nvGrpSpPr>
          <p:cNvPr id="22" name="Group 21">
            <a:extLst>
              <a:ext uri="{FF2B5EF4-FFF2-40B4-BE49-F238E27FC236}">
                <a16:creationId xmlns:a16="http://schemas.microsoft.com/office/drawing/2014/main" id="{F2360789-5E3F-30AA-7650-59E1617DEACF}"/>
              </a:ext>
            </a:extLst>
          </p:cNvPr>
          <p:cNvGrpSpPr/>
          <p:nvPr/>
        </p:nvGrpSpPr>
        <p:grpSpPr>
          <a:xfrm>
            <a:off x="8380421" y="3620480"/>
            <a:ext cx="971045" cy="1212239"/>
            <a:chOff x="10240238" y="3945675"/>
            <a:chExt cx="971045" cy="1212239"/>
          </a:xfrm>
        </p:grpSpPr>
        <p:cxnSp>
          <p:nvCxnSpPr>
            <p:cNvPr id="23" name="Straight Connector 22">
              <a:extLst>
                <a:ext uri="{FF2B5EF4-FFF2-40B4-BE49-F238E27FC236}">
                  <a16:creationId xmlns:a16="http://schemas.microsoft.com/office/drawing/2014/main" id="{6A15015F-44CA-2707-42E9-B11F0BDA5E85}"/>
                </a:ext>
              </a:extLst>
            </p:cNvPr>
            <p:cNvCxnSpPr>
              <a:cxnSpLocks/>
            </p:cNvCxnSpPr>
            <p:nvPr/>
          </p:nvCxnSpPr>
          <p:spPr>
            <a:xfrm>
              <a:off x="10240238" y="3945675"/>
              <a:ext cx="927341" cy="409057"/>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DF04727-8075-F395-3A2F-5A7EE9D197E8}"/>
                </a:ext>
              </a:extLst>
            </p:cNvPr>
            <p:cNvCxnSpPr>
              <a:cxnSpLocks/>
            </p:cNvCxnSpPr>
            <p:nvPr/>
          </p:nvCxnSpPr>
          <p:spPr>
            <a:xfrm flipV="1">
              <a:off x="10240238" y="4622244"/>
              <a:ext cx="971045" cy="53567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C89D3CE5-C8CC-9E87-749A-FFDC9A7795B4}"/>
                    </a:ext>
                  </a:extLst>
                </p:cNvPr>
                <p:cNvSpPr txBox="1"/>
                <p:nvPr/>
              </p:nvSpPr>
              <p:spPr>
                <a:xfrm>
                  <a:off x="10391225" y="4315544"/>
                  <a:ext cx="37702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i="1" smtClean="0">
                            <a:latin typeface="Cambria Math" panose="02040503050406030204" pitchFamily="18" charset="0"/>
                          </a:rPr>
                          <m:t>V</m:t>
                        </m:r>
                      </m:oMath>
                    </m:oMathPara>
                  </a14:m>
                  <a:endParaRPr lang="en-US" dirty="0"/>
                </a:p>
              </p:txBody>
            </p:sp>
          </mc:Choice>
          <mc:Fallback xmlns="">
            <p:sp>
              <p:nvSpPr>
                <p:cNvPr id="25" name="TextBox 24">
                  <a:extLst>
                    <a:ext uri="{FF2B5EF4-FFF2-40B4-BE49-F238E27FC236}">
                      <a16:creationId xmlns:a16="http://schemas.microsoft.com/office/drawing/2014/main" id="{C89D3CE5-C8CC-9E87-749A-FFDC9A7795B4}"/>
                    </a:ext>
                  </a:extLst>
                </p:cNvPr>
                <p:cNvSpPr txBox="1">
                  <a:spLocks noRot="1" noChangeAspect="1" noMove="1" noResize="1" noEditPoints="1" noAdjustHandles="1" noChangeArrowheads="1" noChangeShapeType="1" noTextEdit="1"/>
                </p:cNvSpPr>
                <p:nvPr/>
              </p:nvSpPr>
              <p:spPr>
                <a:xfrm>
                  <a:off x="10391225" y="4315544"/>
                  <a:ext cx="377026" cy="369332"/>
                </a:xfrm>
                <a:prstGeom prst="rect">
                  <a:avLst/>
                </a:prstGeom>
                <a:blipFill>
                  <a:blip r:embed="rId5"/>
                  <a:stretch>
                    <a:fillRect/>
                  </a:stretch>
                </a:blipFill>
              </p:spPr>
              <p:txBody>
                <a:bodyPr/>
                <a:lstStyle/>
                <a:p>
                  <a:r>
                    <a:rPr lang="en-US">
                      <a:noFill/>
                    </a:rPr>
                    <a:t> </a:t>
                  </a:r>
                </a:p>
              </p:txBody>
            </p:sp>
          </mc:Fallback>
        </mc:AlternateContent>
      </p:grpSp>
      <p:grpSp>
        <p:nvGrpSpPr>
          <p:cNvPr id="20" name="Group 19">
            <a:extLst>
              <a:ext uri="{FF2B5EF4-FFF2-40B4-BE49-F238E27FC236}">
                <a16:creationId xmlns:a16="http://schemas.microsoft.com/office/drawing/2014/main" id="{B22C198A-AA5C-80B8-13D7-718C27F07DBC}"/>
              </a:ext>
            </a:extLst>
          </p:cNvPr>
          <p:cNvGrpSpPr/>
          <p:nvPr/>
        </p:nvGrpSpPr>
        <p:grpSpPr>
          <a:xfrm>
            <a:off x="6786866" y="2692500"/>
            <a:ext cx="774573" cy="2826369"/>
            <a:chOff x="6786866" y="2692500"/>
            <a:chExt cx="774573" cy="2826369"/>
          </a:xfrm>
        </p:grpSpPr>
        <p:cxnSp>
          <p:nvCxnSpPr>
            <p:cNvPr id="14" name="Straight Connector 13">
              <a:extLst>
                <a:ext uri="{FF2B5EF4-FFF2-40B4-BE49-F238E27FC236}">
                  <a16:creationId xmlns:a16="http://schemas.microsoft.com/office/drawing/2014/main" id="{03BE0FDD-AAE4-F764-54AC-4D72A2B6706D}"/>
                </a:ext>
              </a:extLst>
            </p:cNvPr>
            <p:cNvCxnSpPr>
              <a:cxnSpLocks/>
              <a:endCxn id="104" idx="0"/>
            </p:cNvCxnSpPr>
            <p:nvPr/>
          </p:nvCxnSpPr>
          <p:spPr>
            <a:xfrm>
              <a:off x="6869316" y="2692500"/>
              <a:ext cx="692123" cy="9613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335103F-8DD5-413B-065C-94455C925E13}"/>
                </a:ext>
              </a:extLst>
            </p:cNvPr>
            <p:cNvCxnSpPr>
              <a:cxnSpLocks/>
              <a:endCxn id="107" idx="3"/>
            </p:cNvCxnSpPr>
            <p:nvPr/>
          </p:nvCxnSpPr>
          <p:spPr>
            <a:xfrm flipV="1">
              <a:off x="6786866" y="4710387"/>
              <a:ext cx="692822" cy="808482"/>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1F5C0E7-B675-CE30-8510-D909A6592970}"/>
                    </a:ext>
                  </a:extLst>
                </p:cNvPr>
                <p:cNvSpPr txBox="1"/>
                <p:nvPr/>
              </p:nvSpPr>
              <p:spPr>
                <a:xfrm>
                  <a:off x="7002253" y="4346701"/>
                  <a:ext cx="46621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𝑊</m:t>
                        </m:r>
                      </m:oMath>
                    </m:oMathPara>
                  </a14:m>
                  <a:endParaRPr lang="en-US" dirty="0"/>
                </a:p>
              </p:txBody>
            </p:sp>
          </mc:Choice>
          <mc:Fallback xmlns="">
            <p:sp>
              <p:nvSpPr>
                <p:cNvPr id="16" name="TextBox 15">
                  <a:extLst>
                    <a:ext uri="{FF2B5EF4-FFF2-40B4-BE49-F238E27FC236}">
                      <a16:creationId xmlns:a16="http://schemas.microsoft.com/office/drawing/2014/main" id="{11F5C0E7-B675-CE30-8510-D909A6592970}"/>
                    </a:ext>
                  </a:extLst>
                </p:cNvPr>
                <p:cNvSpPr txBox="1">
                  <a:spLocks noRot="1" noChangeAspect="1" noMove="1" noResize="1" noEditPoints="1" noAdjustHandles="1" noChangeArrowheads="1" noChangeShapeType="1" noTextEdit="1"/>
                </p:cNvSpPr>
                <p:nvPr/>
              </p:nvSpPr>
              <p:spPr>
                <a:xfrm>
                  <a:off x="7002253" y="4346701"/>
                  <a:ext cx="466217"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CB2794D8-4832-CE3C-A0FE-CFCB888575FD}"/>
                    </a:ext>
                  </a:extLst>
                </p:cNvPr>
                <p:cNvSpPr txBox="1"/>
                <p:nvPr/>
              </p:nvSpPr>
              <p:spPr>
                <a:xfrm>
                  <a:off x="7041494" y="3358973"/>
                  <a:ext cx="40075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𝑈</m:t>
                        </m:r>
                      </m:oMath>
                    </m:oMathPara>
                  </a14:m>
                  <a:endParaRPr lang="en-US" dirty="0"/>
                </a:p>
              </p:txBody>
            </p:sp>
          </mc:Choice>
          <mc:Fallback xmlns="">
            <p:sp>
              <p:nvSpPr>
                <p:cNvPr id="61" name="TextBox 60">
                  <a:extLst>
                    <a:ext uri="{FF2B5EF4-FFF2-40B4-BE49-F238E27FC236}">
                      <a16:creationId xmlns:a16="http://schemas.microsoft.com/office/drawing/2014/main" id="{CB2794D8-4832-CE3C-A0FE-CFCB888575FD}"/>
                    </a:ext>
                  </a:extLst>
                </p:cNvPr>
                <p:cNvSpPr txBox="1">
                  <a:spLocks noRot="1" noChangeAspect="1" noMove="1" noResize="1" noEditPoints="1" noAdjustHandles="1" noChangeArrowheads="1" noChangeShapeType="1" noTextEdit="1"/>
                </p:cNvSpPr>
                <p:nvPr/>
              </p:nvSpPr>
              <p:spPr>
                <a:xfrm>
                  <a:off x="7041494" y="3358973"/>
                  <a:ext cx="400751" cy="369332"/>
                </a:xfrm>
                <a:prstGeom prst="rect">
                  <a:avLst/>
                </a:prstGeom>
                <a:blipFill>
                  <a:blip r:embed="rId7"/>
                  <a:stretch>
                    <a:fillRect/>
                  </a:stretch>
                </a:blipFill>
              </p:spPr>
              <p:txBody>
                <a:bodyPr/>
                <a:lstStyle/>
                <a:p>
                  <a:r>
                    <a:rPr lang="en-US">
                      <a:noFill/>
                    </a:rPr>
                    <a:t> </a:t>
                  </a:r>
                </a:p>
              </p:txBody>
            </p:sp>
          </mc:Fallback>
        </mc:AlternateContent>
      </p:grpSp>
      <p:sp>
        <p:nvSpPr>
          <p:cNvPr id="82" name="Rectangle 81">
            <a:extLst>
              <a:ext uri="{FF2B5EF4-FFF2-40B4-BE49-F238E27FC236}">
                <a16:creationId xmlns:a16="http://schemas.microsoft.com/office/drawing/2014/main" id="{46A37E95-130F-E634-EF9E-676D141E7F18}"/>
              </a:ext>
            </a:extLst>
          </p:cNvPr>
          <p:cNvSpPr/>
          <p:nvPr/>
        </p:nvSpPr>
        <p:spPr>
          <a:xfrm>
            <a:off x="4465681" y="1898435"/>
            <a:ext cx="566928" cy="134069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I</a:t>
            </a:r>
          </a:p>
        </p:txBody>
      </p:sp>
      <p:sp>
        <p:nvSpPr>
          <p:cNvPr id="84" name="Rectangle 83">
            <a:extLst>
              <a:ext uri="{FF2B5EF4-FFF2-40B4-BE49-F238E27FC236}">
                <a16:creationId xmlns:a16="http://schemas.microsoft.com/office/drawing/2014/main" id="{F9DB5C2C-8E1B-0A93-D50E-EB5F554B56CF}"/>
              </a:ext>
            </a:extLst>
          </p:cNvPr>
          <p:cNvSpPr/>
          <p:nvPr/>
        </p:nvSpPr>
        <p:spPr>
          <a:xfrm>
            <a:off x="2609779" y="1610591"/>
            <a:ext cx="566928" cy="197528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dirty="0"/>
              <a:t>movie</a:t>
            </a:r>
          </a:p>
        </p:txBody>
      </p:sp>
      <p:sp>
        <p:nvSpPr>
          <p:cNvPr id="85" name="Rectangle 84">
            <a:extLst>
              <a:ext uri="{FF2B5EF4-FFF2-40B4-BE49-F238E27FC236}">
                <a16:creationId xmlns:a16="http://schemas.microsoft.com/office/drawing/2014/main" id="{3FFF5067-AF0D-EF6E-ED8C-A7224E68F6C0}"/>
              </a:ext>
            </a:extLst>
          </p:cNvPr>
          <p:cNvSpPr/>
          <p:nvPr/>
        </p:nvSpPr>
        <p:spPr>
          <a:xfrm>
            <a:off x="1991145" y="1610591"/>
            <a:ext cx="566928" cy="197528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but</a:t>
            </a:r>
          </a:p>
        </p:txBody>
      </p:sp>
      <p:sp>
        <p:nvSpPr>
          <p:cNvPr id="86" name="Rectangle 85">
            <a:extLst>
              <a:ext uri="{FF2B5EF4-FFF2-40B4-BE49-F238E27FC236}">
                <a16:creationId xmlns:a16="http://schemas.microsoft.com/office/drawing/2014/main" id="{8049170B-64D2-4321-01B9-E3C776F70183}"/>
              </a:ext>
            </a:extLst>
          </p:cNvPr>
          <p:cNvSpPr/>
          <p:nvPr/>
        </p:nvSpPr>
        <p:spPr>
          <a:xfrm>
            <a:off x="1372511" y="1610591"/>
            <a:ext cx="566928" cy="197528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hate</a:t>
            </a:r>
          </a:p>
        </p:txBody>
      </p:sp>
      <p:sp>
        <p:nvSpPr>
          <p:cNvPr id="87" name="Rectangle 86">
            <a:extLst>
              <a:ext uri="{FF2B5EF4-FFF2-40B4-BE49-F238E27FC236}">
                <a16:creationId xmlns:a16="http://schemas.microsoft.com/office/drawing/2014/main" id="{B3117B9E-1F3F-D7FF-1BE6-6D085D79ED58}"/>
              </a:ext>
            </a:extLst>
          </p:cNvPr>
          <p:cNvSpPr/>
          <p:nvPr/>
        </p:nvSpPr>
        <p:spPr>
          <a:xfrm>
            <a:off x="3228413" y="1610591"/>
            <a:ext cx="566928" cy="197528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the</a:t>
            </a:r>
          </a:p>
        </p:txBody>
      </p:sp>
      <p:sp>
        <p:nvSpPr>
          <p:cNvPr id="88" name="Rectangle 87">
            <a:extLst>
              <a:ext uri="{FF2B5EF4-FFF2-40B4-BE49-F238E27FC236}">
                <a16:creationId xmlns:a16="http://schemas.microsoft.com/office/drawing/2014/main" id="{8590C553-8B6B-A1D8-F0D5-22CC9780E28A}"/>
              </a:ext>
            </a:extLst>
          </p:cNvPr>
          <p:cNvSpPr/>
          <p:nvPr/>
        </p:nvSpPr>
        <p:spPr>
          <a:xfrm>
            <a:off x="753877" y="1610591"/>
            <a:ext cx="566928" cy="197528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the</a:t>
            </a:r>
          </a:p>
        </p:txBody>
      </p:sp>
      <p:sp>
        <p:nvSpPr>
          <p:cNvPr id="89" name="Rectangle 88">
            <a:extLst>
              <a:ext uri="{FF2B5EF4-FFF2-40B4-BE49-F238E27FC236}">
                <a16:creationId xmlns:a16="http://schemas.microsoft.com/office/drawing/2014/main" id="{91270F21-B574-F3F1-351F-F30171B4B770}"/>
              </a:ext>
            </a:extLst>
          </p:cNvPr>
          <p:cNvSpPr/>
          <p:nvPr/>
        </p:nvSpPr>
        <p:spPr>
          <a:xfrm>
            <a:off x="135243" y="1610591"/>
            <a:ext cx="566928" cy="197528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actor</a:t>
            </a:r>
          </a:p>
        </p:txBody>
      </p:sp>
      <p:sp>
        <p:nvSpPr>
          <p:cNvPr id="91" name="Rectangle 90">
            <a:extLst>
              <a:ext uri="{FF2B5EF4-FFF2-40B4-BE49-F238E27FC236}">
                <a16:creationId xmlns:a16="http://schemas.microsoft.com/office/drawing/2014/main" id="{02B74706-ECD9-2BF1-D649-D9CA6730A535}"/>
              </a:ext>
            </a:extLst>
          </p:cNvPr>
          <p:cNvSpPr/>
          <p:nvPr/>
        </p:nvSpPr>
        <p:spPr>
          <a:xfrm>
            <a:off x="4465681" y="1610591"/>
            <a:ext cx="566928" cy="1975288"/>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zh-CN" sz="1400" dirty="0"/>
              <a:t>   I</a:t>
            </a:r>
            <a:endParaRPr lang="en-US" sz="1400" dirty="0"/>
          </a:p>
        </p:txBody>
      </p:sp>
      <p:grpSp>
        <p:nvGrpSpPr>
          <p:cNvPr id="103" name="Group 102">
            <a:extLst>
              <a:ext uri="{FF2B5EF4-FFF2-40B4-BE49-F238E27FC236}">
                <a16:creationId xmlns:a16="http://schemas.microsoft.com/office/drawing/2014/main" id="{6B762823-8136-EE4B-AAAF-37C19437F208}"/>
              </a:ext>
            </a:extLst>
          </p:cNvPr>
          <p:cNvGrpSpPr/>
          <p:nvPr/>
        </p:nvGrpSpPr>
        <p:grpSpPr>
          <a:xfrm>
            <a:off x="7445825" y="3653892"/>
            <a:ext cx="231228" cy="1089973"/>
            <a:chOff x="8551317" y="2344227"/>
            <a:chExt cx="231228" cy="1089973"/>
          </a:xfrm>
        </p:grpSpPr>
        <p:sp>
          <p:nvSpPr>
            <p:cNvPr id="104" name="Oval 103">
              <a:extLst>
                <a:ext uri="{FF2B5EF4-FFF2-40B4-BE49-F238E27FC236}">
                  <a16:creationId xmlns:a16="http://schemas.microsoft.com/office/drawing/2014/main" id="{F06401A7-9411-AC6A-DDD7-D673CEB8A52B}"/>
                </a:ext>
              </a:extLst>
            </p:cNvPr>
            <p:cNvSpPr/>
            <p:nvPr/>
          </p:nvSpPr>
          <p:spPr>
            <a:xfrm>
              <a:off x="8551317" y="2344227"/>
              <a:ext cx="231228" cy="228600"/>
            </a:xfrm>
            <a:prstGeom prst="ellipse">
              <a:avLst/>
            </a:prstGeom>
            <a:solidFill>
              <a:srgbClr val="D17ECA">
                <a:alpha val="7979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Oval 104">
              <a:extLst>
                <a:ext uri="{FF2B5EF4-FFF2-40B4-BE49-F238E27FC236}">
                  <a16:creationId xmlns:a16="http://schemas.microsoft.com/office/drawing/2014/main" id="{A39E7D1F-FEE7-8D2B-12A9-7665F73FBE56}"/>
                </a:ext>
              </a:extLst>
            </p:cNvPr>
            <p:cNvSpPr/>
            <p:nvPr/>
          </p:nvSpPr>
          <p:spPr>
            <a:xfrm>
              <a:off x="8551317" y="2631351"/>
              <a:ext cx="231228" cy="228600"/>
            </a:xfrm>
            <a:prstGeom prst="ellipse">
              <a:avLst/>
            </a:prstGeom>
            <a:solidFill>
              <a:srgbClr val="D17ECA">
                <a:alpha val="7979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 name="Oval 105">
              <a:extLst>
                <a:ext uri="{FF2B5EF4-FFF2-40B4-BE49-F238E27FC236}">
                  <a16:creationId xmlns:a16="http://schemas.microsoft.com/office/drawing/2014/main" id="{010E64BF-C6DD-39F1-8E49-E5D7DCBFD55C}"/>
                </a:ext>
              </a:extLst>
            </p:cNvPr>
            <p:cNvSpPr/>
            <p:nvPr/>
          </p:nvSpPr>
          <p:spPr>
            <a:xfrm>
              <a:off x="8551317" y="2918475"/>
              <a:ext cx="231228" cy="228600"/>
            </a:xfrm>
            <a:prstGeom prst="ellipse">
              <a:avLst/>
            </a:prstGeom>
            <a:solidFill>
              <a:srgbClr val="D17ECA">
                <a:alpha val="7979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 name="Oval 106">
              <a:extLst>
                <a:ext uri="{FF2B5EF4-FFF2-40B4-BE49-F238E27FC236}">
                  <a16:creationId xmlns:a16="http://schemas.microsoft.com/office/drawing/2014/main" id="{6ED1FF61-31F4-15B9-E1A3-435B71DECC1C}"/>
                </a:ext>
              </a:extLst>
            </p:cNvPr>
            <p:cNvSpPr/>
            <p:nvPr/>
          </p:nvSpPr>
          <p:spPr>
            <a:xfrm>
              <a:off x="8551317" y="3205600"/>
              <a:ext cx="231228" cy="228600"/>
            </a:xfrm>
            <a:prstGeom prst="ellipse">
              <a:avLst/>
            </a:prstGeom>
            <a:solidFill>
              <a:srgbClr val="D17ECA">
                <a:alpha val="7979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8" name="TextBox 17">
            <a:extLst>
              <a:ext uri="{FF2B5EF4-FFF2-40B4-BE49-F238E27FC236}">
                <a16:creationId xmlns:a16="http://schemas.microsoft.com/office/drawing/2014/main" id="{9C0940D5-1FB2-8FD4-A99E-9813D42D125D}"/>
              </a:ext>
            </a:extLst>
          </p:cNvPr>
          <p:cNvSpPr txBox="1"/>
          <p:nvPr/>
        </p:nvSpPr>
        <p:spPr>
          <a:xfrm>
            <a:off x="5990602" y="3631963"/>
            <a:ext cx="184731" cy="369332"/>
          </a:xfrm>
          <a:prstGeom prst="rect">
            <a:avLst/>
          </a:prstGeom>
          <a:noFill/>
        </p:spPr>
        <p:txBody>
          <a:bodyPr wrap="none" rtlCol="0">
            <a:spAutoFit/>
          </a:bodyPr>
          <a:lstStyle/>
          <a:p>
            <a:endParaRPr lang="en-US" dirty="0"/>
          </a:p>
        </p:txBody>
      </p:sp>
      <p:sp>
        <p:nvSpPr>
          <p:cNvPr id="3" name="Bent Arrow 2">
            <a:extLst>
              <a:ext uri="{FF2B5EF4-FFF2-40B4-BE49-F238E27FC236}">
                <a16:creationId xmlns:a16="http://schemas.microsoft.com/office/drawing/2014/main" id="{2FBDF920-94ED-2022-97C9-C0CA3002EEA5}"/>
              </a:ext>
            </a:extLst>
          </p:cNvPr>
          <p:cNvSpPr/>
          <p:nvPr/>
        </p:nvSpPr>
        <p:spPr>
          <a:xfrm flipH="1">
            <a:off x="7054946" y="2099469"/>
            <a:ext cx="1098341" cy="1388274"/>
          </a:xfrm>
          <a:prstGeom prst="bentArrow">
            <a:avLst>
              <a:gd name="adj1" fmla="val 5105"/>
              <a:gd name="adj2" fmla="val 6783"/>
              <a:gd name="adj3" fmla="val 13038"/>
              <a:gd name="adj4" fmla="val 28628"/>
            </a:avLst>
          </a:prstGeom>
          <a:gradFill flip="none" rotWithShape="1">
            <a:gsLst>
              <a:gs pos="98000">
                <a:srgbClr val="A6BCE4"/>
              </a:gs>
              <a:gs pos="50000">
                <a:srgbClr val="A6BCE4"/>
              </a:gs>
              <a:gs pos="2000">
                <a:srgbClr val="800EE2">
                  <a:alpha val="68277"/>
                </a:srgbClr>
              </a:gs>
            </a:gsLst>
            <a:path path="circle">
              <a:fillToRect t="100000" r="100000"/>
            </a:path>
            <a:tileRect l="-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TextBox 10">
            <a:extLst>
              <a:ext uri="{FF2B5EF4-FFF2-40B4-BE49-F238E27FC236}">
                <a16:creationId xmlns:a16="http://schemas.microsoft.com/office/drawing/2014/main" id="{C332B5F5-F160-02FA-183B-696B9AA4FF2A}"/>
              </a:ext>
            </a:extLst>
          </p:cNvPr>
          <p:cNvSpPr txBox="1"/>
          <p:nvPr/>
        </p:nvSpPr>
        <p:spPr>
          <a:xfrm>
            <a:off x="7404681" y="2042003"/>
            <a:ext cx="1098342" cy="369332"/>
          </a:xfrm>
          <a:prstGeom prst="rect">
            <a:avLst/>
          </a:prstGeom>
          <a:noFill/>
        </p:spPr>
        <p:txBody>
          <a:bodyPr wrap="square" rtlCol="0">
            <a:spAutoFit/>
          </a:bodyPr>
          <a:lstStyle/>
          <a:p>
            <a:r>
              <a:rPr lang="en-US" dirty="0"/>
              <a:t>update</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99FB8B7-F10F-8D36-A66E-864FD907CEFE}"/>
                  </a:ext>
                </a:extLst>
              </p:cNvPr>
              <p:cNvSpPr txBox="1"/>
              <p:nvPr/>
            </p:nvSpPr>
            <p:spPr>
              <a:xfrm>
                <a:off x="4559029" y="3687010"/>
                <a:ext cx="416011"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1</m:t>
                          </m:r>
                        </m:sub>
                      </m:sSub>
                    </m:oMath>
                  </m:oMathPara>
                </a14:m>
                <a:endParaRPr lang="en-US" altLang="zh-CN" dirty="0"/>
              </a:p>
            </p:txBody>
          </p:sp>
        </mc:Choice>
        <mc:Fallback xmlns="">
          <p:sp>
            <p:nvSpPr>
              <p:cNvPr id="6" name="TextBox 5">
                <a:extLst>
                  <a:ext uri="{FF2B5EF4-FFF2-40B4-BE49-F238E27FC236}">
                    <a16:creationId xmlns:a16="http://schemas.microsoft.com/office/drawing/2014/main" id="{199FB8B7-F10F-8D36-A66E-864FD907CEFE}"/>
                  </a:ext>
                </a:extLst>
              </p:cNvPr>
              <p:cNvSpPr txBox="1">
                <a:spLocks noRot="1" noChangeAspect="1" noMove="1" noResize="1" noEditPoints="1" noAdjustHandles="1" noChangeArrowheads="1" noChangeShapeType="1" noTextEdit="1"/>
              </p:cNvSpPr>
              <p:nvPr/>
            </p:nvSpPr>
            <p:spPr>
              <a:xfrm>
                <a:off x="4559029" y="3687010"/>
                <a:ext cx="416011" cy="338554"/>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D970E02-8748-2486-A1C9-2F985257E8E4}"/>
                  </a:ext>
                </a:extLst>
              </p:cNvPr>
              <p:cNvSpPr txBox="1"/>
              <p:nvPr/>
            </p:nvSpPr>
            <p:spPr>
              <a:xfrm>
                <a:off x="3933360" y="3687010"/>
                <a:ext cx="40498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2</m:t>
                          </m:r>
                        </m:sub>
                      </m:sSub>
                    </m:oMath>
                  </m:oMathPara>
                </a14:m>
                <a:endParaRPr lang="en-US" altLang="zh-CN" dirty="0"/>
              </a:p>
            </p:txBody>
          </p:sp>
        </mc:Choice>
        <mc:Fallback xmlns="">
          <p:sp>
            <p:nvSpPr>
              <p:cNvPr id="7" name="TextBox 6">
                <a:extLst>
                  <a:ext uri="{FF2B5EF4-FFF2-40B4-BE49-F238E27FC236}">
                    <a16:creationId xmlns:a16="http://schemas.microsoft.com/office/drawing/2014/main" id="{7D970E02-8748-2486-A1C9-2F985257E8E4}"/>
                  </a:ext>
                </a:extLst>
              </p:cNvPr>
              <p:cNvSpPr txBox="1">
                <a:spLocks noRot="1" noChangeAspect="1" noMove="1" noResize="1" noEditPoints="1" noAdjustHandles="1" noChangeArrowheads="1" noChangeShapeType="1" noTextEdit="1"/>
              </p:cNvSpPr>
              <p:nvPr/>
            </p:nvSpPr>
            <p:spPr>
              <a:xfrm>
                <a:off x="3933360" y="3687010"/>
                <a:ext cx="404983" cy="338554"/>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3A747AB-F8D7-6923-6059-043B9028A891}"/>
                  </a:ext>
                </a:extLst>
              </p:cNvPr>
              <p:cNvSpPr txBox="1"/>
              <p:nvPr/>
            </p:nvSpPr>
            <p:spPr>
              <a:xfrm>
                <a:off x="3307688" y="3687010"/>
                <a:ext cx="40498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3</m:t>
                          </m:r>
                        </m:sub>
                      </m:sSub>
                    </m:oMath>
                  </m:oMathPara>
                </a14:m>
                <a:endParaRPr lang="en-US" altLang="zh-CN" dirty="0"/>
              </a:p>
            </p:txBody>
          </p:sp>
        </mc:Choice>
        <mc:Fallback xmlns="">
          <p:sp>
            <p:nvSpPr>
              <p:cNvPr id="9" name="TextBox 8">
                <a:extLst>
                  <a:ext uri="{FF2B5EF4-FFF2-40B4-BE49-F238E27FC236}">
                    <a16:creationId xmlns:a16="http://schemas.microsoft.com/office/drawing/2014/main" id="{E3A747AB-F8D7-6923-6059-043B9028A891}"/>
                  </a:ext>
                </a:extLst>
              </p:cNvPr>
              <p:cNvSpPr txBox="1">
                <a:spLocks noRot="1" noChangeAspect="1" noMove="1" noResize="1" noEditPoints="1" noAdjustHandles="1" noChangeArrowheads="1" noChangeShapeType="1" noTextEdit="1"/>
              </p:cNvSpPr>
              <p:nvPr/>
            </p:nvSpPr>
            <p:spPr>
              <a:xfrm>
                <a:off x="3307688" y="3687010"/>
                <a:ext cx="404983" cy="338554"/>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686DBA3-DD91-38A7-30B8-0EBB3E890166}"/>
                  </a:ext>
                </a:extLst>
              </p:cNvPr>
              <p:cNvSpPr txBox="1"/>
              <p:nvPr/>
            </p:nvSpPr>
            <p:spPr>
              <a:xfrm>
                <a:off x="2670988" y="3687010"/>
                <a:ext cx="416011"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4</m:t>
                          </m:r>
                        </m:sub>
                      </m:sSub>
                    </m:oMath>
                  </m:oMathPara>
                </a14:m>
                <a:endParaRPr lang="en-US" altLang="zh-CN" dirty="0"/>
              </a:p>
            </p:txBody>
          </p:sp>
        </mc:Choice>
        <mc:Fallback xmlns="">
          <p:sp>
            <p:nvSpPr>
              <p:cNvPr id="10" name="TextBox 9">
                <a:extLst>
                  <a:ext uri="{FF2B5EF4-FFF2-40B4-BE49-F238E27FC236}">
                    <a16:creationId xmlns:a16="http://schemas.microsoft.com/office/drawing/2014/main" id="{D686DBA3-DD91-38A7-30B8-0EBB3E890166}"/>
                  </a:ext>
                </a:extLst>
              </p:cNvPr>
              <p:cNvSpPr txBox="1">
                <a:spLocks noRot="1" noChangeAspect="1" noMove="1" noResize="1" noEditPoints="1" noAdjustHandles="1" noChangeArrowheads="1" noChangeShapeType="1" noTextEdit="1"/>
              </p:cNvSpPr>
              <p:nvPr/>
            </p:nvSpPr>
            <p:spPr>
              <a:xfrm>
                <a:off x="2670988" y="3687010"/>
                <a:ext cx="416011" cy="338554"/>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02E8479-75E1-1129-F430-03F27BFFDD8E}"/>
                  </a:ext>
                </a:extLst>
              </p:cNvPr>
              <p:cNvSpPr txBox="1"/>
              <p:nvPr/>
            </p:nvSpPr>
            <p:spPr>
              <a:xfrm>
                <a:off x="2045316" y="3687010"/>
                <a:ext cx="40498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5</m:t>
                          </m:r>
                        </m:sub>
                      </m:sSub>
                    </m:oMath>
                  </m:oMathPara>
                </a14:m>
                <a:endParaRPr lang="en-US" altLang="zh-CN" dirty="0"/>
              </a:p>
            </p:txBody>
          </p:sp>
        </mc:Choice>
        <mc:Fallback xmlns="">
          <p:sp>
            <p:nvSpPr>
              <p:cNvPr id="13" name="TextBox 12">
                <a:extLst>
                  <a:ext uri="{FF2B5EF4-FFF2-40B4-BE49-F238E27FC236}">
                    <a16:creationId xmlns:a16="http://schemas.microsoft.com/office/drawing/2014/main" id="{902E8479-75E1-1129-F430-03F27BFFDD8E}"/>
                  </a:ext>
                </a:extLst>
              </p:cNvPr>
              <p:cNvSpPr txBox="1">
                <a:spLocks noRot="1" noChangeAspect="1" noMove="1" noResize="1" noEditPoints="1" noAdjustHandles="1" noChangeArrowheads="1" noChangeShapeType="1" noTextEdit="1"/>
              </p:cNvSpPr>
              <p:nvPr/>
            </p:nvSpPr>
            <p:spPr>
              <a:xfrm>
                <a:off x="2045316" y="3687010"/>
                <a:ext cx="404983" cy="338554"/>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0640965-FA37-EEC0-60DA-C9800A7AD258}"/>
                  </a:ext>
                </a:extLst>
              </p:cNvPr>
              <p:cNvSpPr txBox="1"/>
              <p:nvPr/>
            </p:nvSpPr>
            <p:spPr>
              <a:xfrm>
                <a:off x="1419644" y="3687010"/>
                <a:ext cx="40498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6</m:t>
                          </m:r>
                        </m:sub>
                      </m:sSub>
                    </m:oMath>
                  </m:oMathPara>
                </a14:m>
                <a:endParaRPr lang="en-US" altLang="zh-CN" dirty="0"/>
              </a:p>
            </p:txBody>
          </p:sp>
        </mc:Choice>
        <mc:Fallback xmlns="">
          <p:sp>
            <p:nvSpPr>
              <p:cNvPr id="17" name="TextBox 16">
                <a:extLst>
                  <a:ext uri="{FF2B5EF4-FFF2-40B4-BE49-F238E27FC236}">
                    <a16:creationId xmlns:a16="http://schemas.microsoft.com/office/drawing/2014/main" id="{50640965-FA37-EEC0-60DA-C9800A7AD258}"/>
                  </a:ext>
                </a:extLst>
              </p:cNvPr>
              <p:cNvSpPr txBox="1">
                <a:spLocks noRot="1" noChangeAspect="1" noMove="1" noResize="1" noEditPoints="1" noAdjustHandles="1" noChangeArrowheads="1" noChangeShapeType="1" noTextEdit="1"/>
              </p:cNvSpPr>
              <p:nvPr/>
            </p:nvSpPr>
            <p:spPr>
              <a:xfrm>
                <a:off x="1419644" y="3687010"/>
                <a:ext cx="404983" cy="338554"/>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DCD4AD6A-43FB-80C8-9BE1-AF4E1B64E334}"/>
                  </a:ext>
                </a:extLst>
              </p:cNvPr>
              <p:cNvSpPr txBox="1"/>
              <p:nvPr/>
            </p:nvSpPr>
            <p:spPr>
              <a:xfrm>
                <a:off x="793972" y="3687010"/>
                <a:ext cx="40498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7</m:t>
                          </m:r>
                        </m:sub>
                      </m:sSub>
                    </m:oMath>
                  </m:oMathPara>
                </a14:m>
                <a:endParaRPr lang="en-US" altLang="zh-CN" dirty="0"/>
              </a:p>
            </p:txBody>
          </p:sp>
        </mc:Choice>
        <mc:Fallback xmlns="">
          <p:sp>
            <p:nvSpPr>
              <p:cNvPr id="19" name="TextBox 18">
                <a:extLst>
                  <a:ext uri="{FF2B5EF4-FFF2-40B4-BE49-F238E27FC236}">
                    <a16:creationId xmlns:a16="http://schemas.microsoft.com/office/drawing/2014/main" id="{DCD4AD6A-43FB-80C8-9BE1-AF4E1B64E334}"/>
                  </a:ext>
                </a:extLst>
              </p:cNvPr>
              <p:cNvSpPr txBox="1">
                <a:spLocks noRot="1" noChangeAspect="1" noMove="1" noResize="1" noEditPoints="1" noAdjustHandles="1" noChangeArrowheads="1" noChangeShapeType="1" noTextEdit="1"/>
              </p:cNvSpPr>
              <p:nvPr/>
            </p:nvSpPr>
            <p:spPr>
              <a:xfrm>
                <a:off x="793972" y="3687010"/>
                <a:ext cx="404983" cy="338554"/>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95F72E66-3B84-6970-BEFE-833F575BA93B}"/>
                  </a:ext>
                </a:extLst>
              </p:cNvPr>
              <p:cNvSpPr txBox="1"/>
              <p:nvPr/>
            </p:nvSpPr>
            <p:spPr>
              <a:xfrm>
                <a:off x="179875" y="3687010"/>
                <a:ext cx="40498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8</m:t>
                          </m:r>
                        </m:sub>
                      </m:sSub>
                    </m:oMath>
                  </m:oMathPara>
                </a14:m>
                <a:endParaRPr lang="en-US" altLang="zh-CN" dirty="0"/>
              </a:p>
            </p:txBody>
          </p:sp>
        </mc:Choice>
        <mc:Fallback xmlns="">
          <p:sp>
            <p:nvSpPr>
              <p:cNvPr id="31" name="TextBox 30">
                <a:extLst>
                  <a:ext uri="{FF2B5EF4-FFF2-40B4-BE49-F238E27FC236}">
                    <a16:creationId xmlns:a16="http://schemas.microsoft.com/office/drawing/2014/main" id="{95F72E66-3B84-6970-BEFE-833F575BA93B}"/>
                  </a:ext>
                </a:extLst>
              </p:cNvPr>
              <p:cNvSpPr txBox="1">
                <a:spLocks noRot="1" noChangeAspect="1" noMove="1" noResize="1" noEditPoints="1" noAdjustHandles="1" noChangeArrowheads="1" noChangeShapeType="1" noTextEdit="1"/>
              </p:cNvSpPr>
              <p:nvPr/>
            </p:nvSpPr>
            <p:spPr>
              <a:xfrm>
                <a:off x="179875" y="3687010"/>
                <a:ext cx="404983" cy="338554"/>
              </a:xfrm>
              <a:prstGeom prst="rect">
                <a:avLst/>
              </a:prstGeom>
              <a:blipFill>
                <a:blip r:embed="rId15"/>
                <a:stretch>
                  <a:fillRect/>
                </a:stretch>
              </a:blipFill>
            </p:spPr>
            <p:txBody>
              <a:bodyPr/>
              <a:lstStyle/>
              <a:p>
                <a:r>
                  <a:rPr lang="en-US">
                    <a:noFill/>
                  </a:rPr>
                  <a:t> </a:t>
                </a:r>
              </a:p>
            </p:txBody>
          </p:sp>
        </mc:Fallback>
      </mc:AlternateContent>
      <p:grpSp>
        <p:nvGrpSpPr>
          <p:cNvPr id="32" name="Group 31">
            <a:extLst>
              <a:ext uri="{FF2B5EF4-FFF2-40B4-BE49-F238E27FC236}">
                <a16:creationId xmlns:a16="http://schemas.microsoft.com/office/drawing/2014/main" id="{26B1B268-DE7A-342F-2201-0EB195511D36}"/>
              </a:ext>
            </a:extLst>
          </p:cNvPr>
          <p:cNvGrpSpPr/>
          <p:nvPr/>
        </p:nvGrpSpPr>
        <p:grpSpPr>
          <a:xfrm>
            <a:off x="6296974" y="2089912"/>
            <a:ext cx="381797" cy="1740834"/>
            <a:chOff x="2027653" y="4269689"/>
            <a:chExt cx="381797" cy="1740834"/>
          </a:xfrm>
        </p:grpSpPr>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9A9AD69A-8032-4ED7-1F5C-A1E30C4F498A}"/>
                    </a:ext>
                  </a:extLst>
                </p:cNvPr>
                <p:cNvSpPr txBox="1"/>
                <p:nvPr/>
              </p:nvSpPr>
              <p:spPr>
                <a:xfrm>
                  <a:off x="2063540" y="4699798"/>
                  <a:ext cx="332335" cy="4496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sz="1100" b="0" i="1" smtClean="0">
                                <a:latin typeface="Cambria Math" panose="02040503050406030204" pitchFamily="18" charset="0"/>
                              </a:rPr>
                              <m:t>0</m:t>
                            </m:r>
                          </m:sub>
                          <m:sup>
                            <m:r>
                              <a:rPr lang="en-US" sz="1100" b="0" i="1" smtClean="0">
                                <a:latin typeface="Cambria Math" panose="02040503050406030204" pitchFamily="18" charset="0"/>
                              </a:rPr>
                              <m:t>2</m:t>
                            </m:r>
                          </m:sup>
                        </m:sSubSup>
                      </m:oMath>
                    </m:oMathPara>
                  </a14:m>
                  <a:endParaRPr lang="en-US" sz="1100" b="0" dirty="0"/>
                </a:p>
                <a:p>
                  <a:endParaRPr lang="en-US" dirty="0"/>
                </a:p>
              </p:txBody>
            </p:sp>
          </mc:Choice>
          <mc:Fallback xmlns="">
            <p:sp>
              <p:nvSpPr>
                <p:cNvPr id="121" name="TextBox 120">
                  <a:extLst>
                    <a:ext uri="{FF2B5EF4-FFF2-40B4-BE49-F238E27FC236}">
                      <a16:creationId xmlns:a16="http://schemas.microsoft.com/office/drawing/2014/main" id="{CDCE7361-61AF-9D65-D3A3-E90438989854}"/>
                    </a:ext>
                  </a:extLst>
                </p:cNvPr>
                <p:cNvSpPr txBox="1">
                  <a:spLocks noRot="1" noChangeAspect="1" noMove="1" noResize="1" noEditPoints="1" noAdjustHandles="1" noChangeArrowheads="1" noChangeShapeType="1" noTextEdit="1"/>
                </p:cNvSpPr>
                <p:nvPr/>
              </p:nvSpPr>
              <p:spPr>
                <a:xfrm>
                  <a:off x="2063540" y="4699798"/>
                  <a:ext cx="332335" cy="449610"/>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AFC1CCC-B7A1-C2AE-A650-B1F485370EDF}"/>
                    </a:ext>
                  </a:extLst>
                </p:cNvPr>
                <p:cNvSpPr txBox="1"/>
                <p:nvPr/>
              </p:nvSpPr>
              <p:spPr>
                <a:xfrm>
                  <a:off x="2063540" y="4269689"/>
                  <a:ext cx="337144" cy="44922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sz="1100" b="0" i="1" smtClean="0">
                                <a:latin typeface="Cambria Math" panose="02040503050406030204" pitchFamily="18" charset="0"/>
                              </a:rPr>
                              <m:t>0</m:t>
                            </m:r>
                          </m:sub>
                          <m:sup>
                            <m:r>
                              <a:rPr lang="en-US" sz="1100" b="0" i="1" smtClean="0">
                                <a:latin typeface="Cambria Math" panose="02040503050406030204" pitchFamily="18" charset="0"/>
                              </a:rPr>
                              <m:t>1</m:t>
                            </m:r>
                          </m:sup>
                        </m:sSubSup>
                      </m:oMath>
                    </m:oMathPara>
                  </a14:m>
                  <a:endParaRPr lang="en-US" sz="1100" b="0" dirty="0"/>
                </a:p>
                <a:p>
                  <a:endParaRPr lang="en-US" dirty="0"/>
                </a:p>
              </p:txBody>
            </p:sp>
          </mc:Choice>
          <mc:Fallback xmlns="">
            <p:sp>
              <p:nvSpPr>
                <p:cNvPr id="118" name="TextBox 117">
                  <a:extLst>
                    <a:ext uri="{FF2B5EF4-FFF2-40B4-BE49-F238E27FC236}">
                      <a16:creationId xmlns:a16="http://schemas.microsoft.com/office/drawing/2014/main" id="{8998267C-CB89-B8D6-2FDD-34E3C805158F}"/>
                    </a:ext>
                  </a:extLst>
                </p:cNvPr>
                <p:cNvSpPr txBox="1">
                  <a:spLocks noRot="1" noChangeAspect="1" noMove="1" noResize="1" noEditPoints="1" noAdjustHandles="1" noChangeArrowheads="1" noChangeShapeType="1" noTextEdit="1"/>
                </p:cNvSpPr>
                <p:nvPr/>
              </p:nvSpPr>
              <p:spPr>
                <a:xfrm>
                  <a:off x="2063540" y="4269689"/>
                  <a:ext cx="337144" cy="449226"/>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B3CAFDD2-1657-EEE7-9D1E-6F7DE438FA2F}"/>
                    </a:ext>
                  </a:extLst>
                </p:cNvPr>
                <p:cNvSpPr txBox="1"/>
                <p:nvPr/>
              </p:nvSpPr>
              <p:spPr>
                <a:xfrm>
                  <a:off x="2052042" y="5130291"/>
                  <a:ext cx="344325" cy="450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sz="1100" b="0" i="1" smtClean="0">
                                <a:latin typeface="Cambria Math" panose="02040503050406030204" pitchFamily="18" charset="0"/>
                              </a:rPr>
                              <m:t>0</m:t>
                            </m:r>
                          </m:sub>
                          <m:sup>
                            <m:r>
                              <a:rPr lang="en-US" sz="1100" b="0" i="1" smtClean="0">
                                <a:latin typeface="Cambria Math" panose="02040503050406030204" pitchFamily="18" charset="0"/>
                              </a:rPr>
                              <m:t>3</m:t>
                            </m:r>
                          </m:sup>
                        </m:sSubSup>
                      </m:oMath>
                    </m:oMathPara>
                  </a14:m>
                  <a:endParaRPr lang="en-US" sz="1100" b="0" dirty="0"/>
                </a:p>
                <a:p>
                  <a:endParaRPr lang="en-US" dirty="0"/>
                </a:p>
              </p:txBody>
            </p:sp>
          </mc:Choice>
          <mc:Fallback xmlns="">
            <p:sp>
              <p:nvSpPr>
                <p:cNvPr id="122" name="TextBox 121">
                  <a:extLst>
                    <a:ext uri="{FF2B5EF4-FFF2-40B4-BE49-F238E27FC236}">
                      <a16:creationId xmlns:a16="http://schemas.microsoft.com/office/drawing/2014/main" id="{F3CD0633-7046-B488-C853-35E49D1718C1}"/>
                    </a:ext>
                  </a:extLst>
                </p:cNvPr>
                <p:cNvSpPr txBox="1">
                  <a:spLocks noRot="1" noChangeAspect="1" noMove="1" noResize="1" noEditPoints="1" noAdjustHandles="1" noChangeArrowheads="1" noChangeShapeType="1" noTextEdit="1"/>
                </p:cNvSpPr>
                <p:nvPr/>
              </p:nvSpPr>
              <p:spPr>
                <a:xfrm>
                  <a:off x="2052042" y="5130291"/>
                  <a:ext cx="344325" cy="450444"/>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B2BEABBD-66BB-15DF-DF3D-C05A0A035236}"/>
                    </a:ext>
                  </a:extLst>
                </p:cNvPr>
                <p:cNvSpPr txBox="1"/>
                <p:nvPr/>
              </p:nvSpPr>
              <p:spPr>
                <a:xfrm>
                  <a:off x="2054970" y="5561618"/>
                  <a:ext cx="347531" cy="44890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sz="1100" b="0" i="1" smtClean="0">
                                <a:latin typeface="Cambria Math" panose="02040503050406030204" pitchFamily="18" charset="0"/>
                              </a:rPr>
                              <m:t>0</m:t>
                            </m:r>
                          </m:sub>
                          <m:sup>
                            <m:r>
                              <a:rPr lang="en-US" sz="1100" b="0" i="1" smtClean="0">
                                <a:latin typeface="Cambria Math" panose="02040503050406030204" pitchFamily="18" charset="0"/>
                              </a:rPr>
                              <m:t>4</m:t>
                            </m:r>
                          </m:sup>
                        </m:sSubSup>
                      </m:oMath>
                    </m:oMathPara>
                  </a14:m>
                  <a:endParaRPr lang="en-US" sz="1100" b="0" dirty="0"/>
                </a:p>
                <a:p>
                  <a:endParaRPr lang="en-US" dirty="0"/>
                </a:p>
              </p:txBody>
            </p:sp>
          </mc:Choice>
          <mc:Fallback xmlns="">
            <p:sp>
              <p:nvSpPr>
                <p:cNvPr id="123" name="TextBox 122">
                  <a:extLst>
                    <a:ext uri="{FF2B5EF4-FFF2-40B4-BE49-F238E27FC236}">
                      <a16:creationId xmlns:a16="http://schemas.microsoft.com/office/drawing/2014/main" id="{8A7FB309-A8B5-477C-CA66-F5BFB83B19E6}"/>
                    </a:ext>
                  </a:extLst>
                </p:cNvPr>
                <p:cNvSpPr txBox="1">
                  <a:spLocks noRot="1" noChangeAspect="1" noMove="1" noResize="1" noEditPoints="1" noAdjustHandles="1" noChangeArrowheads="1" noChangeShapeType="1" noTextEdit="1"/>
                </p:cNvSpPr>
                <p:nvPr/>
              </p:nvSpPr>
              <p:spPr>
                <a:xfrm>
                  <a:off x="2054970" y="5561618"/>
                  <a:ext cx="347531" cy="448905"/>
                </a:xfrm>
                <a:prstGeom prst="rect">
                  <a:avLst/>
                </a:prstGeom>
                <a:blipFill>
                  <a:blip r:embed="rId19"/>
                  <a:stretch>
                    <a:fillRect/>
                  </a:stretch>
                </a:blipFill>
              </p:spPr>
              <p:txBody>
                <a:bodyPr/>
                <a:lstStyle/>
                <a:p>
                  <a:r>
                    <a:rPr lang="en-US">
                      <a:noFill/>
                    </a:rPr>
                    <a:t> </a:t>
                  </a:r>
                </a:p>
              </p:txBody>
            </p:sp>
          </mc:Fallback>
        </mc:AlternateContent>
        <p:sp>
          <p:nvSpPr>
            <p:cNvPr id="37" name="Left Bracket 36">
              <a:extLst>
                <a:ext uri="{FF2B5EF4-FFF2-40B4-BE49-F238E27FC236}">
                  <a16:creationId xmlns:a16="http://schemas.microsoft.com/office/drawing/2014/main" id="{F437725F-079A-5C58-42A8-EF8482095BD0}"/>
                </a:ext>
              </a:extLst>
            </p:cNvPr>
            <p:cNvSpPr/>
            <p:nvPr/>
          </p:nvSpPr>
          <p:spPr>
            <a:xfrm rot="10800000">
              <a:off x="2357743" y="4383545"/>
              <a:ext cx="51707" cy="1300274"/>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8" name="Left Bracket 37">
              <a:extLst>
                <a:ext uri="{FF2B5EF4-FFF2-40B4-BE49-F238E27FC236}">
                  <a16:creationId xmlns:a16="http://schemas.microsoft.com/office/drawing/2014/main" id="{13D97F5F-AB44-A761-9B4D-166B116770D5}"/>
                </a:ext>
              </a:extLst>
            </p:cNvPr>
            <p:cNvSpPr/>
            <p:nvPr/>
          </p:nvSpPr>
          <p:spPr>
            <a:xfrm>
              <a:off x="2027653" y="4383545"/>
              <a:ext cx="51707" cy="1300274"/>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54" name="Group 53">
            <a:extLst>
              <a:ext uri="{FF2B5EF4-FFF2-40B4-BE49-F238E27FC236}">
                <a16:creationId xmlns:a16="http://schemas.microsoft.com/office/drawing/2014/main" id="{2645E40E-D003-A46B-AD34-F5B9D89AD449}"/>
              </a:ext>
            </a:extLst>
          </p:cNvPr>
          <p:cNvGrpSpPr/>
          <p:nvPr/>
        </p:nvGrpSpPr>
        <p:grpSpPr>
          <a:xfrm>
            <a:off x="8002809" y="3575822"/>
            <a:ext cx="301049" cy="1256897"/>
            <a:chOff x="2057320" y="4383545"/>
            <a:chExt cx="301049" cy="1256897"/>
          </a:xfrm>
        </p:grpSpPr>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4B658E2C-4EC7-3ADC-3ED5-15D9239CCDD7}"/>
                    </a:ext>
                  </a:extLst>
                </p:cNvPr>
                <p:cNvSpPr txBox="1"/>
                <p:nvPr/>
              </p:nvSpPr>
              <p:spPr>
                <a:xfrm>
                  <a:off x="2102849" y="4745401"/>
                  <a:ext cx="220637" cy="1720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sz="1100" b="0" i="1" smtClean="0">
                                <a:latin typeface="Cambria Math" panose="02040503050406030204" pitchFamily="18" charset="0"/>
                              </a:rPr>
                              <m:t>1</m:t>
                            </m:r>
                          </m:sub>
                          <m:sup>
                            <m:r>
                              <a:rPr lang="en-US" sz="1100" b="0" i="1" smtClean="0">
                                <a:latin typeface="Cambria Math" panose="02040503050406030204" pitchFamily="18" charset="0"/>
                              </a:rPr>
                              <m:t>2</m:t>
                            </m:r>
                          </m:sup>
                        </m:sSubSup>
                      </m:oMath>
                    </m:oMathPara>
                  </a14:m>
                  <a:endParaRPr lang="en-US" sz="1100" b="0" dirty="0"/>
                </a:p>
              </p:txBody>
            </p:sp>
          </mc:Choice>
          <mc:Fallback xmlns="">
            <p:sp>
              <p:nvSpPr>
                <p:cNvPr id="55" name="TextBox 54">
                  <a:extLst>
                    <a:ext uri="{FF2B5EF4-FFF2-40B4-BE49-F238E27FC236}">
                      <a16:creationId xmlns:a16="http://schemas.microsoft.com/office/drawing/2014/main" id="{4B658E2C-4EC7-3ADC-3ED5-15D9239CCDD7}"/>
                    </a:ext>
                  </a:extLst>
                </p:cNvPr>
                <p:cNvSpPr txBox="1">
                  <a:spLocks noRot="1" noChangeAspect="1" noMove="1" noResize="1" noEditPoints="1" noAdjustHandles="1" noChangeArrowheads="1" noChangeShapeType="1" noTextEdit="1"/>
                </p:cNvSpPr>
                <p:nvPr/>
              </p:nvSpPr>
              <p:spPr>
                <a:xfrm>
                  <a:off x="2102849" y="4745401"/>
                  <a:ext cx="220637" cy="172098"/>
                </a:xfrm>
                <a:prstGeom prst="rect">
                  <a:avLst/>
                </a:prstGeom>
                <a:blipFill>
                  <a:blip r:embed="rId20"/>
                  <a:stretch>
                    <a:fillRect l="-16667" r="-5556" b="-2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ED21AE26-CB44-CBF3-17DA-4E3FD2173E3A}"/>
                    </a:ext>
                  </a:extLst>
                </p:cNvPr>
                <p:cNvSpPr txBox="1"/>
                <p:nvPr/>
              </p:nvSpPr>
              <p:spPr>
                <a:xfrm>
                  <a:off x="2102849" y="4449305"/>
                  <a:ext cx="220637" cy="17171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sz="1100" b="0" i="1" smtClean="0">
                                <a:latin typeface="Cambria Math" panose="02040503050406030204" pitchFamily="18" charset="0"/>
                              </a:rPr>
                              <m:t>1</m:t>
                            </m:r>
                          </m:sub>
                          <m:sup>
                            <m:r>
                              <a:rPr lang="en-US" sz="1100" b="0" i="1" smtClean="0">
                                <a:latin typeface="Cambria Math" panose="02040503050406030204" pitchFamily="18" charset="0"/>
                              </a:rPr>
                              <m:t>1</m:t>
                            </m:r>
                          </m:sup>
                        </m:sSubSup>
                      </m:oMath>
                    </m:oMathPara>
                  </a14:m>
                  <a:endParaRPr lang="en-US" sz="1100" b="0" dirty="0"/>
                </a:p>
              </p:txBody>
            </p:sp>
          </mc:Choice>
          <mc:Fallback xmlns="">
            <p:sp>
              <p:nvSpPr>
                <p:cNvPr id="56" name="TextBox 55">
                  <a:extLst>
                    <a:ext uri="{FF2B5EF4-FFF2-40B4-BE49-F238E27FC236}">
                      <a16:creationId xmlns:a16="http://schemas.microsoft.com/office/drawing/2014/main" id="{ED21AE26-CB44-CBF3-17DA-4E3FD2173E3A}"/>
                    </a:ext>
                  </a:extLst>
                </p:cNvPr>
                <p:cNvSpPr txBox="1">
                  <a:spLocks noRot="1" noChangeAspect="1" noMove="1" noResize="1" noEditPoints="1" noAdjustHandles="1" noChangeArrowheads="1" noChangeShapeType="1" noTextEdit="1"/>
                </p:cNvSpPr>
                <p:nvPr/>
              </p:nvSpPr>
              <p:spPr>
                <a:xfrm>
                  <a:off x="2102849" y="4449305"/>
                  <a:ext cx="220637" cy="171714"/>
                </a:xfrm>
                <a:prstGeom prst="rect">
                  <a:avLst/>
                </a:prstGeom>
                <a:blipFill>
                  <a:blip r:embed="rId21"/>
                  <a:stretch>
                    <a:fillRect l="-16667" r="-5556"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4D54779F-3C66-4522-DB7D-E31CF3685DE2}"/>
                    </a:ext>
                  </a:extLst>
                </p:cNvPr>
                <p:cNvSpPr txBox="1"/>
                <p:nvPr/>
              </p:nvSpPr>
              <p:spPr>
                <a:xfrm>
                  <a:off x="2102849" y="5041881"/>
                  <a:ext cx="220637" cy="1729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sz="1100" b="0" i="1" smtClean="0">
                                <a:latin typeface="Cambria Math" panose="02040503050406030204" pitchFamily="18" charset="0"/>
                              </a:rPr>
                              <m:t>1</m:t>
                            </m:r>
                          </m:sub>
                          <m:sup>
                            <m:r>
                              <a:rPr lang="en-US" sz="1100" b="0" i="1" smtClean="0">
                                <a:latin typeface="Cambria Math" panose="02040503050406030204" pitchFamily="18" charset="0"/>
                              </a:rPr>
                              <m:t>3</m:t>
                            </m:r>
                          </m:sup>
                        </m:sSubSup>
                      </m:oMath>
                    </m:oMathPara>
                  </a14:m>
                  <a:endParaRPr lang="en-US" sz="1100" b="0" dirty="0"/>
                </a:p>
              </p:txBody>
            </p:sp>
          </mc:Choice>
          <mc:Fallback xmlns="">
            <p:sp>
              <p:nvSpPr>
                <p:cNvPr id="57" name="TextBox 56">
                  <a:extLst>
                    <a:ext uri="{FF2B5EF4-FFF2-40B4-BE49-F238E27FC236}">
                      <a16:creationId xmlns:a16="http://schemas.microsoft.com/office/drawing/2014/main" id="{4D54779F-3C66-4522-DB7D-E31CF3685DE2}"/>
                    </a:ext>
                  </a:extLst>
                </p:cNvPr>
                <p:cNvSpPr txBox="1">
                  <a:spLocks noRot="1" noChangeAspect="1" noMove="1" noResize="1" noEditPoints="1" noAdjustHandles="1" noChangeArrowheads="1" noChangeShapeType="1" noTextEdit="1"/>
                </p:cNvSpPr>
                <p:nvPr/>
              </p:nvSpPr>
              <p:spPr>
                <a:xfrm>
                  <a:off x="2102849" y="5041881"/>
                  <a:ext cx="220637" cy="172932"/>
                </a:xfrm>
                <a:prstGeom prst="rect">
                  <a:avLst/>
                </a:prstGeom>
                <a:blipFill>
                  <a:blip r:embed="rId22"/>
                  <a:stretch>
                    <a:fillRect l="-16667" r="-11111"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29495801-8FE0-1002-002F-C61A1AD4CE29}"/>
                    </a:ext>
                  </a:extLst>
                </p:cNvPr>
                <p:cNvSpPr txBox="1"/>
                <p:nvPr/>
              </p:nvSpPr>
              <p:spPr>
                <a:xfrm>
                  <a:off x="2102849" y="5339195"/>
                  <a:ext cx="220637" cy="17139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sz="1100" b="0" i="1" smtClean="0">
                                <a:latin typeface="Cambria Math" panose="02040503050406030204" pitchFamily="18" charset="0"/>
                              </a:rPr>
                              <m:t>1</m:t>
                            </m:r>
                          </m:sub>
                          <m:sup>
                            <m:r>
                              <a:rPr lang="en-US" sz="1100" b="0" i="1" smtClean="0">
                                <a:latin typeface="Cambria Math" panose="02040503050406030204" pitchFamily="18" charset="0"/>
                              </a:rPr>
                              <m:t>4</m:t>
                            </m:r>
                          </m:sup>
                        </m:sSubSup>
                      </m:oMath>
                    </m:oMathPara>
                  </a14:m>
                  <a:endParaRPr lang="en-US" sz="1100" b="0" dirty="0"/>
                </a:p>
              </p:txBody>
            </p:sp>
          </mc:Choice>
          <mc:Fallback xmlns="">
            <p:sp>
              <p:nvSpPr>
                <p:cNvPr id="62" name="TextBox 61">
                  <a:extLst>
                    <a:ext uri="{FF2B5EF4-FFF2-40B4-BE49-F238E27FC236}">
                      <a16:creationId xmlns:a16="http://schemas.microsoft.com/office/drawing/2014/main" id="{29495801-8FE0-1002-002F-C61A1AD4CE29}"/>
                    </a:ext>
                  </a:extLst>
                </p:cNvPr>
                <p:cNvSpPr txBox="1">
                  <a:spLocks noRot="1" noChangeAspect="1" noMove="1" noResize="1" noEditPoints="1" noAdjustHandles="1" noChangeArrowheads="1" noChangeShapeType="1" noTextEdit="1"/>
                </p:cNvSpPr>
                <p:nvPr/>
              </p:nvSpPr>
              <p:spPr>
                <a:xfrm>
                  <a:off x="2102849" y="5339195"/>
                  <a:ext cx="220637" cy="171394"/>
                </a:xfrm>
                <a:prstGeom prst="rect">
                  <a:avLst/>
                </a:prstGeom>
                <a:blipFill>
                  <a:blip r:embed="rId23"/>
                  <a:stretch>
                    <a:fillRect l="-16667" r="-5556" b="-13333"/>
                  </a:stretch>
                </a:blipFill>
              </p:spPr>
              <p:txBody>
                <a:bodyPr/>
                <a:lstStyle/>
                <a:p>
                  <a:r>
                    <a:rPr lang="en-US">
                      <a:noFill/>
                    </a:rPr>
                    <a:t> </a:t>
                  </a:r>
                </a:p>
              </p:txBody>
            </p:sp>
          </mc:Fallback>
        </mc:AlternateContent>
        <p:sp>
          <p:nvSpPr>
            <p:cNvPr id="63" name="Left Bracket 62">
              <a:extLst>
                <a:ext uri="{FF2B5EF4-FFF2-40B4-BE49-F238E27FC236}">
                  <a16:creationId xmlns:a16="http://schemas.microsoft.com/office/drawing/2014/main" id="{7483EF83-D21C-4B1E-55E8-317901FFECED}"/>
                </a:ext>
              </a:extLst>
            </p:cNvPr>
            <p:cNvSpPr/>
            <p:nvPr/>
          </p:nvSpPr>
          <p:spPr>
            <a:xfrm rot="10800000">
              <a:off x="2312650" y="4383545"/>
              <a:ext cx="45719" cy="1256897"/>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4" name="Left Bracket 63">
              <a:extLst>
                <a:ext uri="{FF2B5EF4-FFF2-40B4-BE49-F238E27FC236}">
                  <a16:creationId xmlns:a16="http://schemas.microsoft.com/office/drawing/2014/main" id="{4EB41FD7-14F2-92AD-8E29-E3985E9E6918}"/>
                </a:ext>
              </a:extLst>
            </p:cNvPr>
            <p:cNvSpPr/>
            <p:nvPr/>
          </p:nvSpPr>
          <p:spPr>
            <a:xfrm>
              <a:off x="2057320" y="4383545"/>
              <a:ext cx="45720" cy="1256890"/>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65" name="Group 64">
            <a:extLst>
              <a:ext uri="{FF2B5EF4-FFF2-40B4-BE49-F238E27FC236}">
                <a16:creationId xmlns:a16="http://schemas.microsoft.com/office/drawing/2014/main" id="{55B74E7B-D02D-AC31-B5B6-328D0A8AE973}"/>
              </a:ext>
            </a:extLst>
          </p:cNvPr>
          <p:cNvGrpSpPr/>
          <p:nvPr/>
        </p:nvGrpSpPr>
        <p:grpSpPr>
          <a:xfrm>
            <a:off x="7672083" y="3768192"/>
            <a:ext cx="301059" cy="863048"/>
            <a:chOff x="7672083" y="3768192"/>
            <a:chExt cx="301059" cy="863048"/>
          </a:xfrm>
        </p:grpSpPr>
        <p:cxnSp>
          <p:nvCxnSpPr>
            <p:cNvPr id="66" name="Straight Arrow Connector 65">
              <a:extLst>
                <a:ext uri="{FF2B5EF4-FFF2-40B4-BE49-F238E27FC236}">
                  <a16:creationId xmlns:a16="http://schemas.microsoft.com/office/drawing/2014/main" id="{C85518AF-9525-7F93-66D4-B8C479795C60}"/>
                </a:ext>
              </a:extLst>
            </p:cNvPr>
            <p:cNvCxnSpPr>
              <a:cxnSpLocks/>
            </p:cNvCxnSpPr>
            <p:nvPr/>
          </p:nvCxnSpPr>
          <p:spPr>
            <a:xfrm>
              <a:off x="7677053" y="3768192"/>
              <a:ext cx="2960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AA7C553E-CEAD-89AE-A84D-285D47EB1A92}"/>
                </a:ext>
              </a:extLst>
            </p:cNvPr>
            <p:cNvCxnSpPr>
              <a:cxnSpLocks/>
            </p:cNvCxnSpPr>
            <p:nvPr/>
          </p:nvCxnSpPr>
          <p:spPr>
            <a:xfrm>
              <a:off x="7672083" y="4067482"/>
              <a:ext cx="2960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29DC8BA1-F75E-9AD3-3C4F-20E92587FA06}"/>
                </a:ext>
              </a:extLst>
            </p:cNvPr>
            <p:cNvCxnSpPr>
              <a:cxnSpLocks/>
            </p:cNvCxnSpPr>
            <p:nvPr/>
          </p:nvCxnSpPr>
          <p:spPr>
            <a:xfrm>
              <a:off x="7672083" y="4351276"/>
              <a:ext cx="2960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8AFF571F-EF8B-0EA3-2947-A082871D5519}"/>
                </a:ext>
              </a:extLst>
            </p:cNvPr>
            <p:cNvCxnSpPr>
              <a:cxnSpLocks/>
            </p:cNvCxnSpPr>
            <p:nvPr/>
          </p:nvCxnSpPr>
          <p:spPr>
            <a:xfrm>
              <a:off x="7672083" y="4631240"/>
              <a:ext cx="2960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A0DC2B6F-12B3-4A25-AF26-2D9D869DD82E}"/>
                  </a:ext>
                </a:extLst>
              </p:cNvPr>
              <p:cNvSpPr txBox="1"/>
              <p:nvPr/>
            </p:nvSpPr>
            <p:spPr>
              <a:xfrm>
                <a:off x="10154544" y="4001485"/>
                <a:ext cx="51643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m:t>
                          </m:r>
                          <m:r>
                            <a:rPr lang="en-US" b="0" i="1" smtClean="0">
                              <a:latin typeface="Cambria Math" panose="02040503050406030204" pitchFamily="18" charset="0"/>
                            </a:rPr>
                            <m:t>=1</m:t>
                          </m:r>
                        </m:sub>
                      </m:sSub>
                    </m:oMath>
                  </m:oMathPara>
                </a14:m>
                <a:endParaRPr lang="en-US" dirty="0"/>
              </a:p>
            </p:txBody>
          </p:sp>
        </mc:Choice>
        <mc:Fallback xmlns="">
          <p:sp>
            <p:nvSpPr>
              <p:cNvPr id="73" name="TextBox 72">
                <a:extLst>
                  <a:ext uri="{FF2B5EF4-FFF2-40B4-BE49-F238E27FC236}">
                    <a16:creationId xmlns:a16="http://schemas.microsoft.com/office/drawing/2014/main" id="{A0DC2B6F-12B3-4A25-AF26-2D9D869DD82E}"/>
                  </a:ext>
                </a:extLst>
              </p:cNvPr>
              <p:cNvSpPr txBox="1">
                <a:spLocks noRot="1" noChangeAspect="1" noMove="1" noResize="1" noEditPoints="1" noAdjustHandles="1" noChangeArrowheads="1" noChangeShapeType="1" noTextEdit="1"/>
              </p:cNvSpPr>
              <p:nvPr/>
            </p:nvSpPr>
            <p:spPr>
              <a:xfrm>
                <a:off x="10154544" y="4001485"/>
                <a:ext cx="516434" cy="369332"/>
              </a:xfrm>
              <a:prstGeom prst="rect">
                <a:avLst/>
              </a:prstGeom>
              <a:blipFill>
                <a:blip r:embed="rId24"/>
                <a:stretch>
                  <a:fillRect r="-7143" b="-6452"/>
                </a:stretch>
              </a:blipFill>
            </p:spPr>
            <p:txBody>
              <a:bodyPr/>
              <a:lstStyle/>
              <a:p>
                <a:r>
                  <a:rPr lang="en-US">
                    <a:noFill/>
                  </a:rPr>
                  <a:t> </a:t>
                </a:r>
              </a:p>
            </p:txBody>
          </p:sp>
        </mc:Fallback>
      </mc:AlternateContent>
      <p:sp>
        <p:nvSpPr>
          <p:cNvPr id="74" name="Oval 73">
            <a:extLst>
              <a:ext uri="{FF2B5EF4-FFF2-40B4-BE49-F238E27FC236}">
                <a16:creationId xmlns:a16="http://schemas.microsoft.com/office/drawing/2014/main" id="{094BFB19-3A92-52B4-FE66-4A9F664DD9F0}"/>
              </a:ext>
            </a:extLst>
          </p:cNvPr>
          <p:cNvSpPr/>
          <p:nvPr/>
        </p:nvSpPr>
        <p:spPr>
          <a:xfrm>
            <a:off x="9318740" y="4055316"/>
            <a:ext cx="231228" cy="228600"/>
          </a:xfrm>
          <a:prstGeom prst="ellipse">
            <a:avLst/>
          </a:prstGeom>
          <a:solidFill>
            <a:schemeClr val="accent6">
              <a:lumMod val="75000"/>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Right Arrow 74">
            <a:extLst>
              <a:ext uri="{FF2B5EF4-FFF2-40B4-BE49-F238E27FC236}">
                <a16:creationId xmlns:a16="http://schemas.microsoft.com/office/drawing/2014/main" id="{A0F56982-A947-F536-9498-A0F19EB95419}"/>
              </a:ext>
            </a:extLst>
          </p:cNvPr>
          <p:cNvSpPr/>
          <p:nvPr/>
        </p:nvSpPr>
        <p:spPr>
          <a:xfrm flipV="1">
            <a:off x="9656491" y="4133293"/>
            <a:ext cx="370114" cy="114300"/>
          </a:xfrm>
          <a:prstGeom prst="rightArrow">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9" name="Group 98">
            <a:extLst>
              <a:ext uri="{FF2B5EF4-FFF2-40B4-BE49-F238E27FC236}">
                <a16:creationId xmlns:a16="http://schemas.microsoft.com/office/drawing/2014/main" id="{82F069C0-54F5-08DB-CBCE-32606F5A1406}"/>
              </a:ext>
            </a:extLst>
          </p:cNvPr>
          <p:cNvGrpSpPr/>
          <p:nvPr/>
        </p:nvGrpSpPr>
        <p:grpSpPr>
          <a:xfrm>
            <a:off x="6297754" y="4572412"/>
            <a:ext cx="396781" cy="1740321"/>
            <a:chOff x="5428256" y="1880159"/>
            <a:chExt cx="396781" cy="1740321"/>
          </a:xfrm>
        </p:grpSpPr>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3428AF7D-FC01-78E7-F99D-1FBC735A15A0}"/>
                    </a:ext>
                  </a:extLst>
                </p:cNvPr>
                <p:cNvSpPr txBox="1"/>
                <p:nvPr/>
              </p:nvSpPr>
              <p:spPr>
                <a:xfrm>
                  <a:off x="5488633" y="2310268"/>
                  <a:ext cx="286745" cy="4490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𝑥</m:t>
                            </m:r>
                          </m:e>
                          <m:sub>
                            <m:r>
                              <a:rPr lang="en-US" sz="1100" b="0" i="1" smtClean="0">
                                <a:latin typeface="Cambria Math" panose="02040503050406030204" pitchFamily="18" charset="0"/>
                              </a:rPr>
                              <m:t>𝑡</m:t>
                            </m:r>
                            <m:r>
                              <a:rPr lang="en-US" sz="1100" b="0" i="1" smtClean="0">
                                <a:latin typeface="Cambria Math" panose="02040503050406030204" pitchFamily="18" charset="0"/>
                              </a:rPr>
                              <m:t>1</m:t>
                            </m:r>
                          </m:sub>
                          <m:sup>
                            <m:r>
                              <a:rPr lang="en-US" sz="1100" b="0" i="1" smtClean="0">
                                <a:latin typeface="Cambria Math" panose="02040503050406030204" pitchFamily="18" charset="0"/>
                              </a:rPr>
                              <m:t>2</m:t>
                            </m:r>
                          </m:sup>
                        </m:sSubSup>
                      </m:oMath>
                    </m:oMathPara>
                  </a14:m>
                  <a:endParaRPr lang="en-US" sz="1100" b="0" dirty="0"/>
                </a:p>
                <a:p>
                  <a:endParaRPr lang="en-US" dirty="0"/>
                </a:p>
              </p:txBody>
            </p:sp>
          </mc:Choice>
          <mc:Fallback xmlns="">
            <p:sp>
              <p:nvSpPr>
                <p:cNvPr id="100" name="TextBox 99">
                  <a:extLst>
                    <a:ext uri="{FF2B5EF4-FFF2-40B4-BE49-F238E27FC236}">
                      <a16:creationId xmlns:a16="http://schemas.microsoft.com/office/drawing/2014/main" id="{3428AF7D-FC01-78E7-F99D-1FBC735A15A0}"/>
                    </a:ext>
                  </a:extLst>
                </p:cNvPr>
                <p:cNvSpPr txBox="1">
                  <a:spLocks noRot="1" noChangeAspect="1" noMove="1" noResize="1" noEditPoints="1" noAdjustHandles="1" noChangeArrowheads="1" noChangeShapeType="1" noTextEdit="1"/>
                </p:cNvSpPr>
                <p:nvPr/>
              </p:nvSpPr>
              <p:spPr>
                <a:xfrm>
                  <a:off x="5488633" y="2310268"/>
                  <a:ext cx="286745" cy="449097"/>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A6F02F4E-BC08-7400-785E-BDFCB1DCD64D}"/>
                    </a:ext>
                  </a:extLst>
                </p:cNvPr>
                <p:cNvSpPr txBox="1"/>
                <p:nvPr/>
              </p:nvSpPr>
              <p:spPr>
                <a:xfrm>
                  <a:off x="5488633" y="1880159"/>
                  <a:ext cx="298800" cy="44871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𝑥</m:t>
                            </m:r>
                          </m:e>
                          <m:sub>
                            <m:r>
                              <a:rPr lang="en-US" sz="1100" b="0" i="1" smtClean="0">
                                <a:latin typeface="Cambria Math" panose="02040503050406030204" pitchFamily="18" charset="0"/>
                              </a:rPr>
                              <m:t>𝑡</m:t>
                            </m:r>
                            <m:r>
                              <a:rPr lang="en-US" sz="1100" b="0" i="1" smtClean="0">
                                <a:latin typeface="Cambria Math" panose="02040503050406030204" pitchFamily="18" charset="0"/>
                              </a:rPr>
                              <m:t>1</m:t>
                            </m:r>
                          </m:sub>
                          <m:sup>
                            <m:r>
                              <a:rPr lang="en-US" sz="1100" b="0" i="1" smtClean="0">
                                <a:latin typeface="Cambria Math" panose="02040503050406030204" pitchFamily="18" charset="0"/>
                              </a:rPr>
                              <m:t>1</m:t>
                            </m:r>
                          </m:sup>
                        </m:sSubSup>
                      </m:oMath>
                    </m:oMathPara>
                  </a14:m>
                  <a:endParaRPr lang="en-US" sz="1100" b="0" dirty="0"/>
                </a:p>
                <a:p>
                  <a:endParaRPr lang="en-US" dirty="0"/>
                </a:p>
              </p:txBody>
            </p:sp>
          </mc:Choice>
          <mc:Fallback xmlns="">
            <p:sp>
              <p:nvSpPr>
                <p:cNvPr id="101" name="TextBox 100">
                  <a:extLst>
                    <a:ext uri="{FF2B5EF4-FFF2-40B4-BE49-F238E27FC236}">
                      <a16:creationId xmlns:a16="http://schemas.microsoft.com/office/drawing/2014/main" id="{A6F02F4E-BC08-7400-785E-BDFCB1DCD64D}"/>
                    </a:ext>
                  </a:extLst>
                </p:cNvPr>
                <p:cNvSpPr txBox="1">
                  <a:spLocks noRot="1" noChangeAspect="1" noMove="1" noResize="1" noEditPoints="1" noAdjustHandles="1" noChangeArrowheads="1" noChangeShapeType="1" noTextEdit="1"/>
                </p:cNvSpPr>
                <p:nvPr/>
              </p:nvSpPr>
              <p:spPr>
                <a:xfrm>
                  <a:off x="5488633" y="1880159"/>
                  <a:ext cx="298800" cy="448713"/>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8F1058C7-087D-AC07-9071-EF1E78384865}"/>
                    </a:ext>
                  </a:extLst>
                </p:cNvPr>
                <p:cNvSpPr txBox="1"/>
                <p:nvPr/>
              </p:nvSpPr>
              <p:spPr>
                <a:xfrm>
                  <a:off x="5477135" y="2740761"/>
                  <a:ext cx="287579" cy="4499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𝑥</m:t>
                            </m:r>
                          </m:e>
                          <m:sub>
                            <m:r>
                              <a:rPr lang="en-US" sz="1100" b="0" i="1" smtClean="0">
                                <a:latin typeface="Cambria Math" panose="02040503050406030204" pitchFamily="18" charset="0"/>
                              </a:rPr>
                              <m:t>𝑡</m:t>
                            </m:r>
                            <m:r>
                              <a:rPr lang="en-US" sz="1100" b="0" i="1" smtClean="0">
                                <a:latin typeface="Cambria Math" panose="02040503050406030204" pitchFamily="18" charset="0"/>
                              </a:rPr>
                              <m:t>1</m:t>
                            </m:r>
                          </m:sub>
                          <m:sup>
                            <m:r>
                              <a:rPr lang="en-US" sz="1100" b="0" i="1" smtClean="0">
                                <a:latin typeface="Cambria Math" panose="02040503050406030204" pitchFamily="18" charset="0"/>
                              </a:rPr>
                              <m:t>3</m:t>
                            </m:r>
                          </m:sup>
                        </m:sSubSup>
                      </m:oMath>
                    </m:oMathPara>
                  </a14:m>
                  <a:endParaRPr lang="en-US" sz="1100" b="0" dirty="0"/>
                </a:p>
                <a:p>
                  <a:endParaRPr lang="en-US" dirty="0"/>
                </a:p>
              </p:txBody>
            </p:sp>
          </mc:Choice>
          <mc:Fallback xmlns="">
            <p:sp>
              <p:nvSpPr>
                <p:cNvPr id="102" name="TextBox 101">
                  <a:extLst>
                    <a:ext uri="{FF2B5EF4-FFF2-40B4-BE49-F238E27FC236}">
                      <a16:creationId xmlns:a16="http://schemas.microsoft.com/office/drawing/2014/main" id="{8F1058C7-087D-AC07-9071-EF1E78384865}"/>
                    </a:ext>
                  </a:extLst>
                </p:cNvPr>
                <p:cNvSpPr txBox="1">
                  <a:spLocks noRot="1" noChangeAspect="1" noMove="1" noResize="1" noEditPoints="1" noAdjustHandles="1" noChangeArrowheads="1" noChangeShapeType="1" noTextEdit="1"/>
                </p:cNvSpPr>
                <p:nvPr/>
              </p:nvSpPr>
              <p:spPr>
                <a:xfrm>
                  <a:off x="5477135" y="2740761"/>
                  <a:ext cx="287579" cy="449931"/>
                </a:xfrm>
                <a:prstGeom prst="rect">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A240A67F-4F4E-0729-DE79-B603973B54F6}"/>
                    </a:ext>
                  </a:extLst>
                </p:cNvPr>
                <p:cNvSpPr txBox="1"/>
                <p:nvPr/>
              </p:nvSpPr>
              <p:spPr>
                <a:xfrm>
                  <a:off x="5480063" y="3172088"/>
                  <a:ext cx="287579" cy="4483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𝑥</m:t>
                            </m:r>
                          </m:e>
                          <m:sub>
                            <m:r>
                              <a:rPr lang="en-US" sz="1100" b="0" i="1" smtClean="0">
                                <a:latin typeface="Cambria Math" panose="02040503050406030204" pitchFamily="18" charset="0"/>
                              </a:rPr>
                              <m:t>𝑡</m:t>
                            </m:r>
                            <m:r>
                              <a:rPr lang="en-US" sz="1100" b="0" i="1" smtClean="0">
                                <a:latin typeface="Cambria Math" panose="02040503050406030204" pitchFamily="18" charset="0"/>
                              </a:rPr>
                              <m:t>1</m:t>
                            </m:r>
                          </m:sub>
                          <m:sup>
                            <m:r>
                              <a:rPr lang="en-US" sz="1100" b="0" i="1" smtClean="0">
                                <a:latin typeface="Cambria Math" panose="02040503050406030204" pitchFamily="18" charset="0"/>
                              </a:rPr>
                              <m:t>4</m:t>
                            </m:r>
                          </m:sup>
                        </m:sSubSup>
                      </m:oMath>
                    </m:oMathPara>
                  </a14:m>
                  <a:endParaRPr lang="en-US" sz="1100" b="0" dirty="0"/>
                </a:p>
                <a:p>
                  <a:endParaRPr lang="en-US" dirty="0"/>
                </a:p>
              </p:txBody>
            </p:sp>
          </mc:Choice>
          <mc:Fallback xmlns="">
            <p:sp>
              <p:nvSpPr>
                <p:cNvPr id="108" name="TextBox 107">
                  <a:extLst>
                    <a:ext uri="{FF2B5EF4-FFF2-40B4-BE49-F238E27FC236}">
                      <a16:creationId xmlns:a16="http://schemas.microsoft.com/office/drawing/2014/main" id="{A240A67F-4F4E-0729-DE79-B603973B54F6}"/>
                    </a:ext>
                  </a:extLst>
                </p:cNvPr>
                <p:cNvSpPr txBox="1">
                  <a:spLocks noRot="1" noChangeAspect="1" noMove="1" noResize="1" noEditPoints="1" noAdjustHandles="1" noChangeArrowheads="1" noChangeShapeType="1" noTextEdit="1"/>
                </p:cNvSpPr>
                <p:nvPr/>
              </p:nvSpPr>
              <p:spPr>
                <a:xfrm>
                  <a:off x="5480063" y="3172088"/>
                  <a:ext cx="287579" cy="448392"/>
                </a:xfrm>
                <a:prstGeom prst="rect">
                  <a:avLst/>
                </a:prstGeom>
                <a:blipFill>
                  <a:blip r:embed="rId28"/>
                  <a:stretch>
                    <a:fillRect/>
                  </a:stretch>
                </a:blipFill>
              </p:spPr>
              <p:txBody>
                <a:bodyPr/>
                <a:lstStyle/>
                <a:p>
                  <a:r>
                    <a:rPr lang="en-US">
                      <a:noFill/>
                    </a:rPr>
                    <a:t> </a:t>
                  </a:r>
                </a:p>
              </p:txBody>
            </p:sp>
          </mc:Fallback>
        </mc:AlternateContent>
        <p:sp>
          <p:nvSpPr>
            <p:cNvPr id="109" name="Left Bracket 108">
              <a:extLst>
                <a:ext uri="{FF2B5EF4-FFF2-40B4-BE49-F238E27FC236}">
                  <a16:creationId xmlns:a16="http://schemas.microsoft.com/office/drawing/2014/main" id="{849444B8-1887-388B-BDC7-3AE686AD299A}"/>
                </a:ext>
              </a:extLst>
            </p:cNvPr>
            <p:cNvSpPr/>
            <p:nvPr/>
          </p:nvSpPr>
          <p:spPr>
            <a:xfrm>
              <a:off x="5428256" y="1994015"/>
              <a:ext cx="51707" cy="1300274"/>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0" name="Left Bracket 109">
              <a:extLst>
                <a:ext uri="{FF2B5EF4-FFF2-40B4-BE49-F238E27FC236}">
                  <a16:creationId xmlns:a16="http://schemas.microsoft.com/office/drawing/2014/main" id="{64B64F08-3EEC-9527-462E-BBC0B757C2B1}"/>
                </a:ext>
              </a:extLst>
            </p:cNvPr>
            <p:cNvSpPr/>
            <p:nvPr/>
          </p:nvSpPr>
          <p:spPr>
            <a:xfrm rot="10800000">
              <a:off x="5773330" y="1988146"/>
              <a:ext cx="51707" cy="1300274"/>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134" name="Rectangle 133">
            <a:extLst>
              <a:ext uri="{FF2B5EF4-FFF2-40B4-BE49-F238E27FC236}">
                <a16:creationId xmlns:a16="http://schemas.microsoft.com/office/drawing/2014/main" id="{46FD624F-CB01-66C3-87BF-2B295BDEC47F}"/>
              </a:ext>
            </a:extLst>
          </p:cNvPr>
          <p:cNvSpPr/>
          <p:nvPr/>
        </p:nvSpPr>
        <p:spPr>
          <a:xfrm>
            <a:off x="3847047" y="1610591"/>
            <a:ext cx="566928" cy="197528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zh-CN" altLang="en-US" sz="1400" dirty="0"/>
              <a:t> </a:t>
            </a:r>
            <a:r>
              <a:rPr lang="en-US" altLang="zh-CN" sz="1400" dirty="0"/>
              <a:t>like </a:t>
            </a:r>
            <a:endParaRPr lang="en-US" sz="1400" dirty="0"/>
          </a:p>
        </p:txBody>
      </p:sp>
    </p:spTree>
    <p:extLst>
      <p:ext uri="{BB962C8B-B14F-4D97-AF65-F5344CB8AC3E}">
        <p14:creationId xmlns:p14="http://schemas.microsoft.com/office/powerpoint/2010/main" val="2105671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A103E-A368-6C91-0ED5-820FD56EAEB7}"/>
              </a:ext>
            </a:extLst>
          </p:cNvPr>
          <p:cNvSpPr>
            <a:spLocks noGrp="1"/>
          </p:cNvSpPr>
          <p:nvPr>
            <p:ph type="title"/>
          </p:nvPr>
        </p:nvSpPr>
        <p:spPr/>
        <p:txBody>
          <a:bodyPr/>
          <a:lstStyle/>
          <a:p>
            <a:r>
              <a:rPr lang="en-US" dirty="0"/>
              <a:t>Step </a:t>
            </a:r>
            <a:r>
              <a:rPr lang="en-US" altLang="zh-CN" dirty="0"/>
              <a:t>2</a:t>
            </a:r>
            <a:r>
              <a:rPr lang="en-US" dirty="0"/>
              <a:t>: Forward to calculate y</a:t>
            </a:r>
            <a:endParaRPr lang="en-US" b="1" dirty="0"/>
          </a:p>
        </p:txBody>
      </p:sp>
      <p:sp>
        <p:nvSpPr>
          <p:cNvPr id="4" name="Slide Number Placeholder 3">
            <a:extLst>
              <a:ext uri="{FF2B5EF4-FFF2-40B4-BE49-F238E27FC236}">
                <a16:creationId xmlns:a16="http://schemas.microsoft.com/office/drawing/2014/main" id="{4B1F9F87-CD6F-BE52-1730-2D0B97CCD0F6}"/>
              </a:ext>
            </a:extLst>
          </p:cNvPr>
          <p:cNvSpPr>
            <a:spLocks noGrp="1"/>
          </p:cNvSpPr>
          <p:nvPr>
            <p:ph type="sldNum" sz="quarter" idx="12"/>
          </p:nvPr>
        </p:nvSpPr>
        <p:spPr/>
        <p:txBody>
          <a:bodyPr/>
          <a:lstStyle/>
          <a:p>
            <a:fld id="{ACE956E7-2A6A-4E70-9F41-09A4B3DE69AA}" type="slidenum">
              <a:rPr lang="en-US" smtClean="0"/>
              <a:t>8</a:t>
            </a:fld>
            <a:endParaRPr lang="en-US" dirty="0"/>
          </a:p>
        </p:txBody>
      </p:sp>
      <p:sp>
        <p:nvSpPr>
          <p:cNvPr id="5" name="Slide Number Placeholder 3">
            <a:extLst>
              <a:ext uri="{FF2B5EF4-FFF2-40B4-BE49-F238E27FC236}">
                <a16:creationId xmlns:a16="http://schemas.microsoft.com/office/drawing/2014/main" id="{518197FD-DA27-30EA-B2B6-3D8664A450C9}"/>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CE956E7-2A6A-4E70-9F41-09A4B3DE69AA}" type="slidenum">
              <a:rPr lang="en-US" smtClean="0"/>
              <a:pPr/>
              <a:t>8</a:t>
            </a:fld>
            <a:endParaRPr lang="en-US"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D0D1DAD-5F56-4763-E6CC-2794EC9E4178}"/>
                  </a:ext>
                </a:extLst>
              </p:cNvPr>
              <p:cNvSpPr txBox="1"/>
              <p:nvPr/>
            </p:nvSpPr>
            <p:spPr>
              <a:xfrm>
                <a:off x="10154544" y="4001485"/>
                <a:ext cx="51643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m:t>
                          </m:r>
                          <m:r>
                            <a:rPr lang="en-US" b="0" i="1" smtClean="0">
                              <a:latin typeface="Cambria Math" panose="02040503050406030204" pitchFamily="18" charset="0"/>
                            </a:rPr>
                            <m:t>=2</m:t>
                          </m:r>
                        </m:sub>
                      </m:sSub>
                    </m:oMath>
                  </m:oMathPara>
                </a14:m>
                <a:endParaRPr lang="en-US" dirty="0"/>
              </a:p>
            </p:txBody>
          </p:sp>
        </mc:Choice>
        <mc:Fallback xmlns="">
          <p:sp>
            <p:nvSpPr>
              <p:cNvPr id="8" name="TextBox 7">
                <a:extLst>
                  <a:ext uri="{FF2B5EF4-FFF2-40B4-BE49-F238E27FC236}">
                    <a16:creationId xmlns:a16="http://schemas.microsoft.com/office/drawing/2014/main" id="{9D0D1DAD-5F56-4763-E6CC-2794EC9E4178}"/>
                  </a:ext>
                </a:extLst>
              </p:cNvPr>
              <p:cNvSpPr txBox="1">
                <a:spLocks noRot="1" noChangeAspect="1" noMove="1" noResize="1" noEditPoints="1" noAdjustHandles="1" noChangeArrowheads="1" noChangeShapeType="1" noTextEdit="1"/>
              </p:cNvSpPr>
              <p:nvPr/>
            </p:nvSpPr>
            <p:spPr>
              <a:xfrm>
                <a:off x="10154544" y="4001485"/>
                <a:ext cx="516434" cy="369332"/>
              </a:xfrm>
              <a:prstGeom prst="rect">
                <a:avLst/>
              </a:prstGeom>
              <a:blipFill>
                <a:blip r:embed="rId3"/>
                <a:stretch>
                  <a:fillRect r="-7143" b="-6452"/>
                </a:stretch>
              </a:blipFill>
            </p:spPr>
            <p:txBody>
              <a:bodyPr/>
              <a:lstStyle/>
              <a:p>
                <a:r>
                  <a:rPr lang="en-US">
                    <a:noFill/>
                  </a:rPr>
                  <a:t> </a:t>
                </a:r>
              </a:p>
            </p:txBody>
          </p:sp>
        </mc:Fallback>
      </mc:AlternateContent>
      <p:grpSp>
        <p:nvGrpSpPr>
          <p:cNvPr id="22" name="Group 21">
            <a:extLst>
              <a:ext uri="{FF2B5EF4-FFF2-40B4-BE49-F238E27FC236}">
                <a16:creationId xmlns:a16="http://schemas.microsoft.com/office/drawing/2014/main" id="{F2360789-5E3F-30AA-7650-59E1617DEACF}"/>
              </a:ext>
            </a:extLst>
          </p:cNvPr>
          <p:cNvGrpSpPr/>
          <p:nvPr/>
        </p:nvGrpSpPr>
        <p:grpSpPr>
          <a:xfrm>
            <a:off x="8380421" y="3620480"/>
            <a:ext cx="971045" cy="1212239"/>
            <a:chOff x="10240238" y="3945675"/>
            <a:chExt cx="971045" cy="1212239"/>
          </a:xfrm>
        </p:grpSpPr>
        <p:cxnSp>
          <p:nvCxnSpPr>
            <p:cNvPr id="23" name="Straight Connector 22">
              <a:extLst>
                <a:ext uri="{FF2B5EF4-FFF2-40B4-BE49-F238E27FC236}">
                  <a16:creationId xmlns:a16="http://schemas.microsoft.com/office/drawing/2014/main" id="{6A15015F-44CA-2707-42E9-B11F0BDA5E85}"/>
                </a:ext>
              </a:extLst>
            </p:cNvPr>
            <p:cNvCxnSpPr>
              <a:cxnSpLocks/>
            </p:cNvCxnSpPr>
            <p:nvPr/>
          </p:nvCxnSpPr>
          <p:spPr>
            <a:xfrm>
              <a:off x="10240238" y="3945675"/>
              <a:ext cx="927341" cy="409057"/>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DF04727-8075-F395-3A2F-5A7EE9D197E8}"/>
                </a:ext>
              </a:extLst>
            </p:cNvPr>
            <p:cNvCxnSpPr>
              <a:cxnSpLocks/>
            </p:cNvCxnSpPr>
            <p:nvPr/>
          </p:nvCxnSpPr>
          <p:spPr>
            <a:xfrm flipV="1">
              <a:off x="10240238" y="4622244"/>
              <a:ext cx="971045" cy="53567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C89D3CE5-C8CC-9E87-749A-FFDC9A7795B4}"/>
                    </a:ext>
                  </a:extLst>
                </p:cNvPr>
                <p:cNvSpPr txBox="1"/>
                <p:nvPr/>
              </p:nvSpPr>
              <p:spPr>
                <a:xfrm>
                  <a:off x="10391225" y="4315544"/>
                  <a:ext cx="37702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i="1" smtClean="0">
                            <a:latin typeface="Cambria Math" panose="02040503050406030204" pitchFamily="18" charset="0"/>
                          </a:rPr>
                          <m:t>V</m:t>
                        </m:r>
                      </m:oMath>
                    </m:oMathPara>
                  </a14:m>
                  <a:endParaRPr lang="en-US" dirty="0"/>
                </a:p>
              </p:txBody>
            </p:sp>
          </mc:Choice>
          <mc:Fallback xmlns="">
            <p:sp>
              <p:nvSpPr>
                <p:cNvPr id="25" name="TextBox 24">
                  <a:extLst>
                    <a:ext uri="{FF2B5EF4-FFF2-40B4-BE49-F238E27FC236}">
                      <a16:creationId xmlns:a16="http://schemas.microsoft.com/office/drawing/2014/main" id="{C89D3CE5-C8CC-9E87-749A-FFDC9A7795B4}"/>
                    </a:ext>
                  </a:extLst>
                </p:cNvPr>
                <p:cNvSpPr txBox="1">
                  <a:spLocks noRot="1" noChangeAspect="1" noMove="1" noResize="1" noEditPoints="1" noAdjustHandles="1" noChangeArrowheads="1" noChangeShapeType="1" noTextEdit="1"/>
                </p:cNvSpPr>
                <p:nvPr/>
              </p:nvSpPr>
              <p:spPr>
                <a:xfrm>
                  <a:off x="10391225" y="4315544"/>
                  <a:ext cx="377026" cy="369332"/>
                </a:xfrm>
                <a:prstGeom prst="rect">
                  <a:avLst/>
                </a:prstGeom>
                <a:blipFill>
                  <a:blip r:embed="rId4"/>
                  <a:stretch>
                    <a:fillRect/>
                  </a:stretch>
                </a:blipFill>
              </p:spPr>
              <p:txBody>
                <a:bodyPr/>
                <a:lstStyle/>
                <a:p>
                  <a:r>
                    <a:rPr lang="en-US">
                      <a:noFill/>
                    </a:rPr>
                    <a:t> </a:t>
                  </a:r>
                </a:p>
              </p:txBody>
            </p:sp>
          </mc:Fallback>
        </mc:AlternateContent>
      </p:grpSp>
      <p:grpSp>
        <p:nvGrpSpPr>
          <p:cNvPr id="20" name="Group 19">
            <a:extLst>
              <a:ext uri="{FF2B5EF4-FFF2-40B4-BE49-F238E27FC236}">
                <a16:creationId xmlns:a16="http://schemas.microsoft.com/office/drawing/2014/main" id="{B22C198A-AA5C-80B8-13D7-718C27F07DBC}"/>
              </a:ext>
            </a:extLst>
          </p:cNvPr>
          <p:cNvGrpSpPr/>
          <p:nvPr/>
        </p:nvGrpSpPr>
        <p:grpSpPr>
          <a:xfrm>
            <a:off x="6786866" y="2692500"/>
            <a:ext cx="774573" cy="2826369"/>
            <a:chOff x="6786866" y="2692500"/>
            <a:chExt cx="774573" cy="2826369"/>
          </a:xfrm>
        </p:grpSpPr>
        <p:cxnSp>
          <p:nvCxnSpPr>
            <p:cNvPr id="14" name="Straight Connector 13">
              <a:extLst>
                <a:ext uri="{FF2B5EF4-FFF2-40B4-BE49-F238E27FC236}">
                  <a16:creationId xmlns:a16="http://schemas.microsoft.com/office/drawing/2014/main" id="{03BE0FDD-AAE4-F764-54AC-4D72A2B6706D}"/>
                </a:ext>
              </a:extLst>
            </p:cNvPr>
            <p:cNvCxnSpPr>
              <a:cxnSpLocks/>
              <a:endCxn id="104" idx="0"/>
            </p:cNvCxnSpPr>
            <p:nvPr/>
          </p:nvCxnSpPr>
          <p:spPr>
            <a:xfrm>
              <a:off x="6869316" y="2692500"/>
              <a:ext cx="692123" cy="9613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335103F-8DD5-413B-065C-94455C925E13}"/>
                </a:ext>
              </a:extLst>
            </p:cNvPr>
            <p:cNvCxnSpPr>
              <a:cxnSpLocks/>
              <a:endCxn id="107" idx="3"/>
            </p:cNvCxnSpPr>
            <p:nvPr/>
          </p:nvCxnSpPr>
          <p:spPr>
            <a:xfrm flipV="1">
              <a:off x="6786866" y="4710387"/>
              <a:ext cx="692822" cy="808482"/>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1F5C0E7-B675-CE30-8510-D909A6592970}"/>
                    </a:ext>
                  </a:extLst>
                </p:cNvPr>
                <p:cNvSpPr txBox="1"/>
                <p:nvPr/>
              </p:nvSpPr>
              <p:spPr>
                <a:xfrm>
                  <a:off x="7002253" y="4346701"/>
                  <a:ext cx="46621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𝑊</m:t>
                        </m:r>
                      </m:oMath>
                    </m:oMathPara>
                  </a14:m>
                  <a:endParaRPr lang="en-US" dirty="0"/>
                </a:p>
              </p:txBody>
            </p:sp>
          </mc:Choice>
          <mc:Fallback xmlns="">
            <p:sp>
              <p:nvSpPr>
                <p:cNvPr id="16" name="TextBox 15">
                  <a:extLst>
                    <a:ext uri="{FF2B5EF4-FFF2-40B4-BE49-F238E27FC236}">
                      <a16:creationId xmlns:a16="http://schemas.microsoft.com/office/drawing/2014/main" id="{11F5C0E7-B675-CE30-8510-D909A6592970}"/>
                    </a:ext>
                  </a:extLst>
                </p:cNvPr>
                <p:cNvSpPr txBox="1">
                  <a:spLocks noRot="1" noChangeAspect="1" noMove="1" noResize="1" noEditPoints="1" noAdjustHandles="1" noChangeArrowheads="1" noChangeShapeType="1" noTextEdit="1"/>
                </p:cNvSpPr>
                <p:nvPr/>
              </p:nvSpPr>
              <p:spPr>
                <a:xfrm>
                  <a:off x="7002253" y="4346701"/>
                  <a:ext cx="466217"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CB2794D8-4832-CE3C-A0FE-CFCB888575FD}"/>
                    </a:ext>
                  </a:extLst>
                </p:cNvPr>
                <p:cNvSpPr txBox="1"/>
                <p:nvPr/>
              </p:nvSpPr>
              <p:spPr>
                <a:xfrm>
                  <a:off x="7041494" y="3358973"/>
                  <a:ext cx="40075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𝑈</m:t>
                        </m:r>
                      </m:oMath>
                    </m:oMathPara>
                  </a14:m>
                  <a:endParaRPr lang="en-US" dirty="0"/>
                </a:p>
              </p:txBody>
            </p:sp>
          </mc:Choice>
          <mc:Fallback xmlns="">
            <p:sp>
              <p:nvSpPr>
                <p:cNvPr id="61" name="TextBox 60">
                  <a:extLst>
                    <a:ext uri="{FF2B5EF4-FFF2-40B4-BE49-F238E27FC236}">
                      <a16:creationId xmlns:a16="http://schemas.microsoft.com/office/drawing/2014/main" id="{CB2794D8-4832-CE3C-A0FE-CFCB888575FD}"/>
                    </a:ext>
                  </a:extLst>
                </p:cNvPr>
                <p:cNvSpPr txBox="1">
                  <a:spLocks noRot="1" noChangeAspect="1" noMove="1" noResize="1" noEditPoints="1" noAdjustHandles="1" noChangeArrowheads="1" noChangeShapeType="1" noTextEdit="1"/>
                </p:cNvSpPr>
                <p:nvPr/>
              </p:nvSpPr>
              <p:spPr>
                <a:xfrm>
                  <a:off x="7041494" y="3358973"/>
                  <a:ext cx="400751" cy="369332"/>
                </a:xfrm>
                <a:prstGeom prst="rect">
                  <a:avLst/>
                </a:prstGeom>
                <a:blipFill>
                  <a:blip r:embed="rId6"/>
                  <a:stretch>
                    <a:fillRect/>
                  </a:stretch>
                </a:blipFill>
              </p:spPr>
              <p:txBody>
                <a:bodyPr/>
                <a:lstStyle/>
                <a:p>
                  <a:r>
                    <a:rPr lang="en-US">
                      <a:noFill/>
                    </a:rPr>
                    <a:t> </a:t>
                  </a:r>
                </a:p>
              </p:txBody>
            </p:sp>
          </mc:Fallback>
        </mc:AlternateContent>
      </p:grpSp>
      <p:sp>
        <p:nvSpPr>
          <p:cNvPr id="82" name="Rectangle 81">
            <a:extLst>
              <a:ext uri="{FF2B5EF4-FFF2-40B4-BE49-F238E27FC236}">
                <a16:creationId xmlns:a16="http://schemas.microsoft.com/office/drawing/2014/main" id="{46A37E95-130F-E634-EF9E-676D141E7F18}"/>
              </a:ext>
            </a:extLst>
          </p:cNvPr>
          <p:cNvSpPr/>
          <p:nvPr/>
        </p:nvSpPr>
        <p:spPr>
          <a:xfrm>
            <a:off x="4465681" y="1898435"/>
            <a:ext cx="566928" cy="134069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I</a:t>
            </a:r>
          </a:p>
        </p:txBody>
      </p:sp>
      <p:sp>
        <p:nvSpPr>
          <p:cNvPr id="83" name="Rectangle 82">
            <a:extLst>
              <a:ext uri="{FF2B5EF4-FFF2-40B4-BE49-F238E27FC236}">
                <a16:creationId xmlns:a16="http://schemas.microsoft.com/office/drawing/2014/main" id="{361D5297-3B35-2E37-A3D2-209C6DD0C917}"/>
              </a:ext>
            </a:extLst>
          </p:cNvPr>
          <p:cNvSpPr/>
          <p:nvPr/>
        </p:nvSpPr>
        <p:spPr>
          <a:xfrm>
            <a:off x="3847047" y="1610591"/>
            <a:ext cx="566928" cy="1975288"/>
          </a:xfrm>
          <a:prstGeom prst="rect">
            <a:avLst/>
          </a:prstGeom>
          <a:solidFill>
            <a:srgbClr val="BDD7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zh-CN" altLang="en-US" sz="1400" dirty="0"/>
              <a:t> </a:t>
            </a:r>
            <a:r>
              <a:rPr lang="en-US" altLang="zh-CN" sz="1400" dirty="0"/>
              <a:t>like </a:t>
            </a:r>
            <a:endParaRPr lang="en-US" sz="1400" dirty="0"/>
          </a:p>
        </p:txBody>
      </p:sp>
      <p:sp>
        <p:nvSpPr>
          <p:cNvPr id="84" name="Rectangle 83">
            <a:extLst>
              <a:ext uri="{FF2B5EF4-FFF2-40B4-BE49-F238E27FC236}">
                <a16:creationId xmlns:a16="http://schemas.microsoft.com/office/drawing/2014/main" id="{F9DB5C2C-8E1B-0A93-D50E-EB5F554B56CF}"/>
              </a:ext>
            </a:extLst>
          </p:cNvPr>
          <p:cNvSpPr/>
          <p:nvPr/>
        </p:nvSpPr>
        <p:spPr>
          <a:xfrm>
            <a:off x="2609779" y="1610591"/>
            <a:ext cx="566928" cy="197528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dirty="0"/>
              <a:t>movie</a:t>
            </a:r>
          </a:p>
        </p:txBody>
      </p:sp>
      <p:sp>
        <p:nvSpPr>
          <p:cNvPr id="85" name="Rectangle 84">
            <a:extLst>
              <a:ext uri="{FF2B5EF4-FFF2-40B4-BE49-F238E27FC236}">
                <a16:creationId xmlns:a16="http://schemas.microsoft.com/office/drawing/2014/main" id="{3FFF5067-AF0D-EF6E-ED8C-A7224E68F6C0}"/>
              </a:ext>
            </a:extLst>
          </p:cNvPr>
          <p:cNvSpPr/>
          <p:nvPr/>
        </p:nvSpPr>
        <p:spPr>
          <a:xfrm>
            <a:off x="1991145" y="1610591"/>
            <a:ext cx="566928" cy="197528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but</a:t>
            </a:r>
          </a:p>
        </p:txBody>
      </p:sp>
      <p:sp>
        <p:nvSpPr>
          <p:cNvPr id="86" name="Rectangle 85">
            <a:extLst>
              <a:ext uri="{FF2B5EF4-FFF2-40B4-BE49-F238E27FC236}">
                <a16:creationId xmlns:a16="http://schemas.microsoft.com/office/drawing/2014/main" id="{8049170B-64D2-4321-01B9-E3C776F70183}"/>
              </a:ext>
            </a:extLst>
          </p:cNvPr>
          <p:cNvSpPr/>
          <p:nvPr/>
        </p:nvSpPr>
        <p:spPr>
          <a:xfrm>
            <a:off x="1372511" y="1610591"/>
            <a:ext cx="566928" cy="197528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hate</a:t>
            </a:r>
          </a:p>
        </p:txBody>
      </p:sp>
      <p:sp>
        <p:nvSpPr>
          <p:cNvPr id="87" name="Rectangle 86">
            <a:extLst>
              <a:ext uri="{FF2B5EF4-FFF2-40B4-BE49-F238E27FC236}">
                <a16:creationId xmlns:a16="http://schemas.microsoft.com/office/drawing/2014/main" id="{B3117B9E-1F3F-D7FF-1BE6-6D085D79ED58}"/>
              </a:ext>
            </a:extLst>
          </p:cNvPr>
          <p:cNvSpPr/>
          <p:nvPr/>
        </p:nvSpPr>
        <p:spPr>
          <a:xfrm>
            <a:off x="3228413" y="1610591"/>
            <a:ext cx="566928" cy="197528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the</a:t>
            </a:r>
          </a:p>
        </p:txBody>
      </p:sp>
      <p:sp>
        <p:nvSpPr>
          <p:cNvPr id="88" name="Rectangle 87">
            <a:extLst>
              <a:ext uri="{FF2B5EF4-FFF2-40B4-BE49-F238E27FC236}">
                <a16:creationId xmlns:a16="http://schemas.microsoft.com/office/drawing/2014/main" id="{8590C553-8B6B-A1D8-F0D5-22CC9780E28A}"/>
              </a:ext>
            </a:extLst>
          </p:cNvPr>
          <p:cNvSpPr/>
          <p:nvPr/>
        </p:nvSpPr>
        <p:spPr>
          <a:xfrm>
            <a:off x="753877" y="1610591"/>
            <a:ext cx="566928" cy="197528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the</a:t>
            </a:r>
          </a:p>
        </p:txBody>
      </p:sp>
      <p:sp>
        <p:nvSpPr>
          <p:cNvPr id="89" name="Rectangle 88">
            <a:extLst>
              <a:ext uri="{FF2B5EF4-FFF2-40B4-BE49-F238E27FC236}">
                <a16:creationId xmlns:a16="http://schemas.microsoft.com/office/drawing/2014/main" id="{91270F21-B574-F3F1-351F-F30171B4B770}"/>
              </a:ext>
            </a:extLst>
          </p:cNvPr>
          <p:cNvSpPr/>
          <p:nvPr/>
        </p:nvSpPr>
        <p:spPr>
          <a:xfrm>
            <a:off x="135243" y="1610591"/>
            <a:ext cx="566928" cy="197528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actor</a:t>
            </a:r>
          </a:p>
        </p:txBody>
      </p:sp>
      <p:sp>
        <p:nvSpPr>
          <p:cNvPr id="91" name="Rectangle 90">
            <a:extLst>
              <a:ext uri="{FF2B5EF4-FFF2-40B4-BE49-F238E27FC236}">
                <a16:creationId xmlns:a16="http://schemas.microsoft.com/office/drawing/2014/main" id="{02B74706-ECD9-2BF1-D649-D9CA6730A535}"/>
              </a:ext>
            </a:extLst>
          </p:cNvPr>
          <p:cNvSpPr/>
          <p:nvPr/>
        </p:nvSpPr>
        <p:spPr>
          <a:xfrm>
            <a:off x="4465681" y="1610591"/>
            <a:ext cx="566928" cy="1975288"/>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zh-CN" sz="1400" dirty="0"/>
              <a:t>   I</a:t>
            </a:r>
            <a:endParaRPr lang="en-US" sz="1400" dirty="0"/>
          </a:p>
        </p:txBody>
      </p:sp>
      <p:grpSp>
        <p:nvGrpSpPr>
          <p:cNvPr id="103" name="Group 102">
            <a:extLst>
              <a:ext uri="{FF2B5EF4-FFF2-40B4-BE49-F238E27FC236}">
                <a16:creationId xmlns:a16="http://schemas.microsoft.com/office/drawing/2014/main" id="{6B762823-8136-EE4B-AAAF-37C19437F208}"/>
              </a:ext>
            </a:extLst>
          </p:cNvPr>
          <p:cNvGrpSpPr/>
          <p:nvPr/>
        </p:nvGrpSpPr>
        <p:grpSpPr>
          <a:xfrm>
            <a:off x="7445825" y="3653892"/>
            <a:ext cx="231228" cy="1089973"/>
            <a:chOff x="8551317" y="2344227"/>
            <a:chExt cx="231228" cy="1089973"/>
          </a:xfrm>
        </p:grpSpPr>
        <p:sp>
          <p:nvSpPr>
            <p:cNvPr id="104" name="Oval 103">
              <a:extLst>
                <a:ext uri="{FF2B5EF4-FFF2-40B4-BE49-F238E27FC236}">
                  <a16:creationId xmlns:a16="http://schemas.microsoft.com/office/drawing/2014/main" id="{F06401A7-9411-AC6A-DDD7-D673CEB8A52B}"/>
                </a:ext>
              </a:extLst>
            </p:cNvPr>
            <p:cNvSpPr/>
            <p:nvPr/>
          </p:nvSpPr>
          <p:spPr>
            <a:xfrm>
              <a:off x="8551317" y="2344227"/>
              <a:ext cx="231228" cy="228600"/>
            </a:xfrm>
            <a:prstGeom prst="ellipse">
              <a:avLst/>
            </a:prstGeom>
            <a:solidFill>
              <a:srgbClr val="D17ECA">
                <a:alpha val="7979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Oval 104">
              <a:extLst>
                <a:ext uri="{FF2B5EF4-FFF2-40B4-BE49-F238E27FC236}">
                  <a16:creationId xmlns:a16="http://schemas.microsoft.com/office/drawing/2014/main" id="{A39E7D1F-FEE7-8D2B-12A9-7665F73FBE56}"/>
                </a:ext>
              </a:extLst>
            </p:cNvPr>
            <p:cNvSpPr/>
            <p:nvPr/>
          </p:nvSpPr>
          <p:spPr>
            <a:xfrm>
              <a:off x="8551317" y="2631351"/>
              <a:ext cx="231228" cy="228600"/>
            </a:xfrm>
            <a:prstGeom prst="ellipse">
              <a:avLst/>
            </a:prstGeom>
            <a:solidFill>
              <a:srgbClr val="D17ECA">
                <a:alpha val="7979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 name="Oval 105">
              <a:extLst>
                <a:ext uri="{FF2B5EF4-FFF2-40B4-BE49-F238E27FC236}">
                  <a16:creationId xmlns:a16="http://schemas.microsoft.com/office/drawing/2014/main" id="{010E64BF-C6DD-39F1-8E49-E5D7DCBFD55C}"/>
                </a:ext>
              </a:extLst>
            </p:cNvPr>
            <p:cNvSpPr/>
            <p:nvPr/>
          </p:nvSpPr>
          <p:spPr>
            <a:xfrm>
              <a:off x="8551317" y="2918475"/>
              <a:ext cx="231228" cy="228600"/>
            </a:xfrm>
            <a:prstGeom prst="ellipse">
              <a:avLst/>
            </a:prstGeom>
            <a:solidFill>
              <a:srgbClr val="D17ECA">
                <a:alpha val="7979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 name="Oval 106">
              <a:extLst>
                <a:ext uri="{FF2B5EF4-FFF2-40B4-BE49-F238E27FC236}">
                  <a16:creationId xmlns:a16="http://schemas.microsoft.com/office/drawing/2014/main" id="{6ED1FF61-31F4-15B9-E1A3-435B71DECC1C}"/>
                </a:ext>
              </a:extLst>
            </p:cNvPr>
            <p:cNvSpPr/>
            <p:nvPr/>
          </p:nvSpPr>
          <p:spPr>
            <a:xfrm>
              <a:off x="8551317" y="3205600"/>
              <a:ext cx="231228" cy="228600"/>
            </a:xfrm>
            <a:prstGeom prst="ellipse">
              <a:avLst/>
            </a:prstGeom>
            <a:solidFill>
              <a:srgbClr val="D17ECA">
                <a:alpha val="7979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13" name="Oval 112">
            <a:extLst>
              <a:ext uri="{FF2B5EF4-FFF2-40B4-BE49-F238E27FC236}">
                <a16:creationId xmlns:a16="http://schemas.microsoft.com/office/drawing/2014/main" id="{C5F0BDB9-2CE3-5232-E46B-FA1A2E997B74}"/>
              </a:ext>
            </a:extLst>
          </p:cNvPr>
          <p:cNvSpPr/>
          <p:nvPr/>
        </p:nvSpPr>
        <p:spPr>
          <a:xfrm>
            <a:off x="9318740" y="4055316"/>
            <a:ext cx="231228" cy="228600"/>
          </a:xfrm>
          <a:prstGeom prst="ellipse">
            <a:avLst/>
          </a:prstGeom>
          <a:solidFill>
            <a:schemeClr val="accent6">
              <a:lumMod val="75000"/>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6" name="Right Arrow 115">
            <a:extLst>
              <a:ext uri="{FF2B5EF4-FFF2-40B4-BE49-F238E27FC236}">
                <a16:creationId xmlns:a16="http://schemas.microsoft.com/office/drawing/2014/main" id="{075B075A-B8B3-3C68-70B8-1B86BF2C1836}"/>
              </a:ext>
            </a:extLst>
          </p:cNvPr>
          <p:cNvSpPr/>
          <p:nvPr/>
        </p:nvSpPr>
        <p:spPr>
          <a:xfrm flipV="1">
            <a:off x="9656491" y="4133293"/>
            <a:ext cx="370114" cy="114300"/>
          </a:xfrm>
          <a:prstGeom prst="rightArrow">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 name="Group 40">
            <a:extLst>
              <a:ext uri="{FF2B5EF4-FFF2-40B4-BE49-F238E27FC236}">
                <a16:creationId xmlns:a16="http://schemas.microsoft.com/office/drawing/2014/main" id="{690339D3-0EB0-75AF-9166-22FD21238D9B}"/>
              </a:ext>
            </a:extLst>
          </p:cNvPr>
          <p:cNvGrpSpPr/>
          <p:nvPr/>
        </p:nvGrpSpPr>
        <p:grpSpPr>
          <a:xfrm>
            <a:off x="8002809" y="3575822"/>
            <a:ext cx="301049" cy="1256897"/>
            <a:chOff x="2057320" y="4383545"/>
            <a:chExt cx="301049" cy="1256897"/>
          </a:xfrm>
        </p:grpSpPr>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E227D5D-8D70-E213-DD6F-F3AD2D5FB1E4}"/>
                    </a:ext>
                  </a:extLst>
                </p:cNvPr>
                <p:cNvSpPr txBox="1"/>
                <p:nvPr/>
              </p:nvSpPr>
              <p:spPr>
                <a:xfrm>
                  <a:off x="2102849" y="4745401"/>
                  <a:ext cx="220638" cy="1724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altLang="zh-CN" sz="1100" b="0" i="1" smtClean="0">
                                <a:latin typeface="Cambria Math" panose="02040503050406030204" pitchFamily="18" charset="0"/>
                              </a:rPr>
                              <m:t>2</m:t>
                            </m:r>
                          </m:sub>
                          <m:sup>
                            <m:r>
                              <a:rPr lang="en-US" sz="1100" b="0" i="1" smtClean="0">
                                <a:latin typeface="Cambria Math" panose="02040503050406030204" pitchFamily="18" charset="0"/>
                              </a:rPr>
                              <m:t>2</m:t>
                            </m:r>
                          </m:sup>
                        </m:sSubSup>
                      </m:oMath>
                    </m:oMathPara>
                  </a14:m>
                  <a:endParaRPr lang="en-US" sz="1100" b="0" dirty="0"/>
                </a:p>
              </p:txBody>
            </p:sp>
          </mc:Choice>
          <mc:Fallback xmlns="">
            <p:sp>
              <p:nvSpPr>
                <p:cNvPr id="58" name="TextBox 57">
                  <a:extLst>
                    <a:ext uri="{FF2B5EF4-FFF2-40B4-BE49-F238E27FC236}">
                      <a16:creationId xmlns:a16="http://schemas.microsoft.com/office/drawing/2014/main" id="{3E227D5D-8D70-E213-DD6F-F3AD2D5FB1E4}"/>
                    </a:ext>
                  </a:extLst>
                </p:cNvPr>
                <p:cNvSpPr txBox="1">
                  <a:spLocks noRot="1" noChangeAspect="1" noMove="1" noResize="1" noEditPoints="1" noAdjustHandles="1" noChangeArrowheads="1" noChangeShapeType="1" noTextEdit="1"/>
                </p:cNvSpPr>
                <p:nvPr/>
              </p:nvSpPr>
              <p:spPr>
                <a:xfrm>
                  <a:off x="2102849" y="4745401"/>
                  <a:ext cx="220638" cy="172483"/>
                </a:xfrm>
                <a:prstGeom prst="rect">
                  <a:avLst/>
                </a:prstGeom>
                <a:blipFill>
                  <a:blip r:embed="rId7"/>
                  <a:stretch>
                    <a:fillRect l="-16667" r="-11111" b="-2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A9AE6725-9AA2-256E-8327-B9B9F91B8F5B}"/>
                    </a:ext>
                  </a:extLst>
                </p:cNvPr>
                <p:cNvSpPr txBox="1"/>
                <p:nvPr/>
              </p:nvSpPr>
              <p:spPr>
                <a:xfrm>
                  <a:off x="2102849" y="4449305"/>
                  <a:ext cx="220638" cy="1720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altLang="zh-CN" sz="1100" b="0" i="1" smtClean="0">
                                <a:latin typeface="Cambria Math" panose="02040503050406030204" pitchFamily="18" charset="0"/>
                              </a:rPr>
                              <m:t>2</m:t>
                            </m:r>
                          </m:sub>
                          <m:sup>
                            <m:r>
                              <a:rPr lang="en-US" sz="1100" b="0" i="1" smtClean="0">
                                <a:latin typeface="Cambria Math" panose="02040503050406030204" pitchFamily="18" charset="0"/>
                              </a:rPr>
                              <m:t>1</m:t>
                            </m:r>
                          </m:sup>
                        </m:sSubSup>
                      </m:oMath>
                    </m:oMathPara>
                  </a14:m>
                  <a:endParaRPr lang="en-US" sz="1100" b="0" dirty="0"/>
                </a:p>
              </p:txBody>
            </p:sp>
          </mc:Choice>
          <mc:Fallback xmlns="">
            <p:sp>
              <p:nvSpPr>
                <p:cNvPr id="59" name="TextBox 58">
                  <a:extLst>
                    <a:ext uri="{FF2B5EF4-FFF2-40B4-BE49-F238E27FC236}">
                      <a16:creationId xmlns:a16="http://schemas.microsoft.com/office/drawing/2014/main" id="{A9AE6725-9AA2-256E-8327-B9B9F91B8F5B}"/>
                    </a:ext>
                  </a:extLst>
                </p:cNvPr>
                <p:cNvSpPr txBox="1">
                  <a:spLocks noRot="1" noChangeAspect="1" noMove="1" noResize="1" noEditPoints="1" noAdjustHandles="1" noChangeArrowheads="1" noChangeShapeType="1" noTextEdit="1"/>
                </p:cNvSpPr>
                <p:nvPr/>
              </p:nvSpPr>
              <p:spPr>
                <a:xfrm>
                  <a:off x="2102849" y="4449305"/>
                  <a:ext cx="220638" cy="172098"/>
                </a:xfrm>
                <a:prstGeom prst="rect">
                  <a:avLst/>
                </a:prstGeom>
                <a:blipFill>
                  <a:blip r:embed="rId8"/>
                  <a:stretch>
                    <a:fillRect l="-16667" r="-11111"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6C8B6400-76BD-2D78-A7AD-12D1F4BA0D35}"/>
                    </a:ext>
                  </a:extLst>
                </p:cNvPr>
                <p:cNvSpPr txBox="1"/>
                <p:nvPr/>
              </p:nvSpPr>
              <p:spPr>
                <a:xfrm>
                  <a:off x="2102849" y="5041881"/>
                  <a:ext cx="220638" cy="17331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altLang="zh-CN" sz="1100" b="0" i="1" smtClean="0">
                                <a:latin typeface="Cambria Math" panose="02040503050406030204" pitchFamily="18" charset="0"/>
                              </a:rPr>
                              <m:t>2</m:t>
                            </m:r>
                          </m:sub>
                          <m:sup>
                            <m:r>
                              <a:rPr lang="en-US" sz="1100" b="0" i="1" smtClean="0">
                                <a:latin typeface="Cambria Math" panose="02040503050406030204" pitchFamily="18" charset="0"/>
                              </a:rPr>
                              <m:t>3</m:t>
                            </m:r>
                          </m:sup>
                        </m:sSubSup>
                      </m:oMath>
                    </m:oMathPara>
                  </a14:m>
                  <a:endParaRPr lang="en-US" sz="1100" b="0" dirty="0"/>
                </a:p>
              </p:txBody>
            </p:sp>
          </mc:Choice>
          <mc:Fallback xmlns="">
            <p:sp>
              <p:nvSpPr>
                <p:cNvPr id="60" name="TextBox 59">
                  <a:extLst>
                    <a:ext uri="{FF2B5EF4-FFF2-40B4-BE49-F238E27FC236}">
                      <a16:creationId xmlns:a16="http://schemas.microsoft.com/office/drawing/2014/main" id="{6C8B6400-76BD-2D78-A7AD-12D1F4BA0D35}"/>
                    </a:ext>
                  </a:extLst>
                </p:cNvPr>
                <p:cNvSpPr txBox="1">
                  <a:spLocks noRot="1" noChangeAspect="1" noMove="1" noResize="1" noEditPoints="1" noAdjustHandles="1" noChangeArrowheads="1" noChangeShapeType="1" noTextEdit="1"/>
                </p:cNvSpPr>
                <p:nvPr/>
              </p:nvSpPr>
              <p:spPr>
                <a:xfrm>
                  <a:off x="2102849" y="5041881"/>
                  <a:ext cx="220638" cy="173317"/>
                </a:xfrm>
                <a:prstGeom prst="rect">
                  <a:avLst/>
                </a:prstGeom>
                <a:blipFill>
                  <a:blip r:embed="rId9"/>
                  <a:stretch>
                    <a:fillRect l="-16667" r="-11111"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EA0C485F-0C5E-0F0F-29BF-67A5B80CED95}"/>
                    </a:ext>
                  </a:extLst>
                </p:cNvPr>
                <p:cNvSpPr txBox="1"/>
                <p:nvPr/>
              </p:nvSpPr>
              <p:spPr>
                <a:xfrm>
                  <a:off x="2102849" y="5339195"/>
                  <a:ext cx="220638" cy="1717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altLang="zh-CN" sz="1100" b="0" i="1" smtClean="0">
                                <a:latin typeface="Cambria Math" panose="02040503050406030204" pitchFamily="18" charset="0"/>
                              </a:rPr>
                              <m:t>2</m:t>
                            </m:r>
                          </m:sub>
                          <m:sup>
                            <m:r>
                              <a:rPr lang="en-US" sz="1100" b="0" i="1" smtClean="0">
                                <a:latin typeface="Cambria Math" panose="02040503050406030204" pitchFamily="18" charset="0"/>
                              </a:rPr>
                              <m:t>4</m:t>
                            </m:r>
                          </m:sup>
                        </m:sSubSup>
                      </m:oMath>
                    </m:oMathPara>
                  </a14:m>
                  <a:endParaRPr lang="en-US" sz="1100" b="0" dirty="0"/>
                </a:p>
              </p:txBody>
            </p:sp>
          </mc:Choice>
          <mc:Fallback xmlns="">
            <p:sp>
              <p:nvSpPr>
                <p:cNvPr id="70" name="TextBox 69">
                  <a:extLst>
                    <a:ext uri="{FF2B5EF4-FFF2-40B4-BE49-F238E27FC236}">
                      <a16:creationId xmlns:a16="http://schemas.microsoft.com/office/drawing/2014/main" id="{EA0C485F-0C5E-0F0F-29BF-67A5B80CED95}"/>
                    </a:ext>
                  </a:extLst>
                </p:cNvPr>
                <p:cNvSpPr txBox="1">
                  <a:spLocks noRot="1" noChangeAspect="1" noMove="1" noResize="1" noEditPoints="1" noAdjustHandles="1" noChangeArrowheads="1" noChangeShapeType="1" noTextEdit="1"/>
                </p:cNvSpPr>
                <p:nvPr/>
              </p:nvSpPr>
              <p:spPr>
                <a:xfrm>
                  <a:off x="2102849" y="5339195"/>
                  <a:ext cx="220638" cy="171778"/>
                </a:xfrm>
                <a:prstGeom prst="rect">
                  <a:avLst/>
                </a:prstGeom>
                <a:blipFill>
                  <a:blip r:embed="rId10"/>
                  <a:stretch>
                    <a:fillRect l="-16667" r="-11111" b="-20000"/>
                  </a:stretch>
                </a:blipFill>
              </p:spPr>
              <p:txBody>
                <a:bodyPr/>
                <a:lstStyle/>
                <a:p>
                  <a:r>
                    <a:rPr lang="en-US">
                      <a:noFill/>
                    </a:rPr>
                    <a:t> </a:t>
                  </a:r>
                </a:p>
              </p:txBody>
            </p:sp>
          </mc:Fallback>
        </mc:AlternateContent>
        <p:sp>
          <p:nvSpPr>
            <p:cNvPr id="71" name="Left Bracket 70">
              <a:extLst>
                <a:ext uri="{FF2B5EF4-FFF2-40B4-BE49-F238E27FC236}">
                  <a16:creationId xmlns:a16="http://schemas.microsoft.com/office/drawing/2014/main" id="{9498B501-541A-A0B0-A9E6-5DB08A65412A}"/>
                </a:ext>
              </a:extLst>
            </p:cNvPr>
            <p:cNvSpPr/>
            <p:nvPr/>
          </p:nvSpPr>
          <p:spPr>
            <a:xfrm rot="10800000">
              <a:off x="2312650" y="4383545"/>
              <a:ext cx="45719" cy="1256897"/>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2" name="Left Bracket 71">
              <a:extLst>
                <a:ext uri="{FF2B5EF4-FFF2-40B4-BE49-F238E27FC236}">
                  <a16:creationId xmlns:a16="http://schemas.microsoft.com/office/drawing/2014/main" id="{856DCAB1-BF25-779E-5720-35E9368949FA}"/>
                </a:ext>
              </a:extLst>
            </p:cNvPr>
            <p:cNvSpPr/>
            <p:nvPr/>
          </p:nvSpPr>
          <p:spPr>
            <a:xfrm>
              <a:off x="2057320" y="4383545"/>
              <a:ext cx="45720" cy="1256890"/>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sp>
        <p:nvSpPr>
          <p:cNvPr id="18" name="TextBox 17">
            <a:extLst>
              <a:ext uri="{FF2B5EF4-FFF2-40B4-BE49-F238E27FC236}">
                <a16:creationId xmlns:a16="http://schemas.microsoft.com/office/drawing/2014/main" id="{9C0940D5-1FB2-8FD4-A99E-9813D42D125D}"/>
              </a:ext>
            </a:extLst>
          </p:cNvPr>
          <p:cNvSpPr txBox="1"/>
          <p:nvPr/>
        </p:nvSpPr>
        <p:spPr>
          <a:xfrm>
            <a:off x="5990602" y="3631963"/>
            <a:ext cx="184731" cy="369332"/>
          </a:xfrm>
          <a:prstGeom prst="rect">
            <a:avLst/>
          </a:prstGeom>
          <a:noFill/>
        </p:spPr>
        <p:txBody>
          <a:bodyPr wrap="none" rtlCol="0">
            <a:spAutoFit/>
          </a:bodyPr>
          <a:lstStyle/>
          <a:p>
            <a:endParaRPr lang="en-US" dirty="0"/>
          </a:p>
        </p:txBody>
      </p:sp>
      <p:grpSp>
        <p:nvGrpSpPr>
          <p:cNvPr id="37" name="Group 36">
            <a:extLst>
              <a:ext uri="{FF2B5EF4-FFF2-40B4-BE49-F238E27FC236}">
                <a16:creationId xmlns:a16="http://schemas.microsoft.com/office/drawing/2014/main" id="{0600F08E-5444-64F8-A00F-DB43B066B1B2}"/>
              </a:ext>
            </a:extLst>
          </p:cNvPr>
          <p:cNvGrpSpPr/>
          <p:nvPr/>
        </p:nvGrpSpPr>
        <p:grpSpPr>
          <a:xfrm>
            <a:off x="7672083" y="3768192"/>
            <a:ext cx="301059" cy="863048"/>
            <a:chOff x="7672083" y="3768192"/>
            <a:chExt cx="301059" cy="863048"/>
          </a:xfrm>
        </p:grpSpPr>
        <p:cxnSp>
          <p:nvCxnSpPr>
            <p:cNvPr id="11" name="Straight Arrow Connector 10">
              <a:extLst>
                <a:ext uri="{FF2B5EF4-FFF2-40B4-BE49-F238E27FC236}">
                  <a16:creationId xmlns:a16="http://schemas.microsoft.com/office/drawing/2014/main" id="{F13B066A-A7ED-FEC3-1102-BA44A4410D07}"/>
                </a:ext>
              </a:extLst>
            </p:cNvPr>
            <p:cNvCxnSpPr>
              <a:cxnSpLocks/>
              <a:stCxn id="104" idx="6"/>
            </p:cNvCxnSpPr>
            <p:nvPr/>
          </p:nvCxnSpPr>
          <p:spPr>
            <a:xfrm>
              <a:off x="7677053" y="3768192"/>
              <a:ext cx="2960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87A5733-58C0-AE58-6C08-54BB2E2241CE}"/>
                </a:ext>
              </a:extLst>
            </p:cNvPr>
            <p:cNvCxnSpPr>
              <a:cxnSpLocks/>
            </p:cNvCxnSpPr>
            <p:nvPr/>
          </p:nvCxnSpPr>
          <p:spPr>
            <a:xfrm>
              <a:off x="7672083" y="4067482"/>
              <a:ext cx="2960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9B0DA339-2730-0953-D1ED-77D9A8DCBDA6}"/>
                </a:ext>
              </a:extLst>
            </p:cNvPr>
            <p:cNvCxnSpPr>
              <a:cxnSpLocks/>
            </p:cNvCxnSpPr>
            <p:nvPr/>
          </p:nvCxnSpPr>
          <p:spPr>
            <a:xfrm>
              <a:off x="7672083" y="4351276"/>
              <a:ext cx="2960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88E1582-3BD9-5A51-5ED3-6074C6AA57CB}"/>
                </a:ext>
              </a:extLst>
            </p:cNvPr>
            <p:cNvCxnSpPr>
              <a:cxnSpLocks/>
            </p:cNvCxnSpPr>
            <p:nvPr/>
          </p:nvCxnSpPr>
          <p:spPr>
            <a:xfrm>
              <a:off x="7672083" y="4631240"/>
              <a:ext cx="2960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3BCA2D89-B4E5-E38E-CBD9-07DDD4A15A96}"/>
                  </a:ext>
                </a:extLst>
              </p:cNvPr>
              <p:cNvSpPr txBox="1"/>
              <p:nvPr/>
            </p:nvSpPr>
            <p:spPr>
              <a:xfrm>
                <a:off x="4559029" y="3687010"/>
                <a:ext cx="416011"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1</m:t>
                          </m:r>
                        </m:sub>
                      </m:sSub>
                    </m:oMath>
                  </m:oMathPara>
                </a14:m>
                <a:endParaRPr lang="en-US" altLang="zh-CN" dirty="0"/>
              </a:p>
            </p:txBody>
          </p:sp>
        </mc:Choice>
        <mc:Fallback xmlns="">
          <p:sp>
            <p:nvSpPr>
              <p:cNvPr id="28" name="TextBox 27">
                <a:extLst>
                  <a:ext uri="{FF2B5EF4-FFF2-40B4-BE49-F238E27FC236}">
                    <a16:creationId xmlns:a16="http://schemas.microsoft.com/office/drawing/2014/main" id="{3BCA2D89-B4E5-E38E-CBD9-07DDD4A15A96}"/>
                  </a:ext>
                </a:extLst>
              </p:cNvPr>
              <p:cNvSpPr txBox="1">
                <a:spLocks noRot="1" noChangeAspect="1" noMove="1" noResize="1" noEditPoints="1" noAdjustHandles="1" noChangeArrowheads="1" noChangeShapeType="1" noTextEdit="1"/>
              </p:cNvSpPr>
              <p:nvPr/>
            </p:nvSpPr>
            <p:spPr>
              <a:xfrm>
                <a:off x="4559029" y="3687010"/>
                <a:ext cx="416011" cy="338554"/>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C7D2A44F-073D-0270-1556-ED9DBF91C440}"/>
                  </a:ext>
                </a:extLst>
              </p:cNvPr>
              <p:cNvSpPr txBox="1"/>
              <p:nvPr/>
            </p:nvSpPr>
            <p:spPr>
              <a:xfrm>
                <a:off x="3933360" y="3687010"/>
                <a:ext cx="40498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2</m:t>
                          </m:r>
                        </m:sub>
                      </m:sSub>
                    </m:oMath>
                  </m:oMathPara>
                </a14:m>
                <a:endParaRPr lang="en-US" altLang="zh-CN" dirty="0"/>
              </a:p>
            </p:txBody>
          </p:sp>
        </mc:Choice>
        <mc:Fallback xmlns="">
          <p:sp>
            <p:nvSpPr>
              <p:cNvPr id="29" name="TextBox 28">
                <a:extLst>
                  <a:ext uri="{FF2B5EF4-FFF2-40B4-BE49-F238E27FC236}">
                    <a16:creationId xmlns:a16="http://schemas.microsoft.com/office/drawing/2014/main" id="{C7D2A44F-073D-0270-1556-ED9DBF91C440}"/>
                  </a:ext>
                </a:extLst>
              </p:cNvPr>
              <p:cNvSpPr txBox="1">
                <a:spLocks noRot="1" noChangeAspect="1" noMove="1" noResize="1" noEditPoints="1" noAdjustHandles="1" noChangeArrowheads="1" noChangeShapeType="1" noTextEdit="1"/>
              </p:cNvSpPr>
              <p:nvPr/>
            </p:nvSpPr>
            <p:spPr>
              <a:xfrm>
                <a:off x="3933360" y="3687010"/>
                <a:ext cx="404983" cy="338554"/>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84EF7840-335F-6624-D02E-493FBE770AD6}"/>
                  </a:ext>
                </a:extLst>
              </p:cNvPr>
              <p:cNvSpPr txBox="1"/>
              <p:nvPr/>
            </p:nvSpPr>
            <p:spPr>
              <a:xfrm>
                <a:off x="3307688" y="3687010"/>
                <a:ext cx="40498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3</m:t>
                          </m:r>
                        </m:sub>
                      </m:sSub>
                    </m:oMath>
                  </m:oMathPara>
                </a14:m>
                <a:endParaRPr lang="en-US" altLang="zh-CN" dirty="0"/>
              </a:p>
            </p:txBody>
          </p:sp>
        </mc:Choice>
        <mc:Fallback xmlns="">
          <p:sp>
            <p:nvSpPr>
              <p:cNvPr id="30" name="TextBox 29">
                <a:extLst>
                  <a:ext uri="{FF2B5EF4-FFF2-40B4-BE49-F238E27FC236}">
                    <a16:creationId xmlns:a16="http://schemas.microsoft.com/office/drawing/2014/main" id="{84EF7840-335F-6624-D02E-493FBE770AD6}"/>
                  </a:ext>
                </a:extLst>
              </p:cNvPr>
              <p:cNvSpPr txBox="1">
                <a:spLocks noRot="1" noChangeAspect="1" noMove="1" noResize="1" noEditPoints="1" noAdjustHandles="1" noChangeArrowheads="1" noChangeShapeType="1" noTextEdit="1"/>
              </p:cNvSpPr>
              <p:nvPr/>
            </p:nvSpPr>
            <p:spPr>
              <a:xfrm>
                <a:off x="3307688" y="3687010"/>
                <a:ext cx="404983" cy="338554"/>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92DE2552-D6B2-D147-A347-C5C29C20C5A4}"/>
                  </a:ext>
                </a:extLst>
              </p:cNvPr>
              <p:cNvSpPr txBox="1"/>
              <p:nvPr/>
            </p:nvSpPr>
            <p:spPr>
              <a:xfrm>
                <a:off x="2670988" y="3687010"/>
                <a:ext cx="416011"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4</m:t>
                          </m:r>
                        </m:sub>
                      </m:sSub>
                    </m:oMath>
                  </m:oMathPara>
                </a14:m>
                <a:endParaRPr lang="en-US" altLang="zh-CN" dirty="0"/>
              </a:p>
            </p:txBody>
          </p:sp>
        </mc:Choice>
        <mc:Fallback xmlns="">
          <p:sp>
            <p:nvSpPr>
              <p:cNvPr id="31" name="TextBox 30">
                <a:extLst>
                  <a:ext uri="{FF2B5EF4-FFF2-40B4-BE49-F238E27FC236}">
                    <a16:creationId xmlns:a16="http://schemas.microsoft.com/office/drawing/2014/main" id="{92DE2552-D6B2-D147-A347-C5C29C20C5A4}"/>
                  </a:ext>
                </a:extLst>
              </p:cNvPr>
              <p:cNvSpPr txBox="1">
                <a:spLocks noRot="1" noChangeAspect="1" noMove="1" noResize="1" noEditPoints="1" noAdjustHandles="1" noChangeArrowheads="1" noChangeShapeType="1" noTextEdit="1"/>
              </p:cNvSpPr>
              <p:nvPr/>
            </p:nvSpPr>
            <p:spPr>
              <a:xfrm>
                <a:off x="2670988" y="3687010"/>
                <a:ext cx="416011" cy="338554"/>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41BBB26D-D86E-A646-C0A9-1B09A918270B}"/>
                  </a:ext>
                </a:extLst>
              </p:cNvPr>
              <p:cNvSpPr txBox="1"/>
              <p:nvPr/>
            </p:nvSpPr>
            <p:spPr>
              <a:xfrm>
                <a:off x="2045316" y="3687010"/>
                <a:ext cx="40498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5</m:t>
                          </m:r>
                        </m:sub>
                      </m:sSub>
                    </m:oMath>
                  </m:oMathPara>
                </a14:m>
                <a:endParaRPr lang="en-US" altLang="zh-CN" dirty="0"/>
              </a:p>
            </p:txBody>
          </p:sp>
        </mc:Choice>
        <mc:Fallback xmlns="">
          <p:sp>
            <p:nvSpPr>
              <p:cNvPr id="33" name="TextBox 32">
                <a:extLst>
                  <a:ext uri="{FF2B5EF4-FFF2-40B4-BE49-F238E27FC236}">
                    <a16:creationId xmlns:a16="http://schemas.microsoft.com/office/drawing/2014/main" id="{41BBB26D-D86E-A646-C0A9-1B09A918270B}"/>
                  </a:ext>
                </a:extLst>
              </p:cNvPr>
              <p:cNvSpPr txBox="1">
                <a:spLocks noRot="1" noChangeAspect="1" noMove="1" noResize="1" noEditPoints="1" noAdjustHandles="1" noChangeArrowheads="1" noChangeShapeType="1" noTextEdit="1"/>
              </p:cNvSpPr>
              <p:nvPr/>
            </p:nvSpPr>
            <p:spPr>
              <a:xfrm>
                <a:off x="2045316" y="3687010"/>
                <a:ext cx="404983" cy="338554"/>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222337AF-6E8D-7480-1B5F-633F571961E1}"/>
                  </a:ext>
                </a:extLst>
              </p:cNvPr>
              <p:cNvSpPr txBox="1"/>
              <p:nvPr/>
            </p:nvSpPr>
            <p:spPr>
              <a:xfrm>
                <a:off x="1419644" y="3687010"/>
                <a:ext cx="40498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6</m:t>
                          </m:r>
                        </m:sub>
                      </m:sSub>
                    </m:oMath>
                  </m:oMathPara>
                </a14:m>
                <a:endParaRPr lang="en-US" altLang="zh-CN" dirty="0"/>
              </a:p>
            </p:txBody>
          </p:sp>
        </mc:Choice>
        <mc:Fallback xmlns="">
          <p:sp>
            <p:nvSpPr>
              <p:cNvPr id="34" name="TextBox 33">
                <a:extLst>
                  <a:ext uri="{FF2B5EF4-FFF2-40B4-BE49-F238E27FC236}">
                    <a16:creationId xmlns:a16="http://schemas.microsoft.com/office/drawing/2014/main" id="{222337AF-6E8D-7480-1B5F-633F571961E1}"/>
                  </a:ext>
                </a:extLst>
              </p:cNvPr>
              <p:cNvSpPr txBox="1">
                <a:spLocks noRot="1" noChangeAspect="1" noMove="1" noResize="1" noEditPoints="1" noAdjustHandles="1" noChangeArrowheads="1" noChangeShapeType="1" noTextEdit="1"/>
              </p:cNvSpPr>
              <p:nvPr/>
            </p:nvSpPr>
            <p:spPr>
              <a:xfrm>
                <a:off x="1419644" y="3687010"/>
                <a:ext cx="404983" cy="338554"/>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97CB420E-4BE5-897D-4376-E1C358DCFA2A}"/>
                  </a:ext>
                </a:extLst>
              </p:cNvPr>
              <p:cNvSpPr txBox="1"/>
              <p:nvPr/>
            </p:nvSpPr>
            <p:spPr>
              <a:xfrm>
                <a:off x="793972" y="3687010"/>
                <a:ext cx="40498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7</m:t>
                          </m:r>
                        </m:sub>
                      </m:sSub>
                    </m:oMath>
                  </m:oMathPara>
                </a14:m>
                <a:endParaRPr lang="en-US" altLang="zh-CN" dirty="0"/>
              </a:p>
            </p:txBody>
          </p:sp>
        </mc:Choice>
        <mc:Fallback xmlns="">
          <p:sp>
            <p:nvSpPr>
              <p:cNvPr id="35" name="TextBox 34">
                <a:extLst>
                  <a:ext uri="{FF2B5EF4-FFF2-40B4-BE49-F238E27FC236}">
                    <a16:creationId xmlns:a16="http://schemas.microsoft.com/office/drawing/2014/main" id="{97CB420E-4BE5-897D-4376-E1C358DCFA2A}"/>
                  </a:ext>
                </a:extLst>
              </p:cNvPr>
              <p:cNvSpPr txBox="1">
                <a:spLocks noRot="1" noChangeAspect="1" noMove="1" noResize="1" noEditPoints="1" noAdjustHandles="1" noChangeArrowheads="1" noChangeShapeType="1" noTextEdit="1"/>
              </p:cNvSpPr>
              <p:nvPr/>
            </p:nvSpPr>
            <p:spPr>
              <a:xfrm>
                <a:off x="793972" y="3687010"/>
                <a:ext cx="404983" cy="338554"/>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F3ABB1AC-35DA-E053-0296-DC8272DDAB14}"/>
                  </a:ext>
                </a:extLst>
              </p:cNvPr>
              <p:cNvSpPr txBox="1"/>
              <p:nvPr/>
            </p:nvSpPr>
            <p:spPr>
              <a:xfrm>
                <a:off x="179875" y="3687010"/>
                <a:ext cx="40498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8</m:t>
                          </m:r>
                        </m:sub>
                      </m:sSub>
                    </m:oMath>
                  </m:oMathPara>
                </a14:m>
                <a:endParaRPr lang="en-US" altLang="zh-CN" dirty="0"/>
              </a:p>
            </p:txBody>
          </p:sp>
        </mc:Choice>
        <mc:Fallback xmlns="">
          <p:sp>
            <p:nvSpPr>
              <p:cNvPr id="36" name="TextBox 35">
                <a:extLst>
                  <a:ext uri="{FF2B5EF4-FFF2-40B4-BE49-F238E27FC236}">
                    <a16:creationId xmlns:a16="http://schemas.microsoft.com/office/drawing/2014/main" id="{F3ABB1AC-35DA-E053-0296-DC8272DDAB14}"/>
                  </a:ext>
                </a:extLst>
              </p:cNvPr>
              <p:cNvSpPr txBox="1">
                <a:spLocks noRot="1" noChangeAspect="1" noMove="1" noResize="1" noEditPoints="1" noAdjustHandles="1" noChangeArrowheads="1" noChangeShapeType="1" noTextEdit="1"/>
              </p:cNvSpPr>
              <p:nvPr/>
            </p:nvSpPr>
            <p:spPr>
              <a:xfrm>
                <a:off x="179875" y="3687010"/>
                <a:ext cx="404983" cy="338554"/>
              </a:xfrm>
              <a:prstGeom prst="rect">
                <a:avLst/>
              </a:prstGeom>
              <a:blipFill>
                <a:blip r:embed="rId18"/>
                <a:stretch>
                  <a:fillRect/>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F8B44ACF-98DE-CCBE-D97B-D0C945BFE86C}"/>
              </a:ext>
            </a:extLst>
          </p:cNvPr>
          <p:cNvGrpSpPr/>
          <p:nvPr/>
        </p:nvGrpSpPr>
        <p:grpSpPr>
          <a:xfrm>
            <a:off x="3926929" y="1901816"/>
            <a:ext cx="396781" cy="1740706"/>
            <a:chOff x="5428256" y="1880159"/>
            <a:chExt cx="396781" cy="1740706"/>
          </a:xfrm>
        </p:grpSpPr>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5E2B228-308D-9301-046F-AA68AF078926}"/>
                    </a:ext>
                  </a:extLst>
                </p:cNvPr>
                <p:cNvSpPr txBox="1"/>
                <p:nvPr/>
              </p:nvSpPr>
              <p:spPr>
                <a:xfrm>
                  <a:off x="5488633" y="2310268"/>
                  <a:ext cx="250453" cy="44743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𝑥</m:t>
                            </m:r>
                          </m:e>
                          <m:sub>
                            <m:r>
                              <a:rPr lang="en-US" sz="1100" b="0" i="1" smtClean="0">
                                <a:latin typeface="Cambria Math" panose="02040503050406030204" pitchFamily="18" charset="0"/>
                              </a:rPr>
                              <m:t>𝑡</m:t>
                            </m:r>
                            <m:r>
                              <a:rPr lang="en-US" altLang="zh-CN" sz="1100" b="0" i="1" smtClean="0">
                                <a:latin typeface="Cambria Math" panose="02040503050406030204" pitchFamily="18" charset="0"/>
                              </a:rPr>
                              <m:t>2</m:t>
                            </m:r>
                          </m:sub>
                          <m:sup>
                            <m:r>
                              <a:rPr lang="en-US" sz="1100" b="0" i="1" smtClean="0">
                                <a:latin typeface="Cambria Math" panose="02040503050406030204" pitchFamily="18" charset="0"/>
                              </a:rPr>
                              <m:t>2</m:t>
                            </m:r>
                          </m:sup>
                        </m:sSubSup>
                      </m:oMath>
                    </m:oMathPara>
                  </a14:m>
                  <a:endParaRPr lang="en-US" sz="1100" b="0" dirty="0"/>
                </a:p>
                <a:p>
                  <a:endParaRPr lang="en-US" dirty="0"/>
                </a:p>
              </p:txBody>
            </p:sp>
          </mc:Choice>
          <mc:Fallback xmlns="">
            <p:sp>
              <p:nvSpPr>
                <p:cNvPr id="12" name="TextBox 11">
                  <a:extLst>
                    <a:ext uri="{FF2B5EF4-FFF2-40B4-BE49-F238E27FC236}">
                      <a16:creationId xmlns:a16="http://schemas.microsoft.com/office/drawing/2014/main" id="{25E2B228-308D-9301-046F-AA68AF078926}"/>
                    </a:ext>
                  </a:extLst>
                </p:cNvPr>
                <p:cNvSpPr txBox="1">
                  <a:spLocks noRot="1" noChangeAspect="1" noMove="1" noResize="1" noEditPoints="1" noAdjustHandles="1" noChangeArrowheads="1" noChangeShapeType="1" noTextEdit="1"/>
                </p:cNvSpPr>
                <p:nvPr/>
              </p:nvSpPr>
              <p:spPr>
                <a:xfrm>
                  <a:off x="5488633" y="2310268"/>
                  <a:ext cx="250453" cy="447430"/>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02F6AF7C-CA35-1D7F-27E9-5605EFEFC185}"/>
                    </a:ext>
                  </a:extLst>
                </p:cNvPr>
                <p:cNvSpPr txBox="1"/>
                <p:nvPr/>
              </p:nvSpPr>
              <p:spPr>
                <a:xfrm>
                  <a:off x="5488633" y="1880159"/>
                  <a:ext cx="255326" cy="4470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𝑥</m:t>
                            </m:r>
                          </m:e>
                          <m:sub>
                            <m:r>
                              <a:rPr lang="en-US" sz="1100" b="0" i="1" smtClean="0">
                                <a:latin typeface="Cambria Math" panose="02040503050406030204" pitchFamily="18" charset="0"/>
                              </a:rPr>
                              <m:t>𝑡</m:t>
                            </m:r>
                            <m:r>
                              <a:rPr lang="en-US" altLang="zh-CN" sz="1100" b="0" i="1" smtClean="0">
                                <a:latin typeface="Cambria Math" panose="02040503050406030204" pitchFamily="18" charset="0"/>
                              </a:rPr>
                              <m:t>2</m:t>
                            </m:r>
                          </m:sub>
                          <m:sup>
                            <m:r>
                              <a:rPr lang="en-US" sz="1100" b="0" i="1" smtClean="0">
                                <a:latin typeface="Cambria Math" panose="02040503050406030204" pitchFamily="18" charset="0"/>
                              </a:rPr>
                              <m:t>1</m:t>
                            </m:r>
                          </m:sup>
                        </m:sSubSup>
                      </m:oMath>
                    </m:oMathPara>
                  </a14:m>
                  <a:endParaRPr lang="en-US" sz="1100" b="0" dirty="0"/>
                </a:p>
                <a:p>
                  <a:endParaRPr lang="en-US" dirty="0"/>
                </a:p>
              </p:txBody>
            </p:sp>
          </mc:Choice>
          <mc:Fallback xmlns="">
            <p:sp>
              <p:nvSpPr>
                <p:cNvPr id="38" name="TextBox 37">
                  <a:extLst>
                    <a:ext uri="{FF2B5EF4-FFF2-40B4-BE49-F238E27FC236}">
                      <a16:creationId xmlns:a16="http://schemas.microsoft.com/office/drawing/2014/main" id="{02F6AF7C-CA35-1D7F-27E9-5605EFEFC185}"/>
                    </a:ext>
                  </a:extLst>
                </p:cNvPr>
                <p:cNvSpPr txBox="1">
                  <a:spLocks noRot="1" noChangeAspect="1" noMove="1" noResize="1" noEditPoints="1" noAdjustHandles="1" noChangeArrowheads="1" noChangeShapeType="1" noTextEdit="1"/>
                </p:cNvSpPr>
                <p:nvPr/>
              </p:nvSpPr>
              <p:spPr>
                <a:xfrm>
                  <a:off x="5488633" y="1880159"/>
                  <a:ext cx="255326" cy="447045"/>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A95EB9C5-C8F8-AD32-8F9A-17E24865B41D}"/>
                    </a:ext>
                  </a:extLst>
                </p:cNvPr>
                <p:cNvSpPr txBox="1"/>
                <p:nvPr/>
              </p:nvSpPr>
              <p:spPr>
                <a:xfrm>
                  <a:off x="5477135" y="2740761"/>
                  <a:ext cx="241092" cy="4503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𝑥</m:t>
                            </m:r>
                          </m:e>
                          <m:sub>
                            <m:r>
                              <a:rPr lang="en-US" sz="1100" b="0" i="1" smtClean="0">
                                <a:latin typeface="Cambria Math" panose="02040503050406030204" pitchFamily="18" charset="0"/>
                              </a:rPr>
                              <m:t>𝑡</m:t>
                            </m:r>
                            <m:r>
                              <a:rPr lang="en-US" altLang="zh-CN" sz="1100" b="0" i="1" smtClean="0">
                                <a:latin typeface="Cambria Math" panose="02040503050406030204" pitchFamily="18" charset="0"/>
                              </a:rPr>
                              <m:t>2</m:t>
                            </m:r>
                          </m:sub>
                          <m:sup>
                            <m:r>
                              <a:rPr lang="en-US" sz="1100" b="0" i="1" smtClean="0">
                                <a:latin typeface="Cambria Math" panose="02040503050406030204" pitchFamily="18" charset="0"/>
                              </a:rPr>
                              <m:t>3</m:t>
                            </m:r>
                          </m:sup>
                        </m:sSubSup>
                      </m:oMath>
                    </m:oMathPara>
                  </a14:m>
                  <a:endParaRPr lang="en-US" sz="1100" b="0" dirty="0"/>
                </a:p>
                <a:p>
                  <a:endParaRPr lang="en-US" dirty="0"/>
                </a:p>
              </p:txBody>
            </p:sp>
          </mc:Choice>
          <mc:Fallback xmlns="">
            <p:sp>
              <p:nvSpPr>
                <p:cNvPr id="39" name="TextBox 38">
                  <a:extLst>
                    <a:ext uri="{FF2B5EF4-FFF2-40B4-BE49-F238E27FC236}">
                      <a16:creationId xmlns:a16="http://schemas.microsoft.com/office/drawing/2014/main" id="{A95EB9C5-C8F8-AD32-8F9A-17E24865B41D}"/>
                    </a:ext>
                  </a:extLst>
                </p:cNvPr>
                <p:cNvSpPr txBox="1">
                  <a:spLocks noRot="1" noChangeAspect="1" noMove="1" noResize="1" noEditPoints="1" noAdjustHandles="1" noChangeArrowheads="1" noChangeShapeType="1" noTextEdit="1"/>
                </p:cNvSpPr>
                <p:nvPr/>
              </p:nvSpPr>
              <p:spPr>
                <a:xfrm>
                  <a:off x="5477135" y="2740761"/>
                  <a:ext cx="241092" cy="450316"/>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6B9EB78F-C862-604B-EEA3-1C78ABA40F95}"/>
                    </a:ext>
                  </a:extLst>
                </p:cNvPr>
                <p:cNvSpPr txBox="1"/>
                <p:nvPr/>
              </p:nvSpPr>
              <p:spPr>
                <a:xfrm>
                  <a:off x="5480063" y="3172088"/>
                  <a:ext cx="241092" cy="448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𝑥</m:t>
                            </m:r>
                          </m:e>
                          <m:sub>
                            <m:r>
                              <a:rPr lang="en-US" sz="1100" b="0" i="1" smtClean="0">
                                <a:latin typeface="Cambria Math" panose="02040503050406030204" pitchFamily="18" charset="0"/>
                              </a:rPr>
                              <m:t>𝑡</m:t>
                            </m:r>
                            <m:r>
                              <a:rPr lang="en-US" altLang="zh-CN" sz="1100" b="0" i="1" smtClean="0">
                                <a:latin typeface="Cambria Math" panose="02040503050406030204" pitchFamily="18" charset="0"/>
                              </a:rPr>
                              <m:t>2</m:t>
                            </m:r>
                          </m:sub>
                          <m:sup>
                            <m:r>
                              <a:rPr lang="en-US" sz="1100" b="0" i="1" smtClean="0">
                                <a:latin typeface="Cambria Math" panose="02040503050406030204" pitchFamily="18" charset="0"/>
                              </a:rPr>
                              <m:t>4</m:t>
                            </m:r>
                          </m:sup>
                        </m:sSubSup>
                      </m:oMath>
                    </m:oMathPara>
                  </a14:m>
                  <a:endParaRPr lang="en-US" sz="1100" b="0" dirty="0"/>
                </a:p>
                <a:p>
                  <a:endParaRPr lang="en-US" dirty="0"/>
                </a:p>
              </p:txBody>
            </p:sp>
          </mc:Choice>
          <mc:Fallback xmlns="">
            <p:sp>
              <p:nvSpPr>
                <p:cNvPr id="40" name="TextBox 39">
                  <a:extLst>
                    <a:ext uri="{FF2B5EF4-FFF2-40B4-BE49-F238E27FC236}">
                      <a16:creationId xmlns:a16="http://schemas.microsoft.com/office/drawing/2014/main" id="{6B9EB78F-C862-604B-EEA3-1C78ABA40F95}"/>
                    </a:ext>
                  </a:extLst>
                </p:cNvPr>
                <p:cNvSpPr txBox="1">
                  <a:spLocks noRot="1" noChangeAspect="1" noMove="1" noResize="1" noEditPoints="1" noAdjustHandles="1" noChangeArrowheads="1" noChangeShapeType="1" noTextEdit="1"/>
                </p:cNvSpPr>
                <p:nvPr/>
              </p:nvSpPr>
              <p:spPr>
                <a:xfrm>
                  <a:off x="5480063" y="3172088"/>
                  <a:ext cx="241092" cy="448777"/>
                </a:xfrm>
                <a:prstGeom prst="rect">
                  <a:avLst/>
                </a:prstGeom>
                <a:blipFill>
                  <a:blip r:embed="rId22"/>
                  <a:stretch>
                    <a:fillRect l="-5000"/>
                  </a:stretch>
                </a:blipFill>
              </p:spPr>
              <p:txBody>
                <a:bodyPr/>
                <a:lstStyle/>
                <a:p>
                  <a:r>
                    <a:rPr lang="en-US">
                      <a:noFill/>
                    </a:rPr>
                    <a:t> </a:t>
                  </a:r>
                </a:p>
              </p:txBody>
            </p:sp>
          </mc:Fallback>
        </mc:AlternateContent>
        <p:sp>
          <p:nvSpPr>
            <p:cNvPr id="42" name="Left Bracket 41">
              <a:extLst>
                <a:ext uri="{FF2B5EF4-FFF2-40B4-BE49-F238E27FC236}">
                  <a16:creationId xmlns:a16="http://schemas.microsoft.com/office/drawing/2014/main" id="{FDFF9D91-76DC-A67F-E95E-886D24C7F6C0}"/>
                </a:ext>
              </a:extLst>
            </p:cNvPr>
            <p:cNvSpPr/>
            <p:nvPr/>
          </p:nvSpPr>
          <p:spPr>
            <a:xfrm>
              <a:off x="5428256" y="1994015"/>
              <a:ext cx="51707" cy="1300274"/>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3" name="Left Bracket 42">
              <a:extLst>
                <a:ext uri="{FF2B5EF4-FFF2-40B4-BE49-F238E27FC236}">
                  <a16:creationId xmlns:a16="http://schemas.microsoft.com/office/drawing/2014/main" id="{7D2A3309-989A-2DD5-DE5C-CCE19A34BD4F}"/>
                </a:ext>
              </a:extLst>
            </p:cNvPr>
            <p:cNvSpPr/>
            <p:nvPr/>
          </p:nvSpPr>
          <p:spPr>
            <a:xfrm rot="10800000">
              <a:off x="5773330" y="1988146"/>
              <a:ext cx="51707" cy="1300274"/>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51" name="Group 50">
            <a:extLst>
              <a:ext uri="{FF2B5EF4-FFF2-40B4-BE49-F238E27FC236}">
                <a16:creationId xmlns:a16="http://schemas.microsoft.com/office/drawing/2014/main" id="{167F13B7-ECBC-6A18-F295-463972B00E26}"/>
              </a:ext>
            </a:extLst>
          </p:cNvPr>
          <p:cNvGrpSpPr/>
          <p:nvPr/>
        </p:nvGrpSpPr>
        <p:grpSpPr>
          <a:xfrm>
            <a:off x="6296974" y="2089912"/>
            <a:ext cx="381797" cy="1740321"/>
            <a:chOff x="2027653" y="4269689"/>
            <a:chExt cx="381797" cy="1740321"/>
          </a:xfrm>
        </p:grpSpPr>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B9704428-9AB1-C0C5-5042-4AFEC0A588C4}"/>
                    </a:ext>
                  </a:extLst>
                </p:cNvPr>
                <p:cNvSpPr txBox="1"/>
                <p:nvPr/>
              </p:nvSpPr>
              <p:spPr>
                <a:xfrm>
                  <a:off x="2071130" y="4699798"/>
                  <a:ext cx="293863" cy="4490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altLang="zh-CN" sz="1100" b="0" i="1" smtClean="0">
                                <a:latin typeface="Cambria Math" panose="02040503050406030204" pitchFamily="18" charset="0"/>
                              </a:rPr>
                              <m:t>1</m:t>
                            </m:r>
                          </m:sub>
                          <m:sup>
                            <m:r>
                              <a:rPr lang="en-US" sz="1100" b="0" i="1" smtClean="0">
                                <a:latin typeface="Cambria Math" panose="02040503050406030204" pitchFamily="18" charset="0"/>
                              </a:rPr>
                              <m:t>2</m:t>
                            </m:r>
                          </m:sup>
                        </m:sSubSup>
                      </m:oMath>
                    </m:oMathPara>
                  </a14:m>
                  <a:endParaRPr lang="en-US" sz="1100" b="0" dirty="0"/>
                </a:p>
                <a:p>
                  <a:endParaRPr lang="en-US" dirty="0"/>
                </a:p>
              </p:txBody>
            </p:sp>
          </mc:Choice>
          <mc:Fallback xmlns="">
            <p:sp>
              <p:nvSpPr>
                <p:cNvPr id="52" name="TextBox 51">
                  <a:extLst>
                    <a:ext uri="{FF2B5EF4-FFF2-40B4-BE49-F238E27FC236}">
                      <a16:creationId xmlns:a16="http://schemas.microsoft.com/office/drawing/2014/main" id="{B9704428-9AB1-C0C5-5042-4AFEC0A588C4}"/>
                    </a:ext>
                  </a:extLst>
                </p:cNvPr>
                <p:cNvSpPr txBox="1">
                  <a:spLocks noRot="1" noChangeAspect="1" noMove="1" noResize="1" noEditPoints="1" noAdjustHandles="1" noChangeArrowheads="1" noChangeShapeType="1" noTextEdit="1"/>
                </p:cNvSpPr>
                <p:nvPr/>
              </p:nvSpPr>
              <p:spPr>
                <a:xfrm>
                  <a:off x="2071130" y="4699798"/>
                  <a:ext cx="293863" cy="449097"/>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EE4CFDE-0DFC-E1BB-4206-9538ADD39BC6}"/>
                    </a:ext>
                  </a:extLst>
                </p:cNvPr>
                <p:cNvSpPr txBox="1"/>
                <p:nvPr/>
              </p:nvSpPr>
              <p:spPr>
                <a:xfrm>
                  <a:off x="2071932" y="4269689"/>
                  <a:ext cx="312265" cy="44871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altLang="zh-CN" sz="1100" b="0" i="1" smtClean="0">
                                <a:latin typeface="Cambria Math" panose="02040503050406030204" pitchFamily="18" charset="0"/>
                              </a:rPr>
                              <m:t>1</m:t>
                            </m:r>
                          </m:sub>
                          <m:sup>
                            <m:r>
                              <a:rPr lang="en-US" sz="1100" b="0" i="1" smtClean="0">
                                <a:latin typeface="Cambria Math" panose="02040503050406030204" pitchFamily="18" charset="0"/>
                              </a:rPr>
                              <m:t>1</m:t>
                            </m:r>
                          </m:sup>
                        </m:sSubSup>
                      </m:oMath>
                    </m:oMathPara>
                  </a14:m>
                  <a:endParaRPr lang="en-US" sz="1100" b="0" dirty="0"/>
                </a:p>
                <a:p>
                  <a:endParaRPr lang="en-US" dirty="0"/>
                </a:p>
              </p:txBody>
            </p:sp>
          </mc:Choice>
          <mc:Fallback xmlns="">
            <p:sp>
              <p:nvSpPr>
                <p:cNvPr id="53" name="TextBox 52">
                  <a:extLst>
                    <a:ext uri="{FF2B5EF4-FFF2-40B4-BE49-F238E27FC236}">
                      <a16:creationId xmlns:a16="http://schemas.microsoft.com/office/drawing/2014/main" id="{7EE4CFDE-0DFC-E1BB-4206-9538ADD39BC6}"/>
                    </a:ext>
                  </a:extLst>
                </p:cNvPr>
                <p:cNvSpPr txBox="1">
                  <a:spLocks noRot="1" noChangeAspect="1" noMove="1" noResize="1" noEditPoints="1" noAdjustHandles="1" noChangeArrowheads="1" noChangeShapeType="1" noTextEdit="1"/>
                </p:cNvSpPr>
                <p:nvPr/>
              </p:nvSpPr>
              <p:spPr>
                <a:xfrm>
                  <a:off x="2071932" y="4269689"/>
                  <a:ext cx="312265" cy="448713"/>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F2AD8CB8-946B-7A54-5FF3-4E5024189262}"/>
                    </a:ext>
                  </a:extLst>
                </p:cNvPr>
                <p:cNvSpPr txBox="1"/>
                <p:nvPr/>
              </p:nvSpPr>
              <p:spPr>
                <a:xfrm>
                  <a:off x="2081935" y="5130291"/>
                  <a:ext cx="292259" cy="4499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altLang="zh-CN" sz="1100" b="0" i="1" smtClean="0">
                                <a:latin typeface="Cambria Math" panose="02040503050406030204" pitchFamily="18" charset="0"/>
                              </a:rPr>
                              <m:t>1</m:t>
                            </m:r>
                          </m:sub>
                          <m:sup>
                            <m:r>
                              <a:rPr lang="en-US" sz="1100" b="0" i="1" smtClean="0">
                                <a:latin typeface="Cambria Math" panose="02040503050406030204" pitchFamily="18" charset="0"/>
                              </a:rPr>
                              <m:t>3</m:t>
                            </m:r>
                          </m:sup>
                        </m:sSubSup>
                      </m:oMath>
                    </m:oMathPara>
                  </a14:m>
                  <a:endParaRPr lang="en-US" sz="1100" b="0" dirty="0"/>
                </a:p>
                <a:p>
                  <a:endParaRPr lang="en-US" dirty="0"/>
                </a:p>
              </p:txBody>
            </p:sp>
          </mc:Choice>
          <mc:Fallback xmlns="">
            <p:sp>
              <p:nvSpPr>
                <p:cNvPr id="54" name="TextBox 53">
                  <a:extLst>
                    <a:ext uri="{FF2B5EF4-FFF2-40B4-BE49-F238E27FC236}">
                      <a16:creationId xmlns:a16="http://schemas.microsoft.com/office/drawing/2014/main" id="{F2AD8CB8-946B-7A54-5FF3-4E5024189262}"/>
                    </a:ext>
                  </a:extLst>
                </p:cNvPr>
                <p:cNvSpPr txBox="1">
                  <a:spLocks noRot="1" noChangeAspect="1" noMove="1" noResize="1" noEditPoints="1" noAdjustHandles="1" noChangeArrowheads="1" noChangeShapeType="1" noTextEdit="1"/>
                </p:cNvSpPr>
                <p:nvPr/>
              </p:nvSpPr>
              <p:spPr>
                <a:xfrm>
                  <a:off x="2081935" y="5130291"/>
                  <a:ext cx="292259" cy="449931"/>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00755D58-3BC4-67C8-8A20-0D7E82A3BB2F}"/>
                    </a:ext>
                  </a:extLst>
                </p:cNvPr>
                <p:cNvSpPr txBox="1"/>
                <p:nvPr/>
              </p:nvSpPr>
              <p:spPr>
                <a:xfrm>
                  <a:off x="2071547" y="5561618"/>
                  <a:ext cx="293029" cy="4483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altLang="zh-CN" sz="1100" b="0" i="1" smtClean="0">
                                <a:latin typeface="Cambria Math" panose="02040503050406030204" pitchFamily="18" charset="0"/>
                              </a:rPr>
                              <m:t>1</m:t>
                            </m:r>
                          </m:sub>
                          <m:sup>
                            <m:r>
                              <a:rPr lang="en-US" sz="1100" b="0" i="1" smtClean="0">
                                <a:latin typeface="Cambria Math" panose="02040503050406030204" pitchFamily="18" charset="0"/>
                              </a:rPr>
                              <m:t>4</m:t>
                            </m:r>
                          </m:sup>
                        </m:sSubSup>
                      </m:oMath>
                    </m:oMathPara>
                  </a14:m>
                  <a:endParaRPr lang="en-US" sz="1100" b="0" dirty="0"/>
                </a:p>
                <a:p>
                  <a:endParaRPr lang="en-US" dirty="0"/>
                </a:p>
              </p:txBody>
            </p:sp>
          </mc:Choice>
          <mc:Fallback xmlns="">
            <p:sp>
              <p:nvSpPr>
                <p:cNvPr id="55" name="TextBox 54">
                  <a:extLst>
                    <a:ext uri="{FF2B5EF4-FFF2-40B4-BE49-F238E27FC236}">
                      <a16:creationId xmlns:a16="http://schemas.microsoft.com/office/drawing/2014/main" id="{00755D58-3BC4-67C8-8A20-0D7E82A3BB2F}"/>
                    </a:ext>
                  </a:extLst>
                </p:cNvPr>
                <p:cNvSpPr txBox="1">
                  <a:spLocks noRot="1" noChangeAspect="1" noMove="1" noResize="1" noEditPoints="1" noAdjustHandles="1" noChangeArrowheads="1" noChangeShapeType="1" noTextEdit="1"/>
                </p:cNvSpPr>
                <p:nvPr/>
              </p:nvSpPr>
              <p:spPr>
                <a:xfrm>
                  <a:off x="2071547" y="5561618"/>
                  <a:ext cx="293029" cy="448392"/>
                </a:xfrm>
                <a:prstGeom prst="rect">
                  <a:avLst/>
                </a:prstGeom>
                <a:blipFill>
                  <a:blip r:embed="rId26"/>
                  <a:stretch>
                    <a:fillRect/>
                  </a:stretch>
                </a:blipFill>
              </p:spPr>
              <p:txBody>
                <a:bodyPr/>
                <a:lstStyle/>
                <a:p>
                  <a:r>
                    <a:rPr lang="en-US">
                      <a:noFill/>
                    </a:rPr>
                    <a:t> </a:t>
                  </a:r>
                </a:p>
              </p:txBody>
            </p:sp>
          </mc:Fallback>
        </mc:AlternateContent>
        <p:sp>
          <p:nvSpPr>
            <p:cNvPr id="56" name="Left Bracket 55">
              <a:extLst>
                <a:ext uri="{FF2B5EF4-FFF2-40B4-BE49-F238E27FC236}">
                  <a16:creationId xmlns:a16="http://schemas.microsoft.com/office/drawing/2014/main" id="{B9097581-7D52-C375-9857-FDF0FD6C34AB}"/>
                </a:ext>
              </a:extLst>
            </p:cNvPr>
            <p:cNvSpPr/>
            <p:nvPr/>
          </p:nvSpPr>
          <p:spPr>
            <a:xfrm rot="10800000">
              <a:off x="2357743" y="4383545"/>
              <a:ext cx="51707" cy="1300274"/>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7" name="Left Bracket 56">
              <a:extLst>
                <a:ext uri="{FF2B5EF4-FFF2-40B4-BE49-F238E27FC236}">
                  <a16:creationId xmlns:a16="http://schemas.microsoft.com/office/drawing/2014/main" id="{365E1713-DE85-3CAE-FD9C-9CF6F0DCF39C}"/>
                </a:ext>
              </a:extLst>
            </p:cNvPr>
            <p:cNvSpPr/>
            <p:nvPr/>
          </p:nvSpPr>
          <p:spPr>
            <a:xfrm>
              <a:off x="2027653" y="4383545"/>
              <a:ext cx="51707" cy="1300274"/>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376055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0.0099 -0.0044 L 0.19466 0.38981 " pathEditMode="relative" rAng="0" ptsTypes="AA">
                                      <p:cBhvr>
                                        <p:cTn id="6" dur="500" fill="hold"/>
                                        <p:tgtEl>
                                          <p:spTgt spid="3"/>
                                        </p:tgtEl>
                                        <p:attrNameLst>
                                          <p:attrName>ppt_x</p:attrName>
                                          <p:attrName>ppt_y</p:attrName>
                                        </p:attrNameLst>
                                      </p:cBhvr>
                                      <p:rCtr x="9232" y="19699"/>
                                    </p:animMotion>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3" grpId="0" animBg="1"/>
      <p:bldP spid="11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16AA103E-A368-6C91-0ED5-820FD56EAEB7}"/>
                  </a:ext>
                </a:extLst>
              </p:cNvPr>
              <p:cNvSpPr>
                <a:spLocks noGrp="1"/>
              </p:cNvSpPr>
              <p:nvPr>
                <p:ph type="title"/>
              </p:nvPr>
            </p:nvSpPr>
            <p:spPr/>
            <p:txBody>
              <a:bodyPr/>
              <a:lstStyle/>
              <a:p>
                <a:r>
                  <a:rPr lang="en-US" dirty="0"/>
                  <a:t>Step 2:</a:t>
                </a:r>
                <a:r>
                  <a:rPr lang="zh-CN" altLang="en-US" dirty="0"/>
                  <a:t> </a:t>
                </a:r>
                <a:r>
                  <a:rPr lang="en-US" altLang="zh-CN" dirty="0"/>
                  <a:t>Update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h</m:t>
                        </m:r>
                      </m:e>
                      <m:sub>
                        <m:r>
                          <a:rPr lang="en-US" altLang="zh-CN" b="0" i="1" smtClean="0">
                            <a:latin typeface="Cambria Math" panose="02040503050406030204" pitchFamily="18" charset="0"/>
                          </a:rPr>
                          <m:t>𝑡</m:t>
                        </m:r>
                        <m:r>
                          <a:rPr lang="en-US" altLang="zh-CN" b="0" i="1" smtClean="0">
                            <a:latin typeface="Cambria Math" panose="02040503050406030204" pitchFamily="18" charset="0"/>
                          </a:rPr>
                          <m:t>1</m:t>
                        </m:r>
                      </m:sub>
                    </m:sSub>
                  </m:oMath>
                </a14:m>
                <a:r>
                  <a:rPr lang="en-US" b="1" dirty="0"/>
                  <a:t> to </a:t>
                </a:r>
                <a14:m>
                  <m:oMath xmlns:m="http://schemas.openxmlformats.org/officeDocument/2006/math">
                    <m:sSub>
                      <m:sSubPr>
                        <m:ctrlPr>
                          <a:rPr lang="en-US" altLang="zh-CN" b="0" i="1">
                            <a:latin typeface="Cambria Math" panose="02040503050406030204" pitchFamily="18" charset="0"/>
                          </a:rPr>
                        </m:ctrlPr>
                      </m:sSubPr>
                      <m:e>
                        <m:r>
                          <a:rPr lang="en-US" altLang="zh-CN" b="0" i="1">
                            <a:latin typeface="Cambria Math" panose="02040503050406030204" pitchFamily="18" charset="0"/>
                          </a:rPr>
                          <m:t>h</m:t>
                        </m:r>
                      </m:e>
                      <m:sub>
                        <m:r>
                          <a:rPr lang="en-US" altLang="zh-CN" b="0" i="1">
                            <a:latin typeface="Cambria Math" panose="02040503050406030204" pitchFamily="18" charset="0"/>
                          </a:rPr>
                          <m:t>𝑡</m:t>
                        </m:r>
                        <m:r>
                          <a:rPr lang="en-US" altLang="zh-CN" b="0" i="1">
                            <a:latin typeface="Cambria Math" panose="02040503050406030204" pitchFamily="18" charset="0"/>
                          </a:rPr>
                          <m:t>2</m:t>
                        </m:r>
                      </m:sub>
                    </m:sSub>
                  </m:oMath>
                </a14:m>
                <a:r>
                  <a:rPr lang="en-US" dirty="0"/>
                  <a:t> </a:t>
                </a:r>
              </a:p>
            </p:txBody>
          </p:sp>
        </mc:Choice>
        <mc:Fallback xmlns="">
          <p:sp>
            <p:nvSpPr>
              <p:cNvPr id="2" name="Title 1">
                <a:extLst>
                  <a:ext uri="{FF2B5EF4-FFF2-40B4-BE49-F238E27FC236}">
                    <a16:creationId xmlns:a16="http://schemas.microsoft.com/office/drawing/2014/main" id="{16AA103E-A368-6C91-0ED5-820FD56EAEB7}"/>
                  </a:ext>
                </a:extLst>
              </p:cNvPr>
              <p:cNvSpPr>
                <a:spLocks noGrp="1" noRot="1" noChangeAspect="1" noMove="1" noResize="1" noEditPoints="1" noAdjustHandles="1" noChangeArrowheads="1" noChangeShapeType="1" noTextEdit="1"/>
              </p:cNvSpPr>
              <p:nvPr>
                <p:ph type="title"/>
              </p:nvPr>
            </p:nvSpPr>
            <p:spPr>
              <a:blipFill>
                <a:blip r:embed="rId3"/>
                <a:stretch>
                  <a:fillRect l="-1938" t="-5882" b="-1911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4B1F9F87-CD6F-BE52-1730-2D0B97CCD0F6}"/>
              </a:ext>
            </a:extLst>
          </p:cNvPr>
          <p:cNvSpPr>
            <a:spLocks noGrp="1"/>
          </p:cNvSpPr>
          <p:nvPr>
            <p:ph type="sldNum" sz="quarter" idx="12"/>
          </p:nvPr>
        </p:nvSpPr>
        <p:spPr/>
        <p:txBody>
          <a:bodyPr/>
          <a:lstStyle/>
          <a:p>
            <a:fld id="{ACE956E7-2A6A-4E70-9F41-09A4B3DE69AA}" type="slidenum">
              <a:rPr lang="en-US" smtClean="0"/>
              <a:t>9</a:t>
            </a:fld>
            <a:endParaRPr lang="en-US" dirty="0"/>
          </a:p>
        </p:txBody>
      </p:sp>
      <p:sp>
        <p:nvSpPr>
          <p:cNvPr id="5" name="Slide Number Placeholder 3">
            <a:extLst>
              <a:ext uri="{FF2B5EF4-FFF2-40B4-BE49-F238E27FC236}">
                <a16:creationId xmlns:a16="http://schemas.microsoft.com/office/drawing/2014/main" id="{518197FD-DA27-30EA-B2B6-3D8664A450C9}"/>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CE956E7-2A6A-4E70-9F41-09A4B3DE69AA}" type="slidenum">
              <a:rPr lang="en-US" smtClean="0"/>
              <a:pPr/>
              <a:t>9</a:t>
            </a:fld>
            <a:endParaRPr lang="en-US" dirty="0"/>
          </a:p>
        </p:txBody>
      </p:sp>
      <p:grpSp>
        <p:nvGrpSpPr>
          <p:cNvPr id="22" name="Group 21">
            <a:extLst>
              <a:ext uri="{FF2B5EF4-FFF2-40B4-BE49-F238E27FC236}">
                <a16:creationId xmlns:a16="http://schemas.microsoft.com/office/drawing/2014/main" id="{F2360789-5E3F-30AA-7650-59E1617DEACF}"/>
              </a:ext>
            </a:extLst>
          </p:cNvPr>
          <p:cNvGrpSpPr/>
          <p:nvPr/>
        </p:nvGrpSpPr>
        <p:grpSpPr>
          <a:xfrm>
            <a:off x="8380421" y="3620480"/>
            <a:ext cx="971045" cy="1212239"/>
            <a:chOff x="10240238" y="3945675"/>
            <a:chExt cx="971045" cy="1212239"/>
          </a:xfrm>
        </p:grpSpPr>
        <p:cxnSp>
          <p:nvCxnSpPr>
            <p:cNvPr id="23" name="Straight Connector 22">
              <a:extLst>
                <a:ext uri="{FF2B5EF4-FFF2-40B4-BE49-F238E27FC236}">
                  <a16:creationId xmlns:a16="http://schemas.microsoft.com/office/drawing/2014/main" id="{6A15015F-44CA-2707-42E9-B11F0BDA5E85}"/>
                </a:ext>
              </a:extLst>
            </p:cNvPr>
            <p:cNvCxnSpPr>
              <a:cxnSpLocks/>
            </p:cNvCxnSpPr>
            <p:nvPr/>
          </p:nvCxnSpPr>
          <p:spPr>
            <a:xfrm>
              <a:off x="10240238" y="3945675"/>
              <a:ext cx="927341" cy="409057"/>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DF04727-8075-F395-3A2F-5A7EE9D197E8}"/>
                </a:ext>
              </a:extLst>
            </p:cNvPr>
            <p:cNvCxnSpPr>
              <a:cxnSpLocks/>
            </p:cNvCxnSpPr>
            <p:nvPr/>
          </p:nvCxnSpPr>
          <p:spPr>
            <a:xfrm flipV="1">
              <a:off x="10240238" y="4622244"/>
              <a:ext cx="971045" cy="53567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C89D3CE5-C8CC-9E87-749A-FFDC9A7795B4}"/>
                    </a:ext>
                  </a:extLst>
                </p:cNvPr>
                <p:cNvSpPr txBox="1"/>
                <p:nvPr/>
              </p:nvSpPr>
              <p:spPr>
                <a:xfrm>
                  <a:off x="10391225" y="4315544"/>
                  <a:ext cx="37702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i="1" smtClean="0">
                            <a:latin typeface="Cambria Math" panose="02040503050406030204" pitchFamily="18" charset="0"/>
                          </a:rPr>
                          <m:t>V</m:t>
                        </m:r>
                      </m:oMath>
                    </m:oMathPara>
                  </a14:m>
                  <a:endParaRPr lang="en-US" dirty="0"/>
                </a:p>
              </p:txBody>
            </p:sp>
          </mc:Choice>
          <mc:Fallback xmlns="">
            <p:sp>
              <p:nvSpPr>
                <p:cNvPr id="25" name="TextBox 24">
                  <a:extLst>
                    <a:ext uri="{FF2B5EF4-FFF2-40B4-BE49-F238E27FC236}">
                      <a16:creationId xmlns:a16="http://schemas.microsoft.com/office/drawing/2014/main" id="{C89D3CE5-C8CC-9E87-749A-FFDC9A7795B4}"/>
                    </a:ext>
                  </a:extLst>
                </p:cNvPr>
                <p:cNvSpPr txBox="1">
                  <a:spLocks noRot="1" noChangeAspect="1" noMove="1" noResize="1" noEditPoints="1" noAdjustHandles="1" noChangeArrowheads="1" noChangeShapeType="1" noTextEdit="1"/>
                </p:cNvSpPr>
                <p:nvPr/>
              </p:nvSpPr>
              <p:spPr>
                <a:xfrm>
                  <a:off x="10391225" y="4315544"/>
                  <a:ext cx="377026" cy="369332"/>
                </a:xfrm>
                <a:prstGeom prst="rect">
                  <a:avLst/>
                </a:prstGeom>
                <a:blipFill>
                  <a:blip r:embed="rId5"/>
                  <a:stretch>
                    <a:fillRect/>
                  </a:stretch>
                </a:blipFill>
              </p:spPr>
              <p:txBody>
                <a:bodyPr/>
                <a:lstStyle/>
                <a:p>
                  <a:r>
                    <a:rPr lang="en-US">
                      <a:noFill/>
                    </a:rPr>
                    <a:t> </a:t>
                  </a:r>
                </a:p>
              </p:txBody>
            </p:sp>
          </mc:Fallback>
        </mc:AlternateContent>
      </p:grpSp>
      <p:grpSp>
        <p:nvGrpSpPr>
          <p:cNvPr id="20" name="Group 19">
            <a:extLst>
              <a:ext uri="{FF2B5EF4-FFF2-40B4-BE49-F238E27FC236}">
                <a16:creationId xmlns:a16="http://schemas.microsoft.com/office/drawing/2014/main" id="{B22C198A-AA5C-80B8-13D7-718C27F07DBC}"/>
              </a:ext>
            </a:extLst>
          </p:cNvPr>
          <p:cNvGrpSpPr/>
          <p:nvPr/>
        </p:nvGrpSpPr>
        <p:grpSpPr>
          <a:xfrm>
            <a:off x="6786866" y="2692500"/>
            <a:ext cx="774573" cy="2826369"/>
            <a:chOff x="6786866" y="2692500"/>
            <a:chExt cx="774573" cy="2826369"/>
          </a:xfrm>
        </p:grpSpPr>
        <p:cxnSp>
          <p:nvCxnSpPr>
            <p:cNvPr id="14" name="Straight Connector 13">
              <a:extLst>
                <a:ext uri="{FF2B5EF4-FFF2-40B4-BE49-F238E27FC236}">
                  <a16:creationId xmlns:a16="http://schemas.microsoft.com/office/drawing/2014/main" id="{03BE0FDD-AAE4-F764-54AC-4D72A2B6706D}"/>
                </a:ext>
              </a:extLst>
            </p:cNvPr>
            <p:cNvCxnSpPr>
              <a:cxnSpLocks/>
              <a:endCxn id="104" idx="0"/>
            </p:cNvCxnSpPr>
            <p:nvPr/>
          </p:nvCxnSpPr>
          <p:spPr>
            <a:xfrm>
              <a:off x="6869316" y="2692500"/>
              <a:ext cx="692123" cy="9613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335103F-8DD5-413B-065C-94455C925E13}"/>
                </a:ext>
              </a:extLst>
            </p:cNvPr>
            <p:cNvCxnSpPr>
              <a:cxnSpLocks/>
              <a:endCxn id="107" idx="3"/>
            </p:cNvCxnSpPr>
            <p:nvPr/>
          </p:nvCxnSpPr>
          <p:spPr>
            <a:xfrm flipV="1">
              <a:off x="6786866" y="4710387"/>
              <a:ext cx="692822" cy="808482"/>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1F5C0E7-B675-CE30-8510-D909A6592970}"/>
                    </a:ext>
                  </a:extLst>
                </p:cNvPr>
                <p:cNvSpPr txBox="1"/>
                <p:nvPr/>
              </p:nvSpPr>
              <p:spPr>
                <a:xfrm>
                  <a:off x="7002253" y="4346701"/>
                  <a:ext cx="46621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𝑊</m:t>
                        </m:r>
                      </m:oMath>
                    </m:oMathPara>
                  </a14:m>
                  <a:endParaRPr lang="en-US" dirty="0"/>
                </a:p>
              </p:txBody>
            </p:sp>
          </mc:Choice>
          <mc:Fallback xmlns="">
            <p:sp>
              <p:nvSpPr>
                <p:cNvPr id="16" name="TextBox 15">
                  <a:extLst>
                    <a:ext uri="{FF2B5EF4-FFF2-40B4-BE49-F238E27FC236}">
                      <a16:creationId xmlns:a16="http://schemas.microsoft.com/office/drawing/2014/main" id="{11F5C0E7-B675-CE30-8510-D909A6592970}"/>
                    </a:ext>
                  </a:extLst>
                </p:cNvPr>
                <p:cNvSpPr txBox="1">
                  <a:spLocks noRot="1" noChangeAspect="1" noMove="1" noResize="1" noEditPoints="1" noAdjustHandles="1" noChangeArrowheads="1" noChangeShapeType="1" noTextEdit="1"/>
                </p:cNvSpPr>
                <p:nvPr/>
              </p:nvSpPr>
              <p:spPr>
                <a:xfrm>
                  <a:off x="7002253" y="4346701"/>
                  <a:ext cx="466217"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CB2794D8-4832-CE3C-A0FE-CFCB888575FD}"/>
                    </a:ext>
                  </a:extLst>
                </p:cNvPr>
                <p:cNvSpPr txBox="1"/>
                <p:nvPr/>
              </p:nvSpPr>
              <p:spPr>
                <a:xfrm>
                  <a:off x="7041494" y="3358973"/>
                  <a:ext cx="40075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𝑈</m:t>
                        </m:r>
                      </m:oMath>
                    </m:oMathPara>
                  </a14:m>
                  <a:endParaRPr lang="en-US" dirty="0"/>
                </a:p>
              </p:txBody>
            </p:sp>
          </mc:Choice>
          <mc:Fallback xmlns="">
            <p:sp>
              <p:nvSpPr>
                <p:cNvPr id="61" name="TextBox 60">
                  <a:extLst>
                    <a:ext uri="{FF2B5EF4-FFF2-40B4-BE49-F238E27FC236}">
                      <a16:creationId xmlns:a16="http://schemas.microsoft.com/office/drawing/2014/main" id="{CB2794D8-4832-CE3C-A0FE-CFCB888575FD}"/>
                    </a:ext>
                  </a:extLst>
                </p:cNvPr>
                <p:cNvSpPr txBox="1">
                  <a:spLocks noRot="1" noChangeAspect="1" noMove="1" noResize="1" noEditPoints="1" noAdjustHandles="1" noChangeArrowheads="1" noChangeShapeType="1" noTextEdit="1"/>
                </p:cNvSpPr>
                <p:nvPr/>
              </p:nvSpPr>
              <p:spPr>
                <a:xfrm>
                  <a:off x="7041494" y="3358973"/>
                  <a:ext cx="400751" cy="369332"/>
                </a:xfrm>
                <a:prstGeom prst="rect">
                  <a:avLst/>
                </a:prstGeom>
                <a:blipFill>
                  <a:blip r:embed="rId7"/>
                  <a:stretch>
                    <a:fillRect/>
                  </a:stretch>
                </a:blipFill>
              </p:spPr>
              <p:txBody>
                <a:bodyPr/>
                <a:lstStyle/>
                <a:p>
                  <a:r>
                    <a:rPr lang="en-US">
                      <a:noFill/>
                    </a:rPr>
                    <a:t> </a:t>
                  </a:r>
                </a:p>
              </p:txBody>
            </p:sp>
          </mc:Fallback>
        </mc:AlternateContent>
      </p:grpSp>
      <p:sp>
        <p:nvSpPr>
          <p:cNvPr id="82" name="Rectangle 81">
            <a:extLst>
              <a:ext uri="{FF2B5EF4-FFF2-40B4-BE49-F238E27FC236}">
                <a16:creationId xmlns:a16="http://schemas.microsoft.com/office/drawing/2014/main" id="{46A37E95-130F-E634-EF9E-676D141E7F18}"/>
              </a:ext>
            </a:extLst>
          </p:cNvPr>
          <p:cNvSpPr/>
          <p:nvPr/>
        </p:nvSpPr>
        <p:spPr>
          <a:xfrm>
            <a:off x="4465681" y="1898435"/>
            <a:ext cx="566928" cy="134069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I</a:t>
            </a:r>
          </a:p>
        </p:txBody>
      </p:sp>
      <p:sp>
        <p:nvSpPr>
          <p:cNvPr id="83" name="Rectangle 82">
            <a:extLst>
              <a:ext uri="{FF2B5EF4-FFF2-40B4-BE49-F238E27FC236}">
                <a16:creationId xmlns:a16="http://schemas.microsoft.com/office/drawing/2014/main" id="{361D5297-3B35-2E37-A3D2-209C6DD0C917}"/>
              </a:ext>
            </a:extLst>
          </p:cNvPr>
          <p:cNvSpPr/>
          <p:nvPr/>
        </p:nvSpPr>
        <p:spPr>
          <a:xfrm>
            <a:off x="3847047" y="1610591"/>
            <a:ext cx="566928" cy="1975288"/>
          </a:xfrm>
          <a:prstGeom prst="rect">
            <a:avLst/>
          </a:prstGeom>
          <a:solidFill>
            <a:srgbClr val="BDD7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zh-CN" altLang="en-US" sz="1400" dirty="0"/>
              <a:t> </a:t>
            </a:r>
            <a:r>
              <a:rPr lang="en-US" altLang="zh-CN" sz="1400" dirty="0"/>
              <a:t>like </a:t>
            </a:r>
            <a:endParaRPr lang="en-US" sz="1400" dirty="0"/>
          </a:p>
        </p:txBody>
      </p:sp>
      <p:sp>
        <p:nvSpPr>
          <p:cNvPr id="84" name="Rectangle 83">
            <a:extLst>
              <a:ext uri="{FF2B5EF4-FFF2-40B4-BE49-F238E27FC236}">
                <a16:creationId xmlns:a16="http://schemas.microsoft.com/office/drawing/2014/main" id="{F9DB5C2C-8E1B-0A93-D50E-EB5F554B56CF}"/>
              </a:ext>
            </a:extLst>
          </p:cNvPr>
          <p:cNvSpPr/>
          <p:nvPr/>
        </p:nvSpPr>
        <p:spPr>
          <a:xfrm>
            <a:off x="2609779" y="1610591"/>
            <a:ext cx="566928" cy="197528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dirty="0"/>
              <a:t>movie</a:t>
            </a:r>
          </a:p>
        </p:txBody>
      </p:sp>
      <p:sp>
        <p:nvSpPr>
          <p:cNvPr id="85" name="Rectangle 84">
            <a:extLst>
              <a:ext uri="{FF2B5EF4-FFF2-40B4-BE49-F238E27FC236}">
                <a16:creationId xmlns:a16="http://schemas.microsoft.com/office/drawing/2014/main" id="{3FFF5067-AF0D-EF6E-ED8C-A7224E68F6C0}"/>
              </a:ext>
            </a:extLst>
          </p:cNvPr>
          <p:cNvSpPr/>
          <p:nvPr/>
        </p:nvSpPr>
        <p:spPr>
          <a:xfrm>
            <a:off x="1991145" y="1610591"/>
            <a:ext cx="566928" cy="197528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but</a:t>
            </a:r>
          </a:p>
        </p:txBody>
      </p:sp>
      <p:sp>
        <p:nvSpPr>
          <p:cNvPr id="86" name="Rectangle 85">
            <a:extLst>
              <a:ext uri="{FF2B5EF4-FFF2-40B4-BE49-F238E27FC236}">
                <a16:creationId xmlns:a16="http://schemas.microsoft.com/office/drawing/2014/main" id="{8049170B-64D2-4321-01B9-E3C776F70183}"/>
              </a:ext>
            </a:extLst>
          </p:cNvPr>
          <p:cNvSpPr/>
          <p:nvPr/>
        </p:nvSpPr>
        <p:spPr>
          <a:xfrm>
            <a:off x="1372511" y="1610591"/>
            <a:ext cx="566928" cy="197528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hate</a:t>
            </a:r>
          </a:p>
        </p:txBody>
      </p:sp>
      <p:sp>
        <p:nvSpPr>
          <p:cNvPr id="87" name="Rectangle 86">
            <a:extLst>
              <a:ext uri="{FF2B5EF4-FFF2-40B4-BE49-F238E27FC236}">
                <a16:creationId xmlns:a16="http://schemas.microsoft.com/office/drawing/2014/main" id="{B3117B9E-1F3F-D7FF-1BE6-6D085D79ED58}"/>
              </a:ext>
            </a:extLst>
          </p:cNvPr>
          <p:cNvSpPr/>
          <p:nvPr/>
        </p:nvSpPr>
        <p:spPr>
          <a:xfrm>
            <a:off x="3228413" y="1610591"/>
            <a:ext cx="566928" cy="197528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the</a:t>
            </a:r>
          </a:p>
        </p:txBody>
      </p:sp>
      <p:sp>
        <p:nvSpPr>
          <p:cNvPr id="88" name="Rectangle 87">
            <a:extLst>
              <a:ext uri="{FF2B5EF4-FFF2-40B4-BE49-F238E27FC236}">
                <a16:creationId xmlns:a16="http://schemas.microsoft.com/office/drawing/2014/main" id="{8590C553-8B6B-A1D8-F0D5-22CC9780E28A}"/>
              </a:ext>
            </a:extLst>
          </p:cNvPr>
          <p:cNvSpPr/>
          <p:nvPr/>
        </p:nvSpPr>
        <p:spPr>
          <a:xfrm>
            <a:off x="753877" y="1610591"/>
            <a:ext cx="566928" cy="197528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the</a:t>
            </a:r>
          </a:p>
        </p:txBody>
      </p:sp>
      <p:sp>
        <p:nvSpPr>
          <p:cNvPr id="89" name="Rectangle 88">
            <a:extLst>
              <a:ext uri="{FF2B5EF4-FFF2-40B4-BE49-F238E27FC236}">
                <a16:creationId xmlns:a16="http://schemas.microsoft.com/office/drawing/2014/main" id="{91270F21-B574-F3F1-351F-F30171B4B770}"/>
              </a:ext>
            </a:extLst>
          </p:cNvPr>
          <p:cNvSpPr/>
          <p:nvPr/>
        </p:nvSpPr>
        <p:spPr>
          <a:xfrm>
            <a:off x="135243" y="1610591"/>
            <a:ext cx="566928" cy="197528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actor</a:t>
            </a:r>
          </a:p>
        </p:txBody>
      </p:sp>
      <p:sp>
        <p:nvSpPr>
          <p:cNvPr id="91" name="Rectangle 90">
            <a:extLst>
              <a:ext uri="{FF2B5EF4-FFF2-40B4-BE49-F238E27FC236}">
                <a16:creationId xmlns:a16="http://schemas.microsoft.com/office/drawing/2014/main" id="{02B74706-ECD9-2BF1-D649-D9CA6730A535}"/>
              </a:ext>
            </a:extLst>
          </p:cNvPr>
          <p:cNvSpPr/>
          <p:nvPr/>
        </p:nvSpPr>
        <p:spPr>
          <a:xfrm>
            <a:off x="4465681" y="1610591"/>
            <a:ext cx="566928" cy="1975288"/>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zh-CN" sz="1400" dirty="0"/>
              <a:t>   I</a:t>
            </a:r>
            <a:endParaRPr lang="en-US" sz="1400" dirty="0"/>
          </a:p>
        </p:txBody>
      </p:sp>
      <p:grpSp>
        <p:nvGrpSpPr>
          <p:cNvPr id="103" name="Group 102">
            <a:extLst>
              <a:ext uri="{FF2B5EF4-FFF2-40B4-BE49-F238E27FC236}">
                <a16:creationId xmlns:a16="http://schemas.microsoft.com/office/drawing/2014/main" id="{6B762823-8136-EE4B-AAAF-37C19437F208}"/>
              </a:ext>
            </a:extLst>
          </p:cNvPr>
          <p:cNvGrpSpPr/>
          <p:nvPr/>
        </p:nvGrpSpPr>
        <p:grpSpPr>
          <a:xfrm>
            <a:off x="7445825" y="3653892"/>
            <a:ext cx="231228" cy="1089973"/>
            <a:chOff x="8551317" y="2344227"/>
            <a:chExt cx="231228" cy="1089973"/>
          </a:xfrm>
        </p:grpSpPr>
        <p:sp>
          <p:nvSpPr>
            <p:cNvPr id="104" name="Oval 103">
              <a:extLst>
                <a:ext uri="{FF2B5EF4-FFF2-40B4-BE49-F238E27FC236}">
                  <a16:creationId xmlns:a16="http://schemas.microsoft.com/office/drawing/2014/main" id="{F06401A7-9411-AC6A-DDD7-D673CEB8A52B}"/>
                </a:ext>
              </a:extLst>
            </p:cNvPr>
            <p:cNvSpPr/>
            <p:nvPr/>
          </p:nvSpPr>
          <p:spPr>
            <a:xfrm>
              <a:off x="8551317" y="2344227"/>
              <a:ext cx="231228" cy="228600"/>
            </a:xfrm>
            <a:prstGeom prst="ellipse">
              <a:avLst/>
            </a:prstGeom>
            <a:solidFill>
              <a:srgbClr val="D17ECA">
                <a:alpha val="7979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Oval 104">
              <a:extLst>
                <a:ext uri="{FF2B5EF4-FFF2-40B4-BE49-F238E27FC236}">
                  <a16:creationId xmlns:a16="http://schemas.microsoft.com/office/drawing/2014/main" id="{A39E7D1F-FEE7-8D2B-12A9-7665F73FBE56}"/>
                </a:ext>
              </a:extLst>
            </p:cNvPr>
            <p:cNvSpPr/>
            <p:nvPr/>
          </p:nvSpPr>
          <p:spPr>
            <a:xfrm>
              <a:off x="8551317" y="2631351"/>
              <a:ext cx="231228" cy="228600"/>
            </a:xfrm>
            <a:prstGeom prst="ellipse">
              <a:avLst/>
            </a:prstGeom>
            <a:solidFill>
              <a:srgbClr val="D17ECA">
                <a:alpha val="7979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 name="Oval 105">
              <a:extLst>
                <a:ext uri="{FF2B5EF4-FFF2-40B4-BE49-F238E27FC236}">
                  <a16:creationId xmlns:a16="http://schemas.microsoft.com/office/drawing/2014/main" id="{010E64BF-C6DD-39F1-8E49-E5D7DCBFD55C}"/>
                </a:ext>
              </a:extLst>
            </p:cNvPr>
            <p:cNvSpPr/>
            <p:nvPr/>
          </p:nvSpPr>
          <p:spPr>
            <a:xfrm>
              <a:off x="8551317" y="2918475"/>
              <a:ext cx="231228" cy="228600"/>
            </a:xfrm>
            <a:prstGeom prst="ellipse">
              <a:avLst/>
            </a:prstGeom>
            <a:solidFill>
              <a:srgbClr val="D17ECA">
                <a:alpha val="7979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 name="Oval 106">
              <a:extLst>
                <a:ext uri="{FF2B5EF4-FFF2-40B4-BE49-F238E27FC236}">
                  <a16:creationId xmlns:a16="http://schemas.microsoft.com/office/drawing/2014/main" id="{6ED1FF61-31F4-15B9-E1A3-435B71DECC1C}"/>
                </a:ext>
              </a:extLst>
            </p:cNvPr>
            <p:cNvSpPr/>
            <p:nvPr/>
          </p:nvSpPr>
          <p:spPr>
            <a:xfrm>
              <a:off x="8551317" y="3205600"/>
              <a:ext cx="231228" cy="228600"/>
            </a:xfrm>
            <a:prstGeom prst="ellipse">
              <a:avLst/>
            </a:prstGeom>
            <a:solidFill>
              <a:srgbClr val="D17ECA">
                <a:alpha val="7979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8" name="TextBox 17">
            <a:extLst>
              <a:ext uri="{FF2B5EF4-FFF2-40B4-BE49-F238E27FC236}">
                <a16:creationId xmlns:a16="http://schemas.microsoft.com/office/drawing/2014/main" id="{9C0940D5-1FB2-8FD4-A99E-9813D42D125D}"/>
              </a:ext>
            </a:extLst>
          </p:cNvPr>
          <p:cNvSpPr txBox="1"/>
          <p:nvPr/>
        </p:nvSpPr>
        <p:spPr>
          <a:xfrm>
            <a:off x="5990602" y="3631963"/>
            <a:ext cx="184731" cy="369332"/>
          </a:xfrm>
          <a:prstGeom prst="rect">
            <a:avLst/>
          </a:prstGeom>
          <a:noFill/>
        </p:spPr>
        <p:txBody>
          <a:bodyPr wrap="none" rtlCol="0">
            <a:spAutoFit/>
          </a:bodyPr>
          <a:lstStyle/>
          <a:p>
            <a:endParaRPr lang="en-US" dirty="0"/>
          </a:p>
        </p:txBody>
      </p:sp>
      <p:sp>
        <p:nvSpPr>
          <p:cNvPr id="3" name="Bent Arrow 2">
            <a:extLst>
              <a:ext uri="{FF2B5EF4-FFF2-40B4-BE49-F238E27FC236}">
                <a16:creationId xmlns:a16="http://schemas.microsoft.com/office/drawing/2014/main" id="{2FBDF920-94ED-2022-97C9-C0CA3002EEA5}"/>
              </a:ext>
            </a:extLst>
          </p:cNvPr>
          <p:cNvSpPr/>
          <p:nvPr/>
        </p:nvSpPr>
        <p:spPr>
          <a:xfrm flipH="1">
            <a:off x="7054946" y="2099469"/>
            <a:ext cx="1098341" cy="1388274"/>
          </a:xfrm>
          <a:prstGeom prst="bentArrow">
            <a:avLst>
              <a:gd name="adj1" fmla="val 5105"/>
              <a:gd name="adj2" fmla="val 6783"/>
              <a:gd name="adj3" fmla="val 13038"/>
              <a:gd name="adj4" fmla="val 28628"/>
            </a:avLst>
          </a:prstGeom>
          <a:gradFill flip="none" rotWithShape="1">
            <a:gsLst>
              <a:gs pos="98000">
                <a:srgbClr val="A6BCE4"/>
              </a:gs>
              <a:gs pos="50000">
                <a:srgbClr val="A6BCE4"/>
              </a:gs>
              <a:gs pos="2000">
                <a:srgbClr val="800EE2">
                  <a:alpha val="68277"/>
                </a:srgbClr>
              </a:gs>
            </a:gsLst>
            <a:path path="circle">
              <a:fillToRect t="100000" r="100000"/>
            </a:path>
            <a:tileRect l="-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TextBox 10">
            <a:extLst>
              <a:ext uri="{FF2B5EF4-FFF2-40B4-BE49-F238E27FC236}">
                <a16:creationId xmlns:a16="http://schemas.microsoft.com/office/drawing/2014/main" id="{C332B5F5-F160-02FA-183B-696B9AA4FF2A}"/>
              </a:ext>
            </a:extLst>
          </p:cNvPr>
          <p:cNvSpPr txBox="1"/>
          <p:nvPr/>
        </p:nvSpPr>
        <p:spPr>
          <a:xfrm>
            <a:off x="7404681" y="2042003"/>
            <a:ext cx="1098342" cy="369332"/>
          </a:xfrm>
          <a:prstGeom prst="rect">
            <a:avLst/>
          </a:prstGeom>
          <a:noFill/>
        </p:spPr>
        <p:txBody>
          <a:bodyPr wrap="square" rtlCol="0">
            <a:spAutoFit/>
          </a:bodyPr>
          <a:lstStyle/>
          <a:p>
            <a:r>
              <a:rPr lang="en-US" dirty="0"/>
              <a:t>update</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99FB8B7-F10F-8D36-A66E-864FD907CEFE}"/>
                  </a:ext>
                </a:extLst>
              </p:cNvPr>
              <p:cNvSpPr txBox="1"/>
              <p:nvPr/>
            </p:nvSpPr>
            <p:spPr>
              <a:xfrm>
                <a:off x="4559029" y="3687010"/>
                <a:ext cx="416011"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1</m:t>
                          </m:r>
                        </m:sub>
                      </m:sSub>
                    </m:oMath>
                  </m:oMathPara>
                </a14:m>
                <a:endParaRPr lang="en-US" altLang="zh-CN" dirty="0"/>
              </a:p>
            </p:txBody>
          </p:sp>
        </mc:Choice>
        <mc:Fallback xmlns="">
          <p:sp>
            <p:nvSpPr>
              <p:cNvPr id="6" name="TextBox 5">
                <a:extLst>
                  <a:ext uri="{FF2B5EF4-FFF2-40B4-BE49-F238E27FC236}">
                    <a16:creationId xmlns:a16="http://schemas.microsoft.com/office/drawing/2014/main" id="{199FB8B7-F10F-8D36-A66E-864FD907CEFE}"/>
                  </a:ext>
                </a:extLst>
              </p:cNvPr>
              <p:cNvSpPr txBox="1">
                <a:spLocks noRot="1" noChangeAspect="1" noMove="1" noResize="1" noEditPoints="1" noAdjustHandles="1" noChangeArrowheads="1" noChangeShapeType="1" noTextEdit="1"/>
              </p:cNvSpPr>
              <p:nvPr/>
            </p:nvSpPr>
            <p:spPr>
              <a:xfrm>
                <a:off x="4559029" y="3687010"/>
                <a:ext cx="416011" cy="338554"/>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D970E02-8748-2486-A1C9-2F985257E8E4}"/>
                  </a:ext>
                </a:extLst>
              </p:cNvPr>
              <p:cNvSpPr txBox="1"/>
              <p:nvPr/>
            </p:nvSpPr>
            <p:spPr>
              <a:xfrm>
                <a:off x="3933360" y="3687010"/>
                <a:ext cx="40498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2</m:t>
                          </m:r>
                        </m:sub>
                      </m:sSub>
                    </m:oMath>
                  </m:oMathPara>
                </a14:m>
                <a:endParaRPr lang="en-US" altLang="zh-CN" dirty="0"/>
              </a:p>
            </p:txBody>
          </p:sp>
        </mc:Choice>
        <mc:Fallback xmlns="">
          <p:sp>
            <p:nvSpPr>
              <p:cNvPr id="7" name="TextBox 6">
                <a:extLst>
                  <a:ext uri="{FF2B5EF4-FFF2-40B4-BE49-F238E27FC236}">
                    <a16:creationId xmlns:a16="http://schemas.microsoft.com/office/drawing/2014/main" id="{7D970E02-8748-2486-A1C9-2F985257E8E4}"/>
                  </a:ext>
                </a:extLst>
              </p:cNvPr>
              <p:cNvSpPr txBox="1">
                <a:spLocks noRot="1" noChangeAspect="1" noMove="1" noResize="1" noEditPoints="1" noAdjustHandles="1" noChangeArrowheads="1" noChangeShapeType="1" noTextEdit="1"/>
              </p:cNvSpPr>
              <p:nvPr/>
            </p:nvSpPr>
            <p:spPr>
              <a:xfrm>
                <a:off x="3933360" y="3687010"/>
                <a:ext cx="404983" cy="338554"/>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3A747AB-F8D7-6923-6059-043B9028A891}"/>
                  </a:ext>
                </a:extLst>
              </p:cNvPr>
              <p:cNvSpPr txBox="1"/>
              <p:nvPr/>
            </p:nvSpPr>
            <p:spPr>
              <a:xfrm>
                <a:off x="3307688" y="3687010"/>
                <a:ext cx="40498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3</m:t>
                          </m:r>
                        </m:sub>
                      </m:sSub>
                    </m:oMath>
                  </m:oMathPara>
                </a14:m>
                <a:endParaRPr lang="en-US" altLang="zh-CN" dirty="0"/>
              </a:p>
            </p:txBody>
          </p:sp>
        </mc:Choice>
        <mc:Fallback xmlns="">
          <p:sp>
            <p:nvSpPr>
              <p:cNvPr id="9" name="TextBox 8">
                <a:extLst>
                  <a:ext uri="{FF2B5EF4-FFF2-40B4-BE49-F238E27FC236}">
                    <a16:creationId xmlns:a16="http://schemas.microsoft.com/office/drawing/2014/main" id="{E3A747AB-F8D7-6923-6059-043B9028A891}"/>
                  </a:ext>
                </a:extLst>
              </p:cNvPr>
              <p:cNvSpPr txBox="1">
                <a:spLocks noRot="1" noChangeAspect="1" noMove="1" noResize="1" noEditPoints="1" noAdjustHandles="1" noChangeArrowheads="1" noChangeShapeType="1" noTextEdit="1"/>
              </p:cNvSpPr>
              <p:nvPr/>
            </p:nvSpPr>
            <p:spPr>
              <a:xfrm>
                <a:off x="3307688" y="3687010"/>
                <a:ext cx="404983" cy="338554"/>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686DBA3-DD91-38A7-30B8-0EBB3E890166}"/>
                  </a:ext>
                </a:extLst>
              </p:cNvPr>
              <p:cNvSpPr txBox="1"/>
              <p:nvPr/>
            </p:nvSpPr>
            <p:spPr>
              <a:xfrm>
                <a:off x="2670988" y="3687010"/>
                <a:ext cx="416011"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4</m:t>
                          </m:r>
                        </m:sub>
                      </m:sSub>
                    </m:oMath>
                  </m:oMathPara>
                </a14:m>
                <a:endParaRPr lang="en-US" altLang="zh-CN" dirty="0"/>
              </a:p>
            </p:txBody>
          </p:sp>
        </mc:Choice>
        <mc:Fallback xmlns="">
          <p:sp>
            <p:nvSpPr>
              <p:cNvPr id="10" name="TextBox 9">
                <a:extLst>
                  <a:ext uri="{FF2B5EF4-FFF2-40B4-BE49-F238E27FC236}">
                    <a16:creationId xmlns:a16="http://schemas.microsoft.com/office/drawing/2014/main" id="{D686DBA3-DD91-38A7-30B8-0EBB3E890166}"/>
                  </a:ext>
                </a:extLst>
              </p:cNvPr>
              <p:cNvSpPr txBox="1">
                <a:spLocks noRot="1" noChangeAspect="1" noMove="1" noResize="1" noEditPoints="1" noAdjustHandles="1" noChangeArrowheads="1" noChangeShapeType="1" noTextEdit="1"/>
              </p:cNvSpPr>
              <p:nvPr/>
            </p:nvSpPr>
            <p:spPr>
              <a:xfrm>
                <a:off x="2670988" y="3687010"/>
                <a:ext cx="416011" cy="338554"/>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02E8479-75E1-1129-F430-03F27BFFDD8E}"/>
                  </a:ext>
                </a:extLst>
              </p:cNvPr>
              <p:cNvSpPr txBox="1"/>
              <p:nvPr/>
            </p:nvSpPr>
            <p:spPr>
              <a:xfrm>
                <a:off x="2045316" y="3687010"/>
                <a:ext cx="40498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5</m:t>
                          </m:r>
                        </m:sub>
                      </m:sSub>
                    </m:oMath>
                  </m:oMathPara>
                </a14:m>
                <a:endParaRPr lang="en-US" altLang="zh-CN" dirty="0"/>
              </a:p>
            </p:txBody>
          </p:sp>
        </mc:Choice>
        <mc:Fallback xmlns="">
          <p:sp>
            <p:nvSpPr>
              <p:cNvPr id="13" name="TextBox 12">
                <a:extLst>
                  <a:ext uri="{FF2B5EF4-FFF2-40B4-BE49-F238E27FC236}">
                    <a16:creationId xmlns:a16="http://schemas.microsoft.com/office/drawing/2014/main" id="{902E8479-75E1-1129-F430-03F27BFFDD8E}"/>
                  </a:ext>
                </a:extLst>
              </p:cNvPr>
              <p:cNvSpPr txBox="1">
                <a:spLocks noRot="1" noChangeAspect="1" noMove="1" noResize="1" noEditPoints="1" noAdjustHandles="1" noChangeArrowheads="1" noChangeShapeType="1" noTextEdit="1"/>
              </p:cNvSpPr>
              <p:nvPr/>
            </p:nvSpPr>
            <p:spPr>
              <a:xfrm>
                <a:off x="2045316" y="3687010"/>
                <a:ext cx="404983" cy="338554"/>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0640965-FA37-EEC0-60DA-C9800A7AD258}"/>
                  </a:ext>
                </a:extLst>
              </p:cNvPr>
              <p:cNvSpPr txBox="1"/>
              <p:nvPr/>
            </p:nvSpPr>
            <p:spPr>
              <a:xfrm>
                <a:off x="1419644" y="3687010"/>
                <a:ext cx="40498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6</m:t>
                          </m:r>
                        </m:sub>
                      </m:sSub>
                    </m:oMath>
                  </m:oMathPara>
                </a14:m>
                <a:endParaRPr lang="en-US" altLang="zh-CN" dirty="0"/>
              </a:p>
            </p:txBody>
          </p:sp>
        </mc:Choice>
        <mc:Fallback xmlns="">
          <p:sp>
            <p:nvSpPr>
              <p:cNvPr id="17" name="TextBox 16">
                <a:extLst>
                  <a:ext uri="{FF2B5EF4-FFF2-40B4-BE49-F238E27FC236}">
                    <a16:creationId xmlns:a16="http://schemas.microsoft.com/office/drawing/2014/main" id="{50640965-FA37-EEC0-60DA-C9800A7AD258}"/>
                  </a:ext>
                </a:extLst>
              </p:cNvPr>
              <p:cNvSpPr txBox="1">
                <a:spLocks noRot="1" noChangeAspect="1" noMove="1" noResize="1" noEditPoints="1" noAdjustHandles="1" noChangeArrowheads="1" noChangeShapeType="1" noTextEdit="1"/>
              </p:cNvSpPr>
              <p:nvPr/>
            </p:nvSpPr>
            <p:spPr>
              <a:xfrm>
                <a:off x="1419644" y="3687010"/>
                <a:ext cx="404983" cy="338554"/>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DCD4AD6A-43FB-80C8-9BE1-AF4E1B64E334}"/>
                  </a:ext>
                </a:extLst>
              </p:cNvPr>
              <p:cNvSpPr txBox="1"/>
              <p:nvPr/>
            </p:nvSpPr>
            <p:spPr>
              <a:xfrm>
                <a:off x="793972" y="3687010"/>
                <a:ext cx="40498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7</m:t>
                          </m:r>
                        </m:sub>
                      </m:sSub>
                    </m:oMath>
                  </m:oMathPara>
                </a14:m>
                <a:endParaRPr lang="en-US" altLang="zh-CN" dirty="0"/>
              </a:p>
            </p:txBody>
          </p:sp>
        </mc:Choice>
        <mc:Fallback xmlns="">
          <p:sp>
            <p:nvSpPr>
              <p:cNvPr id="19" name="TextBox 18">
                <a:extLst>
                  <a:ext uri="{FF2B5EF4-FFF2-40B4-BE49-F238E27FC236}">
                    <a16:creationId xmlns:a16="http://schemas.microsoft.com/office/drawing/2014/main" id="{DCD4AD6A-43FB-80C8-9BE1-AF4E1B64E334}"/>
                  </a:ext>
                </a:extLst>
              </p:cNvPr>
              <p:cNvSpPr txBox="1">
                <a:spLocks noRot="1" noChangeAspect="1" noMove="1" noResize="1" noEditPoints="1" noAdjustHandles="1" noChangeArrowheads="1" noChangeShapeType="1" noTextEdit="1"/>
              </p:cNvSpPr>
              <p:nvPr/>
            </p:nvSpPr>
            <p:spPr>
              <a:xfrm>
                <a:off x="793972" y="3687010"/>
                <a:ext cx="404983" cy="338554"/>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95F72E66-3B84-6970-BEFE-833F575BA93B}"/>
                  </a:ext>
                </a:extLst>
              </p:cNvPr>
              <p:cNvSpPr txBox="1"/>
              <p:nvPr/>
            </p:nvSpPr>
            <p:spPr>
              <a:xfrm>
                <a:off x="179875" y="3687010"/>
                <a:ext cx="40498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8</m:t>
                          </m:r>
                        </m:sub>
                      </m:sSub>
                    </m:oMath>
                  </m:oMathPara>
                </a14:m>
                <a:endParaRPr lang="en-US" altLang="zh-CN" dirty="0"/>
              </a:p>
            </p:txBody>
          </p:sp>
        </mc:Choice>
        <mc:Fallback xmlns="">
          <p:sp>
            <p:nvSpPr>
              <p:cNvPr id="31" name="TextBox 30">
                <a:extLst>
                  <a:ext uri="{FF2B5EF4-FFF2-40B4-BE49-F238E27FC236}">
                    <a16:creationId xmlns:a16="http://schemas.microsoft.com/office/drawing/2014/main" id="{95F72E66-3B84-6970-BEFE-833F575BA93B}"/>
                  </a:ext>
                </a:extLst>
              </p:cNvPr>
              <p:cNvSpPr txBox="1">
                <a:spLocks noRot="1" noChangeAspect="1" noMove="1" noResize="1" noEditPoints="1" noAdjustHandles="1" noChangeArrowheads="1" noChangeShapeType="1" noTextEdit="1"/>
              </p:cNvSpPr>
              <p:nvPr/>
            </p:nvSpPr>
            <p:spPr>
              <a:xfrm>
                <a:off x="179875" y="3687010"/>
                <a:ext cx="404983" cy="338554"/>
              </a:xfrm>
              <a:prstGeom prst="rect">
                <a:avLst/>
              </a:prstGeom>
              <a:blipFill>
                <a:blip r:embed="rId15"/>
                <a:stretch>
                  <a:fillRect/>
                </a:stretch>
              </a:blipFill>
            </p:spPr>
            <p:txBody>
              <a:bodyPr/>
              <a:lstStyle/>
              <a:p>
                <a:r>
                  <a:rPr lang="en-US">
                    <a:noFill/>
                  </a:rPr>
                  <a:t> </a:t>
                </a:r>
              </a:p>
            </p:txBody>
          </p:sp>
        </mc:Fallback>
      </mc:AlternateContent>
      <p:grpSp>
        <p:nvGrpSpPr>
          <p:cNvPr id="54" name="Group 53">
            <a:extLst>
              <a:ext uri="{FF2B5EF4-FFF2-40B4-BE49-F238E27FC236}">
                <a16:creationId xmlns:a16="http://schemas.microsoft.com/office/drawing/2014/main" id="{2645E40E-D003-A46B-AD34-F5B9D89AD449}"/>
              </a:ext>
            </a:extLst>
          </p:cNvPr>
          <p:cNvGrpSpPr/>
          <p:nvPr/>
        </p:nvGrpSpPr>
        <p:grpSpPr>
          <a:xfrm>
            <a:off x="8002809" y="3575822"/>
            <a:ext cx="301049" cy="1256897"/>
            <a:chOff x="2057320" y="4383545"/>
            <a:chExt cx="301049" cy="1256897"/>
          </a:xfrm>
        </p:grpSpPr>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4B658E2C-4EC7-3ADC-3ED5-15D9239CCDD7}"/>
                    </a:ext>
                  </a:extLst>
                </p:cNvPr>
                <p:cNvSpPr txBox="1"/>
                <p:nvPr/>
              </p:nvSpPr>
              <p:spPr>
                <a:xfrm>
                  <a:off x="2102849" y="4745401"/>
                  <a:ext cx="220638" cy="1724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altLang="zh-CN" sz="1100" b="0" i="1" smtClean="0">
                                <a:latin typeface="Cambria Math" panose="02040503050406030204" pitchFamily="18" charset="0"/>
                              </a:rPr>
                              <m:t>2</m:t>
                            </m:r>
                          </m:sub>
                          <m:sup>
                            <m:r>
                              <a:rPr lang="en-US" sz="1100" b="0" i="1" smtClean="0">
                                <a:latin typeface="Cambria Math" panose="02040503050406030204" pitchFamily="18" charset="0"/>
                              </a:rPr>
                              <m:t>2</m:t>
                            </m:r>
                          </m:sup>
                        </m:sSubSup>
                      </m:oMath>
                    </m:oMathPara>
                  </a14:m>
                  <a:endParaRPr lang="en-US" sz="1100" b="0" dirty="0"/>
                </a:p>
              </p:txBody>
            </p:sp>
          </mc:Choice>
          <mc:Fallback xmlns="">
            <p:sp>
              <p:nvSpPr>
                <p:cNvPr id="55" name="TextBox 54">
                  <a:extLst>
                    <a:ext uri="{FF2B5EF4-FFF2-40B4-BE49-F238E27FC236}">
                      <a16:creationId xmlns:a16="http://schemas.microsoft.com/office/drawing/2014/main" id="{4B658E2C-4EC7-3ADC-3ED5-15D9239CCDD7}"/>
                    </a:ext>
                  </a:extLst>
                </p:cNvPr>
                <p:cNvSpPr txBox="1">
                  <a:spLocks noRot="1" noChangeAspect="1" noMove="1" noResize="1" noEditPoints="1" noAdjustHandles="1" noChangeArrowheads="1" noChangeShapeType="1" noTextEdit="1"/>
                </p:cNvSpPr>
                <p:nvPr/>
              </p:nvSpPr>
              <p:spPr>
                <a:xfrm>
                  <a:off x="2102849" y="4745401"/>
                  <a:ext cx="220638" cy="172483"/>
                </a:xfrm>
                <a:prstGeom prst="rect">
                  <a:avLst/>
                </a:prstGeom>
                <a:blipFill>
                  <a:blip r:embed="rId16"/>
                  <a:stretch>
                    <a:fillRect l="-16667" r="-11111" b="-2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ED21AE26-CB44-CBF3-17DA-4E3FD2173E3A}"/>
                    </a:ext>
                  </a:extLst>
                </p:cNvPr>
                <p:cNvSpPr txBox="1"/>
                <p:nvPr/>
              </p:nvSpPr>
              <p:spPr>
                <a:xfrm>
                  <a:off x="2102849" y="4449305"/>
                  <a:ext cx="220638" cy="1720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altLang="zh-CN" sz="1100" b="0" i="1" smtClean="0">
                                <a:latin typeface="Cambria Math" panose="02040503050406030204" pitchFamily="18" charset="0"/>
                              </a:rPr>
                              <m:t>2</m:t>
                            </m:r>
                          </m:sub>
                          <m:sup>
                            <m:r>
                              <a:rPr lang="en-US" sz="1100" b="0" i="1" smtClean="0">
                                <a:latin typeface="Cambria Math" panose="02040503050406030204" pitchFamily="18" charset="0"/>
                              </a:rPr>
                              <m:t>1</m:t>
                            </m:r>
                          </m:sup>
                        </m:sSubSup>
                      </m:oMath>
                    </m:oMathPara>
                  </a14:m>
                  <a:endParaRPr lang="en-US" sz="1100" b="0" dirty="0"/>
                </a:p>
              </p:txBody>
            </p:sp>
          </mc:Choice>
          <mc:Fallback xmlns="">
            <p:sp>
              <p:nvSpPr>
                <p:cNvPr id="56" name="TextBox 55">
                  <a:extLst>
                    <a:ext uri="{FF2B5EF4-FFF2-40B4-BE49-F238E27FC236}">
                      <a16:creationId xmlns:a16="http://schemas.microsoft.com/office/drawing/2014/main" id="{ED21AE26-CB44-CBF3-17DA-4E3FD2173E3A}"/>
                    </a:ext>
                  </a:extLst>
                </p:cNvPr>
                <p:cNvSpPr txBox="1">
                  <a:spLocks noRot="1" noChangeAspect="1" noMove="1" noResize="1" noEditPoints="1" noAdjustHandles="1" noChangeArrowheads="1" noChangeShapeType="1" noTextEdit="1"/>
                </p:cNvSpPr>
                <p:nvPr/>
              </p:nvSpPr>
              <p:spPr>
                <a:xfrm>
                  <a:off x="2102849" y="4449305"/>
                  <a:ext cx="220638" cy="172098"/>
                </a:xfrm>
                <a:prstGeom prst="rect">
                  <a:avLst/>
                </a:prstGeom>
                <a:blipFill>
                  <a:blip r:embed="rId17"/>
                  <a:stretch>
                    <a:fillRect l="-16667" r="-11111"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4D54779F-3C66-4522-DB7D-E31CF3685DE2}"/>
                    </a:ext>
                  </a:extLst>
                </p:cNvPr>
                <p:cNvSpPr txBox="1"/>
                <p:nvPr/>
              </p:nvSpPr>
              <p:spPr>
                <a:xfrm>
                  <a:off x="2102849" y="5041881"/>
                  <a:ext cx="220638" cy="17331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altLang="zh-CN" sz="1100" b="0" i="1" smtClean="0">
                                <a:latin typeface="Cambria Math" panose="02040503050406030204" pitchFamily="18" charset="0"/>
                              </a:rPr>
                              <m:t>2</m:t>
                            </m:r>
                          </m:sub>
                          <m:sup>
                            <m:r>
                              <a:rPr lang="en-US" sz="1100" b="0" i="1" smtClean="0">
                                <a:latin typeface="Cambria Math" panose="02040503050406030204" pitchFamily="18" charset="0"/>
                              </a:rPr>
                              <m:t>3</m:t>
                            </m:r>
                          </m:sup>
                        </m:sSubSup>
                      </m:oMath>
                    </m:oMathPara>
                  </a14:m>
                  <a:endParaRPr lang="en-US" sz="1100" b="0" dirty="0"/>
                </a:p>
              </p:txBody>
            </p:sp>
          </mc:Choice>
          <mc:Fallback xmlns="">
            <p:sp>
              <p:nvSpPr>
                <p:cNvPr id="57" name="TextBox 56">
                  <a:extLst>
                    <a:ext uri="{FF2B5EF4-FFF2-40B4-BE49-F238E27FC236}">
                      <a16:creationId xmlns:a16="http://schemas.microsoft.com/office/drawing/2014/main" id="{4D54779F-3C66-4522-DB7D-E31CF3685DE2}"/>
                    </a:ext>
                  </a:extLst>
                </p:cNvPr>
                <p:cNvSpPr txBox="1">
                  <a:spLocks noRot="1" noChangeAspect="1" noMove="1" noResize="1" noEditPoints="1" noAdjustHandles="1" noChangeArrowheads="1" noChangeShapeType="1" noTextEdit="1"/>
                </p:cNvSpPr>
                <p:nvPr/>
              </p:nvSpPr>
              <p:spPr>
                <a:xfrm>
                  <a:off x="2102849" y="5041881"/>
                  <a:ext cx="220638" cy="173317"/>
                </a:xfrm>
                <a:prstGeom prst="rect">
                  <a:avLst/>
                </a:prstGeom>
                <a:blipFill>
                  <a:blip r:embed="rId18"/>
                  <a:stretch>
                    <a:fillRect l="-16667" r="-11111"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29495801-8FE0-1002-002F-C61A1AD4CE29}"/>
                    </a:ext>
                  </a:extLst>
                </p:cNvPr>
                <p:cNvSpPr txBox="1"/>
                <p:nvPr/>
              </p:nvSpPr>
              <p:spPr>
                <a:xfrm>
                  <a:off x="2102849" y="5339195"/>
                  <a:ext cx="220638" cy="1717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altLang="zh-CN" sz="1100" b="0" i="1" smtClean="0">
                                <a:latin typeface="Cambria Math" panose="02040503050406030204" pitchFamily="18" charset="0"/>
                              </a:rPr>
                              <m:t>2</m:t>
                            </m:r>
                          </m:sub>
                          <m:sup>
                            <m:r>
                              <a:rPr lang="en-US" sz="1100" b="0" i="1" smtClean="0">
                                <a:latin typeface="Cambria Math" panose="02040503050406030204" pitchFamily="18" charset="0"/>
                              </a:rPr>
                              <m:t>4</m:t>
                            </m:r>
                          </m:sup>
                        </m:sSubSup>
                      </m:oMath>
                    </m:oMathPara>
                  </a14:m>
                  <a:endParaRPr lang="en-US" sz="1100" b="0" dirty="0"/>
                </a:p>
              </p:txBody>
            </p:sp>
          </mc:Choice>
          <mc:Fallback xmlns="">
            <p:sp>
              <p:nvSpPr>
                <p:cNvPr id="62" name="TextBox 61">
                  <a:extLst>
                    <a:ext uri="{FF2B5EF4-FFF2-40B4-BE49-F238E27FC236}">
                      <a16:creationId xmlns:a16="http://schemas.microsoft.com/office/drawing/2014/main" id="{29495801-8FE0-1002-002F-C61A1AD4CE29}"/>
                    </a:ext>
                  </a:extLst>
                </p:cNvPr>
                <p:cNvSpPr txBox="1">
                  <a:spLocks noRot="1" noChangeAspect="1" noMove="1" noResize="1" noEditPoints="1" noAdjustHandles="1" noChangeArrowheads="1" noChangeShapeType="1" noTextEdit="1"/>
                </p:cNvSpPr>
                <p:nvPr/>
              </p:nvSpPr>
              <p:spPr>
                <a:xfrm>
                  <a:off x="2102849" y="5339195"/>
                  <a:ext cx="220638" cy="171778"/>
                </a:xfrm>
                <a:prstGeom prst="rect">
                  <a:avLst/>
                </a:prstGeom>
                <a:blipFill>
                  <a:blip r:embed="rId19"/>
                  <a:stretch>
                    <a:fillRect l="-16667" r="-11111" b="-20000"/>
                  </a:stretch>
                </a:blipFill>
              </p:spPr>
              <p:txBody>
                <a:bodyPr/>
                <a:lstStyle/>
                <a:p>
                  <a:r>
                    <a:rPr lang="en-US">
                      <a:noFill/>
                    </a:rPr>
                    <a:t> </a:t>
                  </a:r>
                </a:p>
              </p:txBody>
            </p:sp>
          </mc:Fallback>
        </mc:AlternateContent>
        <p:sp>
          <p:nvSpPr>
            <p:cNvPr id="63" name="Left Bracket 62">
              <a:extLst>
                <a:ext uri="{FF2B5EF4-FFF2-40B4-BE49-F238E27FC236}">
                  <a16:creationId xmlns:a16="http://schemas.microsoft.com/office/drawing/2014/main" id="{7483EF83-D21C-4B1E-55E8-317901FFECED}"/>
                </a:ext>
              </a:extLst>
            </p:cNvPr>
            <p:cNvSpPr/>
            <p:nvPr/>
          </p:nvSpPr>
          <p:spPr>
            <a:xfrm rot="10800000">
              <a:off x="2312650" y="4383545"/>
              <a:ext cx="45719" cy="1256897"/>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4" name="Left Bracket 63">
              <a:extLst>
                <a:ext uri="{FF2B5EF4-FFF2-40B4-BE49-F238E27FC236}">
                  <a16:creationId xmlns:a16="http://schemas.microsoft.com/office/drawing/2014/main" id="{4EB41FD7-14F2-92AD-8E29-E3985E9E6918}"/>
                </a:ext>
              </a:extLst>
            </p:cNvPr>
            <p:cNvSpPr/>
            <p:nvPr/>
          </p:nvSpPr>
          <p:spPr>
            <a:xfrm>
              <a:off x="2057320" y="4383545"/>
              <a:ext cx="45720" cy="1256890"/>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65" name="Group 64">
            <a:extLst>
              <a:ext uri="{FF2B5EF4-FFF2-40B4-BE49-F238E27FC236}">
                <a16:creationId xmlns:a16="http://schemas.microsoft.com/office/drawing/2014/main" id="{55B74E7B-D02D-AC31-B5B6-328D0A8AE973}"/>
              </a:ext>
            </a:extLst>
          </p:cNvPr>
          <p:cNvGrpSpPr/>
          <p:nvPr/>
        </p:nvGrpSpPr>
        <p:grpSpPr>
          <a:xfrm>
            <a:off x="7672083" y="3768192"/>
            <a:ext cx="301059" cy="863048"/>
            <a:chOff x="7672083" y="3768192"/>
            <a:chExt cx="301059" cy="863048"/>
          </a:xfrm>
        </p:grpSpPr>
        <p:cxnSp>
          <p:nvCxnSpPr>
            <p:cNvPr id="66" name="Straight Arrow Connector 65">
              <a:extLst>
                <a:ext uri="{FF2B5EF4-FFF2-40B4-BE49-F238E27FC236}">
                  <a16:creationId xmlns:a16="http://schemas.microsoft.com/office/drawing/2014/main" id="{C85518AF-9525-7F93-66D4-B8C479795C60}"/>
                </a:ext>
              </a:extLst>
            </p:cNvPr>
            <p:cNvCxnSpPr>
              <a:cxnSpLocks/>
            </p:cNvCxnSpPr>
            <p:nvPr/>
          </p:nvCxnSpPr>
          <p:spPr>
            <a:xfrm>
              <a:off x="7677053" y="3768192"/>
              <a:ext cx="2960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AA7C553E-CEAD-89AE-A84D-285D47EB1A92}"/>
                </a:ext>
              </a:extLst>
            </p:cNvPr>
            <p:cNvCxnSpPr>
              <a:cxnSpLocks/>
            </p:cNvCxnSpPr>
            <p:nvPr/>
          </p:nvCxnSpPr>
          <p:spPr>
            <a:xfrm>
              <a:off x="7672083" y="4067482"/>
              <a:ext cx="2960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29DC8BA1-F75E-9AD3-3C4F-20E92587FA06}"/>
                </a:ext>
              </a:extLst>
            </p:cNvPr>
            <p:cNvCxnSpPr>
              <a:cxnSpLocks/>
            </p:cNvCxnSpPr>
            <p:nvPr/>
          </p:nvCxnSpPr>
          <p:spPr>
            <a:xfrm>
              <a:off x="7672083" y="4351276"/>
              <a:ext cx="2960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8AFF571F-EF8B-0EA3-2947-A082871D5519}"/>
                </a:ext>
              </a:extLst>
            </p:cNvPr>
            <p:cNvCxnSpPr>
              <a:cxnSpLocks/>
            </p:cNvCxnSpPr>
            <p:nvPr/>
          </p:nvCxnSpPr>
          <p:spPr>
            <a:xfrm>
              <a:off x="7672083" y="4631240"/>
              <a:ext cx="2960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A0DC2B6F-12B3-4A25-AF26-2D9D869DD82E}"/>
                  </a:ext>
                </a:extLst>
              </p:cNvPr>
              <p:cNvSpPr txBox="1"/>
              <p:nvPr/>
            </p:nvSpPr>
            <p:spPr>
              <a:xfrm>
                <a:off x="10154544" y="4001485"/>
                <a:ext cx="51643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m:t>
                          </m:r>
                          <m:r>
                            <a:rPr lang="en-US" b="0" i="1" smtClean="0">
                              <a:latin typeface="Cambria Math" panose="02040503050406030204" pitchFamily="18" charset="0"/>
                            </a:rPr>
                            <m:t>=2</m:t>
                          </m:r>
                        </m:sub>
                      </m:sSub>
                    </m:oMath>
                  </m:oMathPara>
                </a14:m>
                <a:endParaRPr lang="en-US" dirty="0"/>
              </a:p>
            </p:txBody>
          </p:sp>
        </mc:Choice>
        <mc:Fallback xmlns="">
          <p:sp>
            <p:nvSpPr>
              <p:cNvPr id="73" name="TextBox 72">
                <a:extLst>
                  <a:ext uri="{FF2B5EF4-FFF2-40B4-BE49-F238E27FC236}">
                    <a16:creationId xmlns:a16="http://schemas.microsoft.com/office/drawing/2014/main" id="{A0DC2B6F-12B3-4A25-AF26-2D9D869DD82E}"/>
                  </a:ext>
                </a:extLst>
              </p:cNvPr>
              <p:cNvSpPr txBox="1">
                <a:spLocks noRot="1" noChangeAspect="1" noMove="1" noResize="1" noEditPoints="1" noAdjustHandles="1" noChangeArrowheads="1" noChangeShapeType="1" noTextEdit="1"/>
              </p:cNvSpPr>
              <p:nvPr/>
            </p:nvSpPr>
            <p:spPr>
              <a:xfrm>
                <a:off x="10154544" y="4001485"/>
                <a:ext cx="516434" cy="369332"/>
              </a:xfrm>
              <a:prstGeom prst="rect">
                <a:avLst/>
              </a:prstGeom>
              <a:blipFill>
                <a:blip r:embed="rId20"/>
                <a:stretch>
                  <a:fillRect r="-7143" b="-6452"/>
                </a:stretch>
              </a:blipFill>
            </p:spPr>
            <p:txBody>
              <a:bodyPr/>
              <a:lstStyle/>
              <a:p>
                <a:r>
                  <a:rPr lang="en-US">
                    <a:noFill/>
                  </a:rPr>
                  <a:t> </a:t>
                </a:r>
              </a:p>
            </p:txBody>
          </p:sp>
        </mc:Fallback>
      </mc:AlternateContent>
      <p:sp>
        <p:nvSpPr>
          <p:cNvPr id="74" name="Oval 73">
            <a:extLst>
              <a:ext uri="{FF2B5EF4-FFF2-40B4-BE49-F238E27FC236}">
                <a16:creationId xmlns:a16="http://schemas.microsoft.com/office/drawing/2014/main" id="{094BFB19-3A92-52B4-FE66-4A9F664DD9F0}"/>
              </a:ext>
            </a:extLst>
          </p:cNvPr>
          <p:cNvSpPr/>
          <p:nvPr/>
        </p:nvSpPr>
        <p:spPr>
          <a:xfrm>
            <a:off x="9318740" y="4055316"/>
            <a:ext cx="231228" cy="228600"/>
          </a:xfrm>
          <a:prstGeom prst="ellipse">
            <a:avLst/>
          </a:prstGeom>
          <a:solidFill>
            <a:schemeClr val="accent6">
              <a:lumMod val="75000"/>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Right Arrow 74">
            <a:extLst>
              <a:ext uri="{FF2B5EF4-FFF2-40B4-BE49-F238E27FC236}">
                <a16:creationId xmlns:a16="http://schemas.microsoft.com/office/drawing/2014/main" id="{A0F56982-A947-F536-9498-A0F19EB95419}"/>
              </a:ext>
            </a:extLst>
          </p:cNvPr>
          <p:cNvSpPr/>
          <p:nvPr/>
        </p:nvSpPr>
        <p:spPr>
          <a:xfrm flipV="1">
            <a:off x="9656491" y="4133293"/>
            <a:ext cx="370114" cy="114300"/>
          </a:xfrm>
          <a:prstGeom prst="rightArrow">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FF7AA364-DF29-C462-88B8-708DC1C737AB}"/>
              </a:ext>
            </a:extLst>
          </p:cNvPr>
          <p:cNvGrpSpPr/>
          <p:nvPr/>
        </p:nvGrpSpPr>
        <p:grpSpPr>
          <a:xfrm>
            <a:off x="6296974" y="2089912"/>
            <a:ext cx="381797" cy="1740321"/>
            <a:chOff x="2027653" y="4269689"/>
            <a:chExt cx="381797" cy="1740321"/>
          </a:xfrm>
        </p:grpSpPr>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A6CA038-C99C-BAA6-88FF-B4DF7E5BE2B5}"/>
                    </a:ext>
                  </a:extLst>
                </p:cNvPr>
                <p:cNvSpPr txBox="1"/>
                <p:nvPr/>
              </p:nvSpPr>
              <p:spPr>
                <a:xfrm>
                  <a:off x="2071130" y="4699798"/>
                  <a:ext cx="293863" cy="4490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altLang="zh-CN" sz="1100" b="0" i="1" smtClean="0">
                                <a:latin typeface="Cambria Math" panose="02040503050406030204" pitchFamily="18" charset="0"/>
                              </a:rPr>
                              <m:t>1</m:t>
                            </m:r>
                          </m:sub>
                          <m:sup>
                            <m:r>
                              <a:rPr lang="en-US" sz="1100" b="0" i="1" smtClean="0">
                                <a:latin typeface="Cambria Math" panose="02040503050406030204" pitchFamily="18" charset="0"/>
                              </a:rPr>
                              <m:t>2</m:t>
                            </m:r>
                          </m:sup>
                        </m:sSubSup>
                      </m:oMath>
                    </m:oMathPara>
                  </a14:m>
                  <a:endParaRPr lang="en-US" sz="1100" b="0" dirty="0"/>
                </a:p>
                <a:p>
                  <a:endParaRPr lang="en-US" dirty="0"/>
                </a:p>
              </p:txBody>
            </p:sp>
          </mc:Choice>
          <mc:Fallback xmlns="">
            <p:sp>
              <p:nvSpPr>
                <p:cNvPr id="12" name="TextBox 11">
                  <a:extLst>
                    <a:ext uri="{FF2B5EF4-FFF2-40B4-BE49-F238E27FC236}">
                      <a16:creationId xmlns:a16="http://schemas.microsoft.com/office/drawing/2014/main" id="{FA6CA038-C99C-BAA6-88FF-B4DF7E5BE2B5}"/>
                    </a:ext>
                  </a:extLst>
                </p:cNvPr>
                <p:cNvSpPr txBox="1">
                  <a:spLocks noRot="1" noChangeAspect="1" noMove="1" noResize="1" noEditPoints="1" noAdjustHandles="1" noChangeArrowheads="1" noChangeShapeType="1" noTextEdit="1"/>
                </p:cNvSpPr>
                <p:nvPr/>
              </p:nvSpPr>
              <p:spPr>
                <a:xfrm>
                  <a:off x="2071130" y="4699798"/>
                  <a:ext cx="293863" cy="449097"/>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F8F4AE5-C569-C4E5-CE9F-E8D893C9947F}"/>
                    </a:ext>
                  </a:extLst>
                </p:cNvPr>
                <p:cNvSpPr txBox="1"/>
                <p:nvPr/>
              </p:nvSpPr>
              <p:spPr>
                <a:xfrm>
                  <a:off x="2071932" y="4269689"/>
                  <a:ext cx="312265" cy="44871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altLang="zh-CN" sz="1100" b="0" i="1" smtClean="0">
                                <a:latin typeface="Cambria Math" panose="02040503050406030204" pitchFamily="18" charset="0"/>
                              </a:rPr>
                              <m:t>1</m:t>
                            </m:r>
                          </m:sub>
                          <m:sup>
                            <m:r>
                              <a:rPr lang="en-US" sz="1100" b="0" i="1" smtClean="0">
                                <a:latin typeface="Cambria Math" panose="02040503050406030204" pitchFamily="18" charset="0"/>
                              </a:rPr>
                              <m:t>1</m:t>
                            </m:r>
                          </m:sup>
                        </m:sSubSup>
                      </m:oMath>
                    </m:oMathPara>
                  </a14:m>
                  <a:endParaRPr lang="en-US" sz="1100" b="0" dirty="0"/>
                </a:p>
                <a:p>
                  <a:endParaRPr lang="en-US" dirty="0"/>
                </a:p>
              </p:txBody>
            </p:sp>
          </mc:Choice>
          <mc:Fallback xmlns="">
            <p:sp>
              <p:nvSpPr>
                <p:cNvPr id="21" name="TextBox 20">
                  <a:extLst>
                    <a:ext uri="{FF2B5EF4-FFF2-40B4-BE49-F238E27FC236}">
                      <a16:creationId xmlns:a16="http://schemas.microsoft.com/office/drawing/2014/main" id="{7F8F4AE5-C569-C4E5-CE9F-E8D893C9947F}"/>
                    </a:ext>
                  </a:extLst>
                </p:cNvPr>
                <p:cNvSpPr txBox="1">
                  <a:spLocks noRot="1" noChangeAspect="1" noMove="1" noResize="1" noEditPoints="1" noAdjustHandles="1" noChangeArrowheads="1" noChangeShapeType="1" noTextEdit="1"/>
                </p:cNvSpPr>
                <p:nvPr/>
              </p:nvSpPr>
              <p:spPr>
                <a:xfrm>
                  <a:off x="2071932" y="4269689"/>
                  <a:ext cx="312265" cy="448713"/>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C5825ED1-5066-ADCF-E15C-BA407829A9EF}"/>
                    </a:ext>
                  </a:extLst>
                </p:cNvPr>
                <p:cNvSpPr txBox="1"/>
                <p:nvPr/>
              </p:nvSpPr>
              <p:spPr>
                <a:xfrm>
                  <a:off x="2081935" y="5130291"/>
                  <a:ext cx="292259" cy="4499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altLang="zh-CN" sz="1100" b="0" i="1" smtClean="0">
                                <a:latin typeface="Cambria Math" panose="02040503050406030204" pitchFamily="18" charset="0"/>
                              </a:rPr>
                              <m:t>1</m:t>
                            </m:r>
                          </m:sub>
                          <m:sup>
                            <m:r>
                              <a:rPr lang="en-US" sz="1100" b="0" i="1" smtClean="0">
                                <a:latin typeface="Cambria Math" panose="02040503050406030204" pitchFamily="18" charset="0"/>
                              </a:rPr>
                              <m:t>3</m:t>
                            </m:r>
                          </m:sup>
                        </m:sSubSup>
                      </m:oMath>
                    </m:oMathPara>
                  </a14:m>
                  <a:endParaRPr lang="en-US" sz="1100" b="0" dirty="0"/>
                </a:p>
                <a:p>
                  <a:endParaRPr lang="en-US" dirty="0"/>
                </a:p>
              </p:txBody>
            </p:sp>
          </mc:Choice>
          <mc:Fallback xmlns="">
            <p:sp>
              <p:nvSpPr>
                <p:cNvPr id="26" name="TextBox 25">
                  <a:extLst>
                    <a:ext uri="{FF2B5EF4-FFF2-40B4-BE49-F238E27FC236}">
                      <a16:creationId xmlns:a16="http://schemas.microsoft.com/office/drawing/2014/main" id="{C5825ED1-5066-ADCF-E15C-BA407829A9EF}"/>
                    </a:ext>
                  </a:extLst>
                </p:cNvPr>
                <p:cNvSpPr txBox="1">
                  <a:spLocks noRot="1" noChangeAspect="1" noMove="1" noResize="1" noEditPoints="1" noAdjustHandles="1" noChangeArrowheads="1" noChangeShapeType="1" noTextEdit="1"/>
                </p:cNvSpPr>
                <p:nvPr/>
              </p:nvSpPr>
              <p:spPr>
                <a:xfrm>
                  <a:off x="2081935" y="5130291"/>
                  <a:ext cx="292259" cy="449931"/>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281CA94B-087F-A534-9090-8DB60B801F08}"/>
                    </a:ext>
                  </a:extLst>
                </p:cNvPr>
                <p:cNvSpPr txBox="1"/>
                <p:nvPr/>
              </p:nvSpPr>
              <p:spPr>
                <a:xfrm>
                  <a:off x="2071547" y="5561618"/>
                  <a:ext cx="293029" cy="4483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altLang="zh-CN" sz="1100" b="0" i="1" smtClean="0">
                                <a:latin typeface="Cambria Math" panose="02040503050406030204" pitchFamily="18" charset="0"/>
                              </a:rPr>
                              <m:t>1</m:t>
                            </m:r>
                          </m:sub>
                          <m:sup>
                            <m:r>
                              <a:rPr lang="en-US" sz="1100" b="0" i="1" smtClean="0">
                                <a:latin typeface="Cambria Math" panose="02040503050406030204" pitchFamily="18" charset="0"/>
                              </a:rPr>
                              <m:t>4</m:t>
                            </m:r>
                          </m:sup>
                        </m:sSubSup>
                      </m:oMath>
                    </m:oMathPara>
                  </a14:m>
                  <a:endParaRPr lang="en-US" sz="1100" b="0" dirty="0"/>
                </a:p>
                <a:p>
                  <a:endParaRPr lang="en-US" dirty="0"/>
                </a:p>
              </p:txBody>
            </p:sp>
          </mc:Choice>
          <mc:Fallback xmlns="">
            <p:sp>
              <p:nvSpPr>
                <p:cNvPr id="27" name="TextBox 26">
                  <a:extLst>
                    <a:ext uri="{FF2B5EF4-FFF2-40B4-BE49-F238E27FC236}">
                      <a16:creationId xmlns:a16="http://schemas.microsoft.com/office/drawing/2014/main" id="{281CA94B-087F-A534-9090-8DB60B801F08}"/>
                    </a:ext>
                  </a:extLst>
                </p:cNvPr>
                <p:cNvSpPr txBox="1">
                  <a:spLocks noRot="1" noChangeAspect="1" noMove="1" noResize="1" noEditPoints="1" noAdjustHandles="1" noChangeArrowheads="1" noChangeShapeType="1" noTextEdit="1"/>
                </p:cNvSpPr>
                <p:nvPr/>
              </p:nvSpPr>
              <p:spPr>
                <a:xfrm>
                  <a:off x="2071547" y="5561618"/>
                  <a:ext cx="293029" cy="448392"/>
                </a:xfrm>
                <a:prstGeom prst="rect">
                  <a:avLst/>
                </a:prstGeom>
                <a:blipFill>
                  <a:blip r:embed="rId24"/>
                  <a:stretch>
                    <a:fillRect/>
                  </a:stretch>
                </a:blipFill>
              </p:spPr>
              <p:txBody>
                <a:bodyPr/>
                <a:lstStyle/>
                <a:p>
                  <a:r>
                    <a:rPr lang="en-US">
                      <a:noFill/>
                    </a:rPr>
                    <a:t> </a:t>
                  </a:r>
                </a:p>
              </p:txBody>
            </p:sp>
          </mc:Fallback>
        </mc:AlternateContent>
        <p:sp>
          <p:nvSpPr>
            <p:cNvPr id="28" name="Left Bracket 27">
              <a:extLst>
                <a:ext uri="{FF2B5EF4-FFF2-40B4-BE49-F238E27FC236}">
                  <a16:creationId xmlns:a16="http://schemas.microsoft.com/office/drawing/2014/main" id="{28800F43-B387-C4E8-2C37-F43284937325}"/>
                </a:ext>
              </a:extLst>
            </p:cNvPr>
            <p:cNvSpPr/>
            <p:nvPr/>
          </p:nvSpPr>
          <p:spPr>
            <a:xfrm rot="10800000">
              <a:off x="2357743" y="4383545"/>
              <a:ext cx="51707" cy="1300274"/>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Left Bracket 28">
              <a:extLst>
                <a:ext uri="{FF2B5EF4-FFF2-40B4-BE49-F238E27FC236}">
                  <a16:creationId xmlns:a16="http://schemas.microsoft.com/office/drawing/2014/main" id="{72BA09EC-9D6D-5000-AD30-56CBB47A9476}"/>
                </a:ext>
              </a:extLst>
            </p:cNvPr>
            <p:cNvSpPr/>
            <p:nvPr/>
          </p:nvSpPr>
          <p:spPr>
            <a:xfrm>
              <a:off x="2027653" y="4383545"/>
              <a:ext cx="51707" cy="1300274"/>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45" name="Group 44">
            <a:extLst>
              <a:ext uri="{FF2B5EF4-FFF2-40B4-BE49-F238E27FC236}">
                <a16:creationId xmlns:a16="http://schemas.microsoft.com/office/drawing/2014/main" id="{FB066EED-DE39-DEF7-8663-5755254BA076}"/>
              </a:ext>
            </a:extLst>
          </p:cNvPr>
          <p:cNvGrpSpPr/>
          <p:nvPr/>
        </p:nvGrpSpPr>
        <p:grpSpPr>
          <a:xfrm>
            <a:off x="6300015" y="4571783"/>
            <a:ext cx="396781" cy="1740706"/>
            <a:chOff x="5428256" y="1880159"/>
            <a:chExt cx="396781" cy="1740706"/>
          </a:xfrm>
        </p:grpSpPr>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D3DC4493-FF2C-B319-3976-46830A79106D}"/>
                    </a:ext>
                  </a:extLst>
                </p:cNvPr>
                <p:cNvSpPr txBox="1"/>
                <p:nvPr/>
              </p:nvSpPr>
              <p:spPr>
                <a:xfrm>
                  <a:off x="5488633" y="2310268"/>
                  <a:ext cx="250453" cy="44743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𝑥</m:t>
                            </m:r>
                          </m:e>
                          <m:sub>
                            <m:r>
                              <a:rPr lang="en-US" sz="1100" b="0" i="1" smtClean="0">
                                <a:latin typeface="Cambria Math" panose="02040503050406030204" pitchFamily="18" charset="0"/>
                              </a:rPr>
                              <m:t>𝑡</m:t>
                            </m:r>
                            <m:r>
                              <a:rPr lang="en-US" altLang="zh-CN" sz="1100" b="0" i="1" smtClean="0">
                                <a:latin typeface="Cambria Math" panose="02040503050406030204" pitchFamily="18" charset="0"/>
                              </a:rPr>
                              <m:t>2</m:t>
                            </m:r>
                          </m:sub>
                          <m:sup>
                            <m:r>
                              <a:rPr lang="en-US" sz="1100" b="0" i="1" smtClean="0">
                                <a:latin typeface="Cambria Math" panose="02040503050406030204" pitchFamily="18" charset="0"/>
                              </a:rPr>
                              <m:t>2</m:t>
                            </m:r>
                          </m:sup>
                        </m:sSubSup>
                      </m:oMath>
                    </m:oMathPara>
                  </a14:m>
                  <a:endParaRPr lang="en-US" sz="1100" b="0" dirty="0"/>
                </a:p>
                <a:p>
                  <a:endParaRPr lang="en-US" dirty="0"/>
                </a:p>
              </p:txBody>
            </p:sp>
          </mc:Choice>
          <mc:Fallback xmlns="">
            <p:sp>
              <p:nvSpPr>
                <p:cNvPr id="46" name="TextBox 45">
                  <a:extLst>
                    <a:ext uri="{FF2B5EF4-FFF2-40B4-BE49-F238E27FC236}">
                      <a16:creationId xmlns:a16="http://schemas.microsoft.com/office/drawing/2014/main" id="{D3DC4493-FF2C-B319-3976-46830A79106D}"/>
                    </a:ext>
                  </a:extLst>
                </p:cNvPr>
                <p:cNvSpPr txBox="1">
                  <a:spLocks noRot="1" noChangeAspect="1" noMove="1" noResize="1" noEditPoints="1" noAdjustHandles="1" noChangeArrowheads="1" noChangeShapeType="1" noTextEdit="1"/>
                </p:cNvSpPr>
                <p:nvPr/>
              </p:nvSpPr>
              <p:spPr>
                <a:xfrm>
                  <a:off x="5488633" y="2310268"/>
                  <a:ext cx="250453" cy="447430"/>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7ACB3B57-4107-78B8-04F1-BF435BC42B7D}"/>
                    </a:ext>
                  </a:extLst>
                </p:cNvPr>
                <p:cNvSpPr txBox="1"/>
                <p:nvPr/>
              </p:nvSpPr>
              <p:spPr>
                <a:xfrm>
                  <a:off x="5488633" y="1880159"/>
                  <a:ext cx="255326" cy="4470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𝑥</m:t>
                            </m:r>
                          </m:e>
                          <m:sub>
                            <m:r>
                              <a:rPr lang="en-US" sz="1100" b="0" i="1" smtClean="0">
                                <a:latin typeface="Cambria Math" panose="02040503050406030204" pitchFamily="18" charset="0"/>
                              </a:rPr>
                              <m:t>𝑡</m:t>
                            </m:r>
                            <m:r>
                              <a:rPr lang="en-US" altLang="zh-CN" sz="1100" b="0" i="1" smtClean="0">
                                <a:latin typeface="Cambria Math" panose="02040503050406030204" pitchFamily="18" charset="0"/>
                              </a:rPr>
                              <m:t>2</m:t>
                            </m:r>
                          </m:sub>
                          <m:sup>
                            <m:r>
                              <a:rPr lang="en-US" sz="1100" b="0" i="1" smtClean="0">
                                <a:latin typeface="Cambria Math" panose="02040503050406030204" pitchFamily="18" charset="0"/>
                              </a:rPr>
                              <m:t>1</m:t>
                            </m:r>
                          </m:sup>
                        </m:sSubSup>
                      </m:oMath>
                    </m:oMathPara>
                  </a14:m>
                  <a:endParaRPr lang="en-US" sz="1100" b="0" dirty="0"/>
                </a:p>
                <a:p>
                  <a:endParaRPr lang="en-US" dirty="0"/>
                </a:p>
              </p:txBody>
            </p:sp>
          </mc:Choice>
          <mc:Fallback xmlns="">
            <p:sp>
              <p:nvSpPr>
                <p:cNvPr id="47" name="TextBox 46">
                  <a:extLst>
                    <a:ext uri="{FF2B5EF4-FFF2-40B4-BE49-F238E27FC236}">
                      <a16:creationId xmlns:a16="http://schemas.microsoft.com/office/drawing/2014/main" id="{7ACB3B57-4107-78B8-04F1-BF435BC42B7D}"/>
                    </a:ext>
                  </a:extLst>
                </p:cNvPr>
                <p:cNvSpPr txBox="1">
                  <a:spLocks noRot="1" noChangeAspect="1" noMove="1" noResize="1" noEditPoints="1" noAdjustHandles="1" noChangeArrowheads="1" noChangeShapeType="1" noTextEdit="1"/>
                </p:cNvSpPr>
                <p:nvPr/>
              </p:nvSpPr>
              <p:spPr>
                <a:xfrm>
                  <a:off x="5488633" y="1880159"/>
                  <a:ext cx="255326" cy="447045"/>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403E19EC-1F5D-F598-B057-F3B4B8E846CE}"/>
                    </a:ext>
                  </a:extLst>
                </p:cNvPr>
                <p:cNvSpPr txBox="1"/>
                <p:nvPr/>
              </p:nvSpPr>
              <p:spPr>
                <a:xfrm>
                  <a:off x="5477135" y="2740761"/>
                  <a:ext cx="241092" cy="4503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𝑥</m:t>
                            </m:r>
                          </m:e>
                          <m:sub>
                            <m:r>
                              <a:rPr lang="en-US" sz="1100" b="0" i="1" smtClean="0">
                                <a:latin typeface="Cambria Math" panose="02040503050406030204" pitchFamily="18" charset="0"/>
                              </a:rPr>
                              <m:t>𝑡</m:t>
                            </m:r>
                            <m:r>
                              <a:rPr lang="en-US" altLang="zh-CN" sz="1100" b="0" i="1" smtClean="0">
                                <a:latin typeface="Cambria Math" panose="02040503050406030204" pitchFamily="18" charset="0"/>
                              </a:rPr>
                              <m:t>2</m:t>
                            </m:r>
                          </m:sub>
                          <m:sup>
                            <m:r>
                              <a:rPr lang="en-US" sz="1100" b="0" i="1" smtClean="0">
                                <a:latin typeface="Cambria Math" panose="02040503050406030204" pitchFamily="18" charset="0"/>
                              </a:rPr>
                              <m:t>3</m:t>
                            </m:r>
                          </m:sup>
                        </m:sSubSup>
                      </m:oMath>
                    </m:oMathPara>
                  </a14:m>
                  <a:endParaRPr lang="en-US" sz="1100" b="0" dirty="0"/>
                </a:p>
                <a:p>
                  <a:endParaRPr lang="en-US" dirty="0"/>
                </a:p>
              </p:txBody>
            </p:sp>
          </mc:Choice>
          <mc:Fallback xmlns="">
            <p:sp>
              <p:nvSpPr>
                <p:cNvPr id="48" name="TextBox 47">
                  <a:extLst>
                    <a:ext uri="{FF2B5EF4-FFF2-40B4-BE49-F238E27FC236}">
                      <a16:creationId xmlns:a16="http://schemas.microsoft.com/office/drawing/2014/main" id="{403E19EC-1F5D-F598-B057-F3B4B8E846CE}"/>
                    </a:ext>
                  </a:extLst>
                </p:cNvPr>
                <p:cNvSpPr txBox="1">
                  <a:spLocks noRot="1" noChangeAspect="1" noMove="1" noResize="1" noEditPoints="1" noAdjustHandles="1" noChangeArrowheads="1" noChangeShapeType="1" noTextEdit="1"/>
                </p:cNvSpPr>
                <p:nvPr/>
              </p:nvSpPr>
              <p:spPr>
                <a:xfrm>
                  <a:off x="5477135" y="2740761"/>
                  <a:ext cx="241092" cy="450316"/>
                </a:xfrm>
                <a:prstGeom prst="rect">
                  <a:avLst/>
                </a:prstGeom>
                <a:blipFill>
                  <a:blip r:embed="rId27"/>
                  <a:stretch>
                    <a:fillRect r="-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DDD57A86-A9C2-3D8C-8634-FF6B81DFD55D}"/>
                    </a:ext>
                  </a:extLst>
                </p:cNvPr>
                <p:cNvSpPr txBox="1"/>
                <p:nvPr/>
              </p:nvSpPr>
              <p:spPr>
                <a:xfrm>
                  <a:off x="5480063" y="3172088"/>
                  <a:ext cx="241092" cy="448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𝑥</m:t>
                            </m:r>
                          </m:e>
                          <m:sub>
                            <m:r>
                              <a:rPr lang="en-US" sz="1100" b="0" i="1" smtClean="0">
                                <a:latin typeface="Cambria Math" panose="02040503050406030204" pitchFamily="18" charset="0"/>
                              </a:rPr>
                              <m:t>𝑡</m:t>
                            </m:r>
                            <m:r>
                              <a:rPr lang="en-US" altLang="zh-CN" sz="1100" b="0" i="1" smtClean="0">
                                <a:latin typeface="Cambria Math" panose="02040503050406030204" pitchFamily="18" charset="0"/>
                              </a:rPr>
                              <m:t>2</m:t>
                            </m:r>
                          </m:sub>
                          <m:sup>
                            <m:r>
                              <a:rPr lang="en-US" sz="1100" b="0" i="1" smtClean="0">
                                <a:latin typeface="Cambria Math" panose="02040503050406030204" pitchFamily="18" charset="0"/>
                              </a:rPr>
                              <m:t>4</m:t>
                            </m:r>
                          </m:sup>
                        </m:sSubSup>
                      </m:oMath>
                    </m:oMathPara>
                  </a14:m>
                  <a:endParaRPr lang="en-US" sz="1100" b="0" dirty="0"/>
                </a:p>
                <a:p>
                  <a:endParaRPr lang="en-US" dirty="0"/>
                </a:p>
              </p:txBody>
            </p:sp>
          </mc:Choice>
          <mc:Fallback xmlns="">
            <p:sp>
              <p:nvSpPr>
                <p:cNvPr id="49" name="TextBox 48">
                  <a:extLst>
                    <a:ext uri="{FF2B5EF4-FFF2-40B4-BE49-F238E27FC236}">
                      <a16:creationId xmlns:a16="http://schemas.microsoft.com/office/drawing/2014/main" id="{DDD57A86-A9C2-3D8C-8634-FF6B81DFD55D}"/>
                    </a:ext>
                  </a:extLst>
                </p:cNvPr>
                <p:cNvSpPr txBox="1">
                  <a:spLocks noRot="1" noChangeAspect="1" noMove="1" noResize="1" noEditPoints="1" noAdjustHandles="1" noChangeArrowheads="1" noChangeShapeType="1" noTextEdit="1"/>
                </p:cNvSpPr>
                <p:nvPr/>
              </p:nvSpPr>
              <p:spPr>
                <a:xfrm>
                  <a:off x="5480063" y="3172088"/>
                  <a:ext cx="241092" cy="448777"/>
                </a:xfrm>
                <a:prstGeom prst="rect">
                  <a:avLst/>
                </a:prstGeom>
                <a:blipFill>
                  <a:blip r:embed="rId28"/>
                  <a:stretch>
                    <a:fillRect l="-5000"/>
                  </a:stretch>
                </a:blipFill>
              </p:spPr>
              <p:txBody>
                <a:bodyPr/>
                <a:lstStyle/>
                <a:p>
                  <a:r>
                    <a:rPr lang="en-US">
                      <a:noFill/>
                    </a:rPr>
                    <a:t> </a:t>
                  </a:r>
                </a:p>
              </p:txBody>
            </p:sp>
          </mc:Fallback>
        </mc:AlternateContent>
        <p:sp>
          <p:nvSpPr>
            <p:cNvPr id="50" name="Left Bracket 49">
              <a:extLst>
                <a:ext uri="{FF2B5EF4-FFF2-40B4-BE49-F238E27FC236}">
                  <a16:creationId xmlns:a16="http://schemas.microsoft.com/office/drawing/2014/main" id="{995F1B8F-EE6C-2A7B-55A3-EAF8EAC266A4}"/>
                </a:ext>
              </a:extLst>
            </p:cNvPr>
            <p:cNvSpPr/>
            <p:nvPr/>
          </p:nvSpPr>
          <p:spPr>
            <a:xfrm>
              <a:off x="5428256" y="1994015"/>
              <a:ext cx="51707" cy="1300274"/>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Left Bracket 50">
              <a:extLst>
                <a:ext uri="{FF2B5EF4-FFF2-40B4-BE49-F238E27FC236}">
                  <a16:creationId xmlns:a16="http://schemas.microsoft.com/office/drawing/2014/main" id="{80A05D99-092D-FFF1-F1E9-5A545A7082D8}"/>
                </a:ext>
              </a:extLst>
            </p:cNvPr>
            <p:cNvSpPr/>
            <p:nvPr/>
          </p:nvSpPr>
          <p:spPr>
            <a:xfrm rot="10800000">
              <a:off x="5773330" y="1988146"/>
              <a:ext cx="51707" cy="1300274"/>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2371110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A103E-A368-6C91-0ED5-820FD56EAEB7}"/>
              </a:ext>
            </a:extLst>
          </p:cNvPr>
          <p:cNvSpPr>
            <a:spLocks noGrp="1"/>
          </p:cNvSpPr>
          <p:nvPr>
            <p:ph type="title"/>
          </p:nvPr>
        </p:nvSpPr>
        <p:spPr/>
        <p:txBody>
          <a:bodyPr/>
          <a:lstStyle/>
          <a:p>
            <a:r>
              <a:rPr lang="en-US" dirty="0"/>
              <a:t>Step 3: Forward to calculate y</a:t>
            </a:r>
            <a:endParaRPr lang="en-US" b="1" dirty="0"/>
          </a:p>
        </p:txBody>
      </p:sp>
      <p:sp>
        <p:nvSpPr>
          <p:cNvPr id="4" name="Slide Number Placeholder 3">
            <a:extLst>
              <a:ext uri="{FF2B5EF4-FFF2-40B4-BE49-F238E27FC236}">
                <a16:creationId xmlns:a16="http://schemas.microsoft.com/office/drawing/2014/main" id="{4B1F9F87-CD6F-BE52-1730-2D0B97CCD0F6}"/>
              </a:ext>
            </a:extLst>
          </p:cNvPr>
          <p:cNvSpPr>
            <a:spLocks noGrp="1"/>
          </p:cNvSpPr>
          <p:nvPr>
            <p:ph type="sldNum" sz="quarter" idx="12"/>
          </p:nvPr>
        </p:nvSpPr>
        <p:spPr/>
        <p:txBody>
          <a:bodyPr/>
          <a:lstStyle/>
          <a:p>
            <a:fld id="{ACE956E7-2A6A-4E70-9F41-09A4B3DE69AA}" type="slidenum">
              <a:rPr lang="en-US" smtClean="0"/>
              <a:t>10</a:t>
            </a:fld>
            <a:endParaRPr lang="en-US" dirty="0"/>
          </a:p>
        </p:txBody>
      </p:sp>
      <p:sp>
        <p:nvSpPr>
          <p:cNvPr id="5" name="Slide Number Placeholder 3">
            <a:extLst>
              <a:ext uri="{FF2B5EF4-FFF2-40B4-BE49-F238E27FC236}">
                <a16:creationId xmlns:a16="http://schemas.microsoft.com/office/drawing/2014/main" id="{518197FD-DA27-30EA-B2B6-3D8664A450C9}"/>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CE956E7-2A6A-4E70-9F41-09A4B3DE69AA}" type="slidenum">
              <a:rPr lang="en-US" smtClean="0"/>
              <a:pPr/>
              <a:t>10</a:t>
            </a:fld>
            <a:endParaRPr lang="en-US"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D0D1DAD-5F56-4763-E6CC-2794EC9E4178}"/>
                  </a:ext>
                </a:extLst>
              </p:cNvPr>
              <p:cNvSpPr txBox="1"/>
              <p:nvPr/>
            </p:nvSpPr>
            <p:spPr>
              <a:xfrm>
                <a:off x="10154544" y="4001485"/>
                <a:ext cx="51643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m:t>
                          </m:r>
                          <m:r>
                            <a:rPr lang="en-US" b="0" i="1" smtClean="0">
                              <a:latin typeface="Cambria Math" panose="02040503050406030204" pitchFamily="18" charset="0"/>
                            </a:rPr>
                            <m:t>=3</m:t>
                          </m:r>
                        </m:sub>
                      </m:sSub>
                    </m:oMath>
                  </m:oMathPara>
                </a14:m>
                <a:endParaRPr lang="en-US" dirty="0"/>
              </a:p>
            </p:txBody>
          </p:sp>
        </mc:Choice>
        <mc:Fallback xmlns="">
          <p:sp>
            <p:nvSpPr>
              <p:cNvPr id="8" name="TextBox 7">
                <a:extLst>
                  <a:ext uri="{FF2B5EF4-FFF2-40B4-BE49-F238E27FC236}">
                    <a16:creationId xmlns:a16="http://schemas.microsoft.com/office/drawing/2014/main" id="{9D0D1DAD-5F56-4763-E6CC-2794EC9E4178}"/>
                  </a:ext>
                </a:extLst>
              </p:cNvPr>
              <p:cNvSpPr txBox="1">
                <a:spLocks noRot="1" noChangeAspect="1" noMove="1" noResize="1" noEditPoints="1" noAdjustHandles="1" noChangeArrowheads="1" noChangeShapeType="1" noTextEdit="1"/>
              </p:cNvSpPr>
              <p:nvPr/>
            </p:nvSpPr>
            <p:spPr>
              <a:xfrm>
                <a:off x="10154544" y="4001485"/>
                <a:ext cx="516434" cy="369332"/>
              </a:xfrm>
              <a:prstGeom prst="rect">
                <a:avLst/>
              </a:prstGeom>
              <a:blipFill>
                <a:blip r:embed="rId3"/>
                <a:stretch>
                  <a:fillRect r="-7143" b="-6452"/>
                </a:stretch>
              </a:blipFill>
            </p:spPr>
            <p:txBody>
              <a:bodyPr/>
              <a:lstStyle/>
              <a:p>
                <a:r>
                  <a:rPr lang="en-US">
                    <a:noFill/>
                  </a:rPr>
                  <a:t> </a:t>
                </a:r>
              </a:p>
            </p:txBody>
          </p:sp>
        </mc:Fallback>
      </mc:AlternateContent>
      <p:grpSp>
        <p:nvGrpSpPr>
          <p:cNvPr id="22" name="Group 21">
            <a:extLst>
              <a:ext uri="{FF2B5EF4-FFF2-40B4-BE49-F238E27FC236}">
                <a16:creationId xmlns:a16="http://schemas.microsoft.com/office/drawing/2014/main" id="{F2360789-5E3F-30AA-7650-59E1617DEACF}"/>
              </a:ext>
            </a:extLst>
          </p:cNvPr>
          <p:cNvGrpSpPr/>
          <p:nvPr/>
        </p:nvGrpSpPr>
        <p:grpSpPr>
          <a:xfrm>
            <a:off x="8380421" y="3620480"/>
            <a:ext cx="971045" cy="1212239"/>
            <a:chOff x="10240238" y="3945675"/>
            <a:chExt cx="971045" cy="1212239"/>
          </a:xfrm>
        </p:grpSpPr>
        <p:cxnSp>
          <p:nvCxnSpPr>
            <p:cNvPr id="23" name="Straight Connector 22">
              <a:extLst>
                <a:ext uri="{FF2B5EF4-FFF2-40B4-BE49-F238E27FC236}">
                  <a16:creationId xmlns:a16="http://schemas.microsoft.com/office/drawing/2014/main" id="{6A15015F-44CA-2707-42E9-B11F0BDA5E85}"/>
                </a:ext>
              </a:extLst>
            </p:cNvPr>
            <p:cNvCxnSpPr>
              <a:cxnSpLocks/>
            </p:cNvCxnSpPr>
            <p:nvPr/>
          </p:nvCxnSpPr>
          <p:spPr>
            <a:xfrm>
              <a:off x="10240238" y="3945675"/>
              <a:ext cx="927341" cy="409057"/>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DF04727-8075-F395-3A2F-5A7EE9D197E8}"/>
                </a:ext>
              </a:extLst>
            </p:cNvPr>
            <p:cNvCxnSpPr>
              <a:cxnSpLocks/>
            </p:cNvCxnSpPr>
            <p:nvPr/>
          </p:nvCxnSpPr>
          <p:spPr>
            <a:xfrm flipV="1">
              <a:off x="10240238" y="4622244"/>
              <a:ext cx="971045" cy="53567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C89D3CE5-C8CC-9E87-749A-FFDC9A7795B4}"/>
                    </a:ext>
                  </a:extLst>
                </p:cNvPr>
                <p:cNvSpPr txBox="1"/>
                <p:nvPr/>
              </p:nvSpPr>
              <p:spPr>
                <a:xfrm>
                  <a:off x="10391225" y="4315544"/>
                  <a:ext cx="37702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i="1" smtClean="0">
                            <a:latin typeface="Cambria Math" panose="02040503050406030204" pitchFamily="18" charset="0"/>
                          </a:rPr>
                          <m:t>V</m:t>
                        </m:r>
                      </m:oMath>
                    </m:oMathPara>
                  </a14:m>
                  <a:endParaRPr lang="en-US" dirty="0"/>
                </a:p>
              </p:txBody>
            </p:sp>
          </mc:Choice>
          <mc:Fallback xmlns="">
            <p:sp>
              <p:nvSpPr>
                <p:cNvPr id="25" name="TextBox 24">
                  <a:extLst>
                    <a:ext uri="{FF2B5EF4-FFF2-40B4-BE49-F238E27FC236}">
                      <a16:creationId xmlns:a16="http://schemas.microsoft.com/office/drawing/2014/main" id="{C89D3CE5-C8CC-9E87-749A-FFDC9A7795B4}"/>
                    </a:ext>
                  </a:extLst>
                </p:cNvPr>
                <p:cNvSpPr txBox="1">
                  <a:spLocks noRot="1" noChangeAspect="1" noMove="1" noResize="1" noEditPoints="1" noAdjustHandles="1" noChangeArrowheads="1" noChangeShapeType="1" noTextEdit="1"/>
                </p:cNvSpPr>
                <p:nvPr/>
              </p:nvSpPr>
              <p:spPr>
                <a:xfrm>
                  <a:off x="10391225" y="4315544"/>
                  <a:ext cx="377026" cy="369332"/>
                </a:xfrm>
                <a:prstGeom prst="rect">
                  <a:avLst/>
                </a:prstGeom>
                <a:blipFill>
                  <a:blip r:embed="rId4"/>
                  <a:stretch>
                    <a:fillRect/>
                  </a:stretch>
                </a:blipFill>
              </p:spPr>
              <p:txBody>
                <a:bodyPr/>
                <a:lstStyle/>
                <a:p>
                  <a:r>
                    <a:rPr lang="en-US">
                      <a:noFill/>
                    </a:rPr>
                    <a:t> </a:t>
                  </a:r>
                </a:p>
              </p:txBody>
            </p:sp>
          </mc:Fallback>
        </mc:AlternateContent>
      </p:grpSp>
      <p:grpSp>
        <p:nvGrpSpPr>
          <p:cNvPr id="20" name="Group 19">
            <a:extLst>
              <a:ext uri="{FF2B5EF4-FFF2-40B4-BE49-F238E27FC236}">
                <a16:creationId xmlns:a16="http://schemas.microsoft.com/office/drawing/2014/main" id="{B22C198A-AA5C-80B8-13D7-718C27F07DBC}"/>
              </a:ext>
            </a:extLst>
          </p:cNvPr>
          <p:cNvGrpSpPr/>
          <p:nvPr/>
        </p:nvGrpSpPr>
        <p:grpSpPr>
          <a:xfrm>
            <a:off x="6786866" y="2692500"/>
            <a:ext cx="774573" cy="2826369"/>
            <a:chOff x="6786866" y="2692500"/>
            <a:chExt cx="774573" cy="2826369"/>
          </a:xfrm>
        </p:grpSpPr>
        <p:cxnSp>
          <p:nvCxnSpPr>
            <p:cNvPr id="14" name="Straight Connector 13">
              <a:extLst>
                <a:ext uri="{FF2B5EF4-FFF2-40B4-BE49-F238E27FC236}">
                  <a16:creationId xmlns:a16="http://schemas.microsoft.com/office/drawing/2014/main" id="{03BE0FDD-AAE4-F764-54AC-4D72A2B6706D}"/>
                </a:ext>
              </a:extLst>
            </p:cNvPr>
            <p:cNvCxnSpPr>
              <a:cxnSpLocks/>
              <a:endCxn id="104" idx="0"/>
            </p:cNvCxnSpPr>
            <p:nvPr/>
          </p:nvCxnSpPr>
          <p:spPr>
            <a:xfrm>
              <a:off x="6869316" y="2692500"/>
              <a:ext cx="692123" cy="9613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335103F-8DD5-413B-065C-94455C925E13}"/>
                </a:ext>
              </a:extLst>
            </p:cNvPr>
            <p:cNvCxnSpPr>
              <a:cxnSpLocks/>
              <a:endCxn id="107" idx="3"/>
            </p:cNvCxnSpPr>
            <p:nvPr/>
          </p:nvCxnSpPr>
          <p:spPr>
            <a:xfrm flipV="1">
              <a:off x="6786866" y="4710387"/>
              <a:ext cx="692822" cy="808482"/>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1F5C0E7-B675-CE30-8510-D909A6592970}"/>
                    </a:ext>
                  </a:extLst>
                </p:cNvPr>
                <p:cNvSpPr txBox="1"/>
                <p:nvPr/>
              </p:nvSpPr>
              <p:spPr>
                <a:xfrm>
                  <a:off x="7002253" y="4346701"/>
                  <a:ext cx="46621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𝑊</m:t>
                        </m:r>
                      </m:oMath>
                    </m:oMathPara>
                  </a14:m>
                  <a:endParaRPr lang="en-US" dirty="0"/>
                </a:p>
              </p:txBody>
            </p:sp>
          </mc:Choice>
          <mc:Fallback xmlns="">
            <p:sp>
              <p:nvSpPr>
                <p:cNvPr id="16" name="TextBox 15">
                  <a:extLst>
                    <a:ext uri="{FF2B5EF4-FFF2-40B4-BE49-F238E27FC236}">
                      <a16:creationId xmlns:a16="http://schemas.microsoft.com/office/drawing/2014/main" id="{11F5C0E7-B675-CE30-8510-D909A6592970}"/>
                    </a:ext>
                  </a:extLst>
                </p:cNvPr>
                <p:cNvSpPr txBox="1">
                  <a:spLocks noRot="1" noChangeAspect="1" noMove="1" noResize="1" noEditPoints="1" noAdjustHandles="1" noChangeArrowheads="1" noChangeShapeType="1" noTextEdit="1"/>
                </p:cNvSpPr>
                <p:nvPr/>
              </p:nvSpPr>
              <p:spPr>
                <a:xfrm>
                  <a:off x="7002253" y="4346701"/>
                  <a:ext cx="466217"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CB2794D8-4832-CE3C-A0FE-CFCB888575FD}"/>
                    </a:ext>
                  </a:extLst>
                </p:cNvPr>
                <p:cNvSpPr txBox="1"/>
                <p:nvPr/>
              </p:nvSpPr>
              <p:spPr>
                <a:xfrm>
                  <a:off x="7041494" y="3358973"/>
                  <a:ext cx="40075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𝑈</m:t>
                        </m:r>
                      </m:oMath>
                    </m:oMathPara>
                  </a14:m>
                  <a:endParaRPr lang="en-US" dirty="0"/>
                </a:p>
              </p:txBody>
            </p:sp>
          </mc:Choice>
          <mc:Fallback xmlns="">
            <p:sp>
              <p:nvSpPr>
                <p:cNvPr id="61" name="TextBox 60">
                  <a:extLst>
                    <a:ext uri="{FF2B5EF4-FFF2-40B4-BE49-F238E27FC236}">
                      <a16:creationId xmlns:a16="http://schemas.microsoft.com/office/drawing/2014/main" id="{CB2794D8-4832-CE3C-A0FE-CFCB888575FD}"/>
                    </a:ext>
                  </a:extLst>
                </p:cNvPr>
                <p:cNvSpPr txBox="1">
                  <a:spLocks noRot="1" noChangeAspect="1" noMove="1" noResize="1" noEditPoints="1" noAdjustHandles="1" noChangeArrowheads="1" noChangeShapeType="1" noTextEdit="1"/>
                </p:cNvSpPr>
                <p:nvPr/>
              </p:nvSpPr>
              <p:spPr>
                <a:xfrm>
                  <a:off x="7041494" y="3358973"/>
                  <a:ext cx="400751" cy="369332"/>
                </a:xfrm>
                <a:prstGeom prst="rect">
                  <a:avLst/>
                </a:prstGeom>
                <a:blipFill>
                  <a:blip r:embed="rId6"/>
                  <a:stretch>
                    <a:fillRect/>
                  </a:stretch>
                </a:blipFill>
              </p:spPr>
              <p:txBody>
                <a:bodyPr/>
                <a:lstStyle/>
                <a:p>
                  <a:r>
                    <a:rPr lang="en-US">
                      <a:noFill/>
                    </a:rPr>
                    <a:t> </a:t>
                  </a:r>
                </a:p>
              </p:txBody>
            </p:sp>
          </mc:Fallback>
        </mc:AlternateContent>
      </p:grpSp>
      <p:sp>
        <p:nvSpPr>
          <p:cNvPr id="82" name="Rectangle 81">
            <a:extLst>
              <a:ext uri="{FF2B5EF4-FFF2-40B4-BE49-F238E27FC236}">
                <a16:creationId xmlns:a16="http://schemas.microsoft.com/office/drawing/2014/main" id="{46A37E95-130F-E634-EF9E-676D141E7F18}"/>
              </a:ext>
            </a:extLst>
          </p:cNvPr>
          <p:cNvSpPr/>
          <p:nvPr/>
        </p:nvSpPr>
        <p:spPr>
          <a:xfrm>
            <a:off x="4465681" y="1898435"/>
            <a:ext cx="566928" cy="134069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I</a:t>
            </a:r>
          </a:p>
        </p:txBody>
      </p:sp>
      <p:sp>
        <p:nvSpPr>
          <p:cNvPr id="83" name="Rectangle 82">
            <a:extLst>
              <a:ext uri="{FF2B5EF4-FFF2-40B4-BE49-F238E27FC236}">
                <a16:creationId xmlns:a16="http://schemas.microsoft.com/office/drawing/2014/main" id="{361D5297-3B35-2E37-A3D2-209C6DD0C917}"/>
              </a:ext>
            </a:extLst>
          </p:cNvPr>
          <p:cNvSpPr/>
          <p:nvPr/>
        </p:nvSpPr>
        <p:spPr>
          <a:xfrm>
            <a:off x="3847047" y="1610591"/>
            <a:ext cx="566928" cy="1975288"/>
          </a:xfrm>
          <a:prstGeom prst="rect">
            <a:avLst/>
          </a:prstGeom>
          <a:solidFill>
            <a:srgbClr val="BDD7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zh-CN" altLang="en-US" sz="1400" dirty="0"/>
              <a:t> </a:t>
            </a:r>
            <a:r>
              <a:rPr lang="en-US" altLang="zh-CN" sz="1400" dirty="0"/>
              <a:t>like </a:t>
            </a:r>
            <a:endParaRPr lang="en-US" sz="1400" dirty="0"/>
          </a:p>
        </p:txBody>
      </p:sp>
      <p:sp>
        <p:nvSpPr>
          <p:cNvPr id="84" name="Rectangle 83">
            <a:extLst>
              <a:ext uri="{FF2B5EF4-FFF2-40B4-BE49-F238E27FC236}">
                <a16:creationId xmlns:a16="http://schemas.microsoft.com/office/drawing/2014/main" id="{F9DB5C2C-8E1B-0A93-D50E-EB5F554B56CF}"/>
              </a:ext>
            </a:extLst>
          </p:cNvPr>
          <p:cNvSpPr/>
          <p:nvPr/>
        </p:nvSpPr>
        <p:spPr>
          <a:xfrm>
            <a:off x="2609779" y="1610591"/>
            <a:ext cx="566928" cy="197528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dirty="0"/>
              <a:t>movie</a:t>
            </a:r>
          </a:p>
        </p:txBody>
      </p:sp>
      <p:sp>
        <p:nvSpPr>
          <p:cNvPr id="85" name="Rectangle 84">
            <a:extLst>
              <a:ext uri="{FF2B5EF4-FFF2-40B4-BE49-F238E27FC236}">
                <a16:creationId xmlns:a16="http://schemas.microsoft.com/office/drawing/2014/main" id="{3FFF5067-AF0D-EF6E-ED8C-A7224E68F6C0}"/>
              </a:ext>
            </a:extLst>
          </p:cNvPr>
          <p:cNvSpPr/>
          <p:nvPr/>
        </p:nvSpPr>
        <p:spPr>
          <a:xfrm>
            <a:off x="1991145" y="1610591"/>
            <a:ext cx="566928" cy="197528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but</a:t>
            </a:r>
          </a:p>
        </p:txBody>
      </p:sp>
      <p:sp>
        <p:nvSpPr>
          <p:cNvPr id="86" name="Rectangle 85">
            <a:extLst>
              <a:ext uri="{FF2B5EF4-FFF2-40B4-BE49-F238E27FC236}">
                <a16:creationId xmlns:a16="http://schemas.microsoft.com/office/drawing/2014/main" id="{8049170B-64D2-4321-01B9-E3C776F70183}"/>
              </a:ext>
            </a:extLst>
          </p:cNvPr>
          <p:cNvSpPr/>
          <p:nvPr/>
        </p:nvSpPr>
        <p:spPr>
          <a:xfrm>
            <a:off x="1372511" y="1610591"/>
            <a:ext cx="566928" cy="197528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hate</a:t>
            </a:r>
          </a:p>
        </p:txBody>
      </p:sp>
      <p:sp>
        <p:nvSpPr>
          <p:cNvPr id="87" name="Rectangle 86">
            <a:extLst>
              <a:ext uri="{FF2B5EF4-FFF2-40B4-BE49-F238E27FC236}">
                <a16:creationId xmlns:a16="http://schemas.microsoft.com/office/drawing/2014/main" id="{B3117B9E-1F3F-D7FF-1BE6-6D085D79ED58}"/>
              </a:ext>
            </a:extLst>
          </p:cNvPr>
          <p:cNvSpPr/>
          <p:nvPr/>
        </p:nvSpPr>
        <p:spPr>
          <a:xfrm>
            <a:off x="3228413" y="1610591"/>
            <a:ext cx="566928" cy="1975288"/>
          </a:xfrm>
          <a:prstGeom prst="rect">
            <a:avLst/>
          </a:prstGeom>
          <a:solidFill>
            <a:srgbClr val="BDD7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the</a:t>
            </a:r>
          </a:p>
        </p:txBody>
      </p:sp>
      <p:sp>
        <p:nvSpPr>
          <p:cNvPr id="88" name="Rectangle 87">
            <a:extLst>
              <a:ext uri="{FF2B5EF4-FFF2-40B4-BE49-F238E27FC236}">
                <a16:creationId xmlns:a16="http://schemas.microsoft.com/office/drawing/2014/main" id="{8590C553-8B6B-A1D8-F0D5-22CC9780E28A}"/>
              </a:ext>
            </a:extLst>
          </p:cNvPr>
          <p:cNvSpPr/>
          <p:nvPr/>
        </p:nvSpPr>
        <p:spPr>
          <a:xfrm>
            <a:off x="753877" y="1610591"/>
            <a:ext cx="566928" cy="197528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the</a:t>
            </a:r>
          </a:p>
        </p:txBody>
      </p:sp>
      <p:sp>
        <p:nvSpPr>
          <p:cNvPr id="89" name="Rectangle 88">
            <a:extLst>
              <a:ext uri="{FF2B5EF4-FFF2-40B4-BE49-F238E27FC236}">
                <a16:creationId xmlns:a16="http://schemas.microsoft.com/office/drawing/2014/main" id="{91270F21-B574-F3F1-351F-F30171B4B770}"/>
              </a:ext>
            </a:extLst>
          </p:cNvPr>
          <p:cNvSpPr/>
          <p:nvPr/>
        </p:nvSpPr>
        <p:spPr>
          <a:xfrm>
            <a:off x="135243" y="1610591"/>
            <a:ext cx="566928" cy="197528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actor</a:t>
            </a:r>
          </a:p>
        </p:txBody>
      </p:sp>
      <p:sp>
        <p:nvSpPr>
          <p:cNvPr id="91" name="Rectangle 90">
            <a:extLst>
              <a:ext uri="{FF2B5EF4-FFF2-40B4-BE49-F238E27FC236}">
                <a16:creationId xmlns:a16="http://schemas.microsoft.com/office/drawing/2014/main" id="{02B74706-ECD9-2BF1-D649-D9CA6730A535}"/>
              </a:ext>
            </a:extLst>
          </p:cNvPr>
          <p:cNvSpPr/>
          <p:nvPr/>
        </p:nvSpPr>
        <p:spPr>
          <a:xfrm>
            <a:off x="4465681" y="1610591"/>
            <a:ext cx="566928" cy="1975288"/>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zh-CN" sz="1400" dirty="0"/>
              <a:t>   I</a:t>
            </a:r>
            <a:endParaRPr lang="en-US" sz="1400" dirty="0"/>
          </a:p>
        </p:txBody>
      </p:sp>
      <p:grpSp>
        <p:nvGrpSpPr>
          <p:cNvPr id="103" name="Group 102">
            <a:extLst>
              <a:ext uri="{FF2B5EF4-FFF2-40B4-BE49-F238E27FC236}">
                <a16:creationId xmlns:a16="http://schemas.microsoft.com/office/drawing/2014/main" id="{6B762823-8136-EE4B-AAAF-37C19437F208}"/>
              </a:ext>
            </a:extLst>
          </p:cNvPr>
          <p:cNvGrpSpPr/>
          <p:nvPr/>
        </p:nvGrpSpPr>
        <p:grpSpPr>
          <a:xfrm>
            <a:off x="7445825" y="3653892"/>
            <a:ext cx="231228" cy="1089973"/>
            <a:chOff x="8551317" y="2344227"/>
            <a:chExt cx="231228" cy="1089973"/>
          </a:xfrm>
        </p:grpSpPr>
        <p:sp>
          <p:nvSpPr>
            <p:cNvPr id="104" name="Oval 103">
              <a:extLst>
                <a:ext uri="{FF2B5EF4-FFF2-40B4-BE49-F238E27FC236}">
                  <a16:creationId xmlns:a16="http://schemas.microsoft.com/office/drawing/2014/main" id="{F06401A7-9411-AC6A-DDD7-D673CEB8A52B}"/>
                </a:ext>
              </a:extLst>
            </p:cNvPr>
            <p:cNvSpPr/>
            <p:nvPr/>
          </p:nvSpPr>
          <p:spPr>
            <a:xfrm>
              <a:off x="8551317" y="2344227"/>
              <a:ext cx="231228" cy="228600"/>
            </a:xfrm>
            <a:prstGeom prst="ellipse">
              <a:avLst/>
            </a:prstGeom>
            <a:solidFill>
              <a:srgbClr val="D17ECA">
                <a:alpha val="7979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Oval 104">
              <a:extLst>
                <a:ext uri="{FF2B5EF4-FFF2-40B4-BE49-F238E27FC236}">
                  <a16:creationId xmlns:a16="http://schemas.microsoft.com/office/drawing/2014/main" id="{A39E7D1F-FEE7-8D2B-12A9-7665F73FBE56}"/>
                </a:ext>
              </a:extLst>
            </p:cNvPr>
            <p:cNvSpPr/>
            <p:nvPr/>
          </p:nvSpPr>
          <p:spPr>
            <a:xfrm>
              <a:off x="8551317" y="2631351"/>
              <a:ext cx="231228" cy="228600"/>
            </a:xfrm>
            <a:prstGeom prst="ellipse">
              <a:avLst/>
            </a:prstGeom>
            <a:solidFill>
              <a:srgbClr val="D17ECA">
                <a:alpha val="7979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 name="Oval 105">
              <a:extLst>
                <a:ext uri="{FF2B5EF4-FFF2-40B4-BE49-F238E27FC236}">
                  <a16:creationId xmlns:a16="http://schemas.microsoft.com/office/drawing/2014/main" id="{010E64BF-C6DD-39F1-8E49-E5D7DCBFD55C}"/>
                </a:ext>
              </a:extLst>
            </p:cNvPr>
            <p:cNvSpPr/>
            <p:nvPr/>
          </p:nvSpPr>
          <p:spPr>
            <a:xfrm>
              <a:off x="8551317" y="2918475"/>
              <a:ext cx="231228" cy="228600"/>
            </a:xfrm>
            <a:prstGeom prst="ellipse">
              <a:avLst/>
            </a:prstGeom>
            <a:solidFill>
              <a:srgbClr val="D17ECA">
                <a:alpha val="7979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 name="Oval 106">
              <a:extLst>
                <a:ext uri="{FF2B5EF4-FFF2-40B4-BE49-F238E27FC236}">
                  <a16:creationId xmlns:a16="http://schemas.microsoft.com/office/drawing/2014/main" id="{6ED1FF61-31F4-15B9-E1A3-435B71DECC1C}"/>
                </a:ext>
              </a:extLst>
            </p:cNvPr>
            <p:cNvSpPr/>
            <p:nvPr/>
          </p:nvSpPr>
          <p:spPr>
            <a:xfrm>
              <a:off x="8551317" y="3205600"/>
              <a:ext cx="231228" cy="228600"/>
            </a:xfrm>
            <a:prstGeom prst="ellipse">
              <a:avLst/>
            </a:prstGeom>
            <a:solidFill>
              <a:srgbClr val="D17ECA">
                <a:alpha val="7979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13" name="Oval 112">
            <a:extLst>
              <a:ext uri="{FF2B5EF4-FFF2-40B4-BE49-F238E27FC236}">
                <a16:creationId xmlns:a16="http://schemas.microsoft.com/office/drawing/2014/main" id="{C5F0BDB9-2CE3-5232-E46B-FA1A2E997B74}"/>
              </a:ext>
            </a:extLst>
          </p:cNvPr>
          <p:cNvSpPr/>
          <p:nvPr/>
        </p:nvSpPr>
        <p:spPr>
          <a:xfrm>
            <a:off x="9318740" y="4055316"/>
            <a:ext cx="231228" cy="228600"/>
          </a:xfrm>
          <a:prstGeom prst="ellipse">
            <a:avLst/>
          </a:prstGeom>
          <a:solidFill>
            <a:schemeClr val="accent6">
              <a:lumMod val="75000"/>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6" name="Right Arrow 115">
            <a:extLst>
              <a:ext uri="{FF2B5EF4-FFF2-40B4-BE49-F238E27FC236}">
                <a16:creationId xmlns:a16="http://schemas.microsoft.com/office/drawing/2014/main" id="{075B075A-B8B3-3C68-70B8-1B86BF2C1836}"/>
              </a:ext>
            </a:extLst>
          </p:cNvPr>
          <p:cNvSpPr/>
          <p:nvPr/>
        </p:nvSpPr>
        <p:spPr>
          <a:xfrm flipV="1">
            <a:off x="9656491" y="4133293"/>
            <a:ext cx="370114" cy="114300"/>
          </a:xfrm>
          <a:prstGeom prst="rightArrow">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 name="Group 40">
            <a:extLst>
              <a:ext uri="{FF2B5EF4-FFF2-40B4-BE49-F238E27FC236}">
                <a16:creationId xmlns:a16="http://schemas.microsoft.com/office/drawing/2014/main" id="{690339D3-0EB0-75AF-9166-22FD21238D9B}"/>
              </a:ext>
            </a:extLst>
          </p:cNvPr>
          <p:cNvGrpSpPr/>
          <p:nvPr/>
        </p:nvGrpSpPr>
        <p:grpSpPr>
          <a:xfrm>
            <a:off x="8002809" y="3575822"/>
            <a:ext cx="301049" cy="1256897"/>
            <a:chOff x="2057320" y="4383545"/>
            <a:chExt cx="301049" cy="1256897"/>
          </a:xfrm>
        </p:grpSpPr>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E227D5D-8D70-E213-DD6F-F3AD2D5FB1E4}"/>
                    </a:ext>
                  </a:extLst>
                </p:cNvPr>
                <p:cNvSpPr txBox="1"/>
                <p:nvPr/>
              </p:nvSpPr>
              <p:spPr>
                <a:xfrm>
                  <a:off x="2102849" y="4745401"/>
                  <a:ext cx="220638" cy="1724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sz="1100" b="0" i="1" smtClean="0">
                                <a:latin typeface="Cambria Math" panose="02040503050406030204" pitchFamily="18" charset="0"/>
                              </a:rPr>
                              <m:t>3</m:t>
                            </m:r>
                          </m:sub>
                          <m:sup>
                            <m:r>
                              <a:rPr lang="en-US" sz="1100" b="0" i="1" smtClean="0">
                                <a:latin typeface="Cambria Math" panose="02040503050406030204" pitchFamily="18" charset="0"/>
                              </a:rPr>
                              <m:t>2</m:t>
                            </m:r>
                          </m:sup>
                        </m:sSubSup>
                      </m:oMath>
                    </m:oMathPara>
                  </a14:m>
                  <a:endParaRPr lang="en-US" sz="1100" b="0" dirty="0"/>
                </a:p>
              </p:txBody>
            </p:sp>
          </mc:Choice>
          <mc:Fallback xmlns="">
            <p:sp>
              <p:nvSpPr>
                <p:cNvPr id="58" name="TextBox 57">
                  <a:extLst>
                    <a:ext uri="{FF2B5EF4-FFF2-40B4-BE49-F238E27FC236}">
                      <a16:creationId xmlns:a16="http://schemas.microsoft.com/office/drawing/2014/main" id="{3E227D5D-8D70-E213-DD6F-F3AD2D5FB1E4}"/>
                    </a:ext>
                  </a:extLst>
                </p:cNvPr>
                <p:cNvSpPr txBox="1">
                  <a:spLocks noRot="1" noChangeAspect="1" noMove="1" noResize="1" noEditPoints="1" noAdjustHandles="1" noChangeArrowheads="1" noChangeShapeType="1" noTextEdit="1"/>
                </p:cNvSpPr>
                <p:nvPr/>
              </p:nvSpPr>
              <p:spPr>
                <a:xfrm>
                  <a:off x="2102849" y="4745401"/>
                  <a:ext cx="220638" cy="172483"/>
                </a:xfrm>
                <a:prstGeom prst="rect">
                  <a:avLst/>
                </a:prstGeom>
                <a:blipFill>
                  <a:blip r:embed="rId7"/>
                  <a:stretch>
                    <a:fillRect l="-16667" r="-11111" b="-2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A9AE6725-9AA2-256E-8327-B9B9F91B8F5B}"/>
                    </a:ext>
                  </a:extLst>
                </p:cNvPr>
                <p:cNvSpPr txBox="1"/>
                <p:nvPr/>
              </p:nvSpPr>
              <p:spPr>
                <a:xfrm>
                  <a:off x="2102849" y="4449305"/>
                  <a:ext cx="220638" cy="1720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sz="1100" b="0" i="1" smtClean="0">
                                <a:latin typeface="Cambria Math" panose="02040503050406030204" pitchFamily="18" charset="0"/>
                              </a:rPr>
                              <m:t>3</m:t>
                            </m:r>
                          </m:sub>
                          <m:sup>
                            <m:r>
                              <a:rPr lang="en-US" sz="1100" b="0" i="1" smtClean="0">
                                <a:latin typeface="Cambria Math" panose="02040503050406030204" pitchFamily="18" charset="0"/>
                              </a:rPr>
                              <m:t>1</m:t>
                            </m:r>
                          </m:sup>
                        </m:sSubSup>
                      </m:oMath>
                    </m:oMathPara>
                  </a14:m>
                  <a:endParaRPr lang="en-US" sz="1100" b="0" dirty="0"/>
                </a:p>
              </p:txBody>
            </p:sp>
          </mc:Choice>
          <mc:Fallback xmlns="">
            <p:sp>
              <p:nvSpPr>
                <p:cNvPr id="59" name="TextBox 58">
                  <a:extLst>
                    <a:ext uri="{FF2B5EF4-FFF2-40B4-BE49-F238E27FC236}">
                      <a16:creationId xmlns:a16="http://schemas.microsoft.com/office/drawing/2014/main" id="{A9AE6725-9AA2-256E-8327-B9B9F91B8F5B}"/>
                    </a:ext>
                  </a:extLst>
                </p:cNvPr>
                <p:cNvSpPr txBox="1">
                  <a:spLocks noRot="1" noChangeAspect="1" noMove="1" noResize="1" noEditPoints="1" noAdjustHandles="1" noChangeArrowheads="1" noChangeShapeType="1" noTextEdit="1"/>
                </p:cNvSpPr>
                <p:nvPr/>
              </p:nvSpPr>
              <p:spPr>
                <a:xfrm>
                  <a:off x="2102849" y="4449305"/>
                  <a:ext cx="220638" cy="172098"/>
                </a:xfrm>
                <a:prstGeom prst="rect">
                  <a:avLst/>
                </a:prstGeom>
                <a:blipFill>
                  <a:blip r:embed="rId8"/>
                  <a:stretch>
                    <a:fillRect l="-16667" r="-11111"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6C8B6400-76BD-2D78-A7AD-12D1F4BA0D35}"/>
                    </a:ext>
                  </a:extLst>
                </p:cNvPr>
                <p:cNvSpPr txBox="1"/>
                <p:nvPr/>
              </p:nvSpPr>
              <p:spPr>
                <a:xfrm>
                  <a:off x="2102849" y="5041881"/>
                  <a:ext cx="220638" cy="17331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sz="1100" b="0" i="1" smtClean="0">
                                <a:latin typeface="Cambria Math" panose="02040503050406030204" pitchFamily="18" charset="0"/>
                              </a:rPr>
                              <m:t>3</m:t>
                            </m:r>
                          </m:sub>
                          <m:sup>
                            <m:r>
                              <a:rPr lang="en-US" sz="1100" b="0" i="1" smtClean="0">
                                <a:latin typeface="Cambria Math" panose="02040503050406030204" pitchFamily="18" charset="0"/>
                              </a:rPr>
                              <m:t>3</m:t>
                            </m:r>
                          </m:sup>
                        </m:sSubSup>
                      </m:oMath>
                    </m:oMathPara>
                  </a14:m>
                  <a:endParaRPr lang="en-US" sz="1100" b="0" dirty="0"/>
                </a:p>
              </p:txBody>
            </p:sp>
          </mc:Choice>
          <mc:Fallback xmlns="">
            <p:sp>
              <p:nvSpPr>
                <p:cNvPr id="60" name="TextBox 59">
                  <a:extLst>
                    <a:ext uri="{FF2B5EF4-FFF2-40B4-BE49-F238E27FC236}">
                      <a16:creationId xmlns:a16="http://schemas.microsoft.com/office/drawing/2014/main" id="{6C8B6400-76BD-2D78-A7AD-12D1F4BA0D35}"/>
                    </a:ext>
                  </a:extLst>
                </p:cNvPr>
                <p:cNvSpPr txBox="1">
                  <a:spLocks noRot="1" noChangeAspect="1" noMove="1" noResize="1" noEditPoints="1" noAdjustHandles="1" noChangeArrowheads="1" noChangeShapeType="1" noTextEdit="1"/>
                </p:cNvSpPr>
                <p:nvPr/>
              </p:nvSpPr>
              <p:spPr>
                <a:xfrm>
                  <a:off x="2102849" y="5041881"/>
                  <a:ext cx="220638" cy="173317"/>
                </a:xfrm>
                <a:prstGeom prst="rect">
                  <a:avLst/>
                </a:prstGeom>
                <a:blipFill>
                  <a:blip r:embed="rId9"/>
                  <a:stretch>
                    <a:fillRect l="-16667" r="-11111"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EA0C485F-0C5E-0F0F-29BF-67A5B80CED95}"/>
                    </a:ext>
                  </a:extLst>
                </p:cNvPr>
                <p:cNvSpPr txBox="1"/>
                <p:nvPr/>
              </p:nvSpPr>
              <p:spPr>
                <a:xfrm>
                  <a:off x="2102849" y="5339195"/>
                  <a:ext cx="220638" cy="1717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sz="1100" b="0" i="1" smtClean="0">
                                <a:latin typeface="Cambria Math" panose="02040503050406030204" pitchFamily="18" charset="0"/>
                              </a:rPr>
                              <m:t>3</m:t>
                            </m:r>
                          </m:sub>
                          <m:sup>
                            <m:r>
                              <a:rPr lang="en-US" sz="1100" b="0" i="1" smtClean="0">
                                <a:latin typeface="Cambria Math" panose="02040503050406030204" pitchFamily="18" charset="0"/>
                              </a:rPr>
                              <m:t>4</m:t>
                            </m:r>
                          </m:sup>
                        </m:sSubSup>
                      </m:oMath>
                    </m:oMathPara>
                  </a14:m>
                  <a:endParaRPr lang="en-US" sz="1100" b="0" dirty="0"/>
                </a:p>
              </p:txBody>
            </p:sp>
          </mc:Choice>
          <mc:Fallback xmlns="">
            <p:sp>
              <p:nvSpPr>
                <p:cNvPr id="70" name="TextBox 69">
                  <a:extLst>
                    <a:ext uri="{FF2B5EF4-FFF2-40B4-BE49-F238E27FC236}">
                      <a16:creationId xmlns:a16="http://schemas.microsoft.com/office/drawing/2014/main" id="{EA0C485F-0C5E-0F0F-29BF-67A5B80CED95}"/>
                    </a:ext>
                  </a:extLst>
                </p:cNvPr>
                <p:cNvSpPr txBox="1">
                  <a:spLocks noRot="1" noChangeAspect="1" noMove="1" noResize="1" noEditPoints="1" noAdjustHandles="1" noChangeArrowheads="1" noChangeShapeType="1" noTextEdit="1"/>
                </p:cNvSpPr>
                <p:nvPr/>
              </p:nvSpPr>
              <p:spPr>
                <a:xfrm>
                  <a:off x="2102849" y="5339195"/>
                  <a:ext cx="220638" cy="171778"/>
                </a:xfrm>
                <a:prstGeom prst="rect">
                  <a:avLst/>
                </a:prstGeom>
                <a:blipFill>
                  <a:blip r:embed="rId10"/>
                  <a:stretch>
                    <a:fillRect l="-16667" r="-11111" b="-20000"/>
                  </a:stretch>
                </a:blipFill>
              </p:spPr>
              <p:txBody>
                <a:bodyPr/>
                <a:lstStyle/>
                <a:p>
                  <a:r>
                    <a:rPr lang="en-US">
                      <a:noFill/>
                    </a:rPr>
                    <a:t> </a:t>
                  </a:r>
                </a:p>
              </p:txBody>
            </p:sp>
          </mc:Fallback>
        </mc:AlternateContent>
        <p:sp>
          <p:nvSpPr>
            <p:cNvPr id="71" name="Left Bracket 70">
              <a:extLst>
                <a:ext uri="{FF2B5EF4-FFF2-40B4-BE49-F238E27FC236}">
                  <a16:creationId xmlns:a16="http://schemas.microsoft.com/office/drawing/2014/main" id="{9498B501-541A-A0B0-A9E6-5DB08A65412A}"/>
                </a:ext>
              </a:extLst>
            </p:cNvPr>
            <p:cNvSpPr/>
            <p:nvPr/>
          </p:nvSpPr>
          <p:spPr>
            <a:xfrm rot="10800000">
              <a:off x="2312650" y="4383545"/>
              <a:ext cx="45719" cy="1256897"/>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2" name="Left Bracket 71">
              <a:extLst>
                <a:ext uri="{FF2B5EF4-FFF2-40B4-BE49-F238E27FC236}">
                  <a16:creationId xmlns:a16="http://schemas.microsoft.com/office/drawing/2014/main" id="{856DCAB1-BF25-779E-5720-35E9368949FA}"/>
                </a:ext>
              </a:extLst>
            </p:cNvPr>
            <p:cNvSpPr/>
            <p:nvPr/>
          </p:nvSpPr>
          <p:spPr>
            <a:xfrm>
              <a:off x="2057320" y="4383545"/>
              <a:ext cx="45720" cy="1256890"/>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sp>
        <p:nvSpPr>
          <p:cNvPr id="18" name="TextBox 17">
            <a:extLst>
              <a:ext uri="{FF2B5EF4-FFF2-40B4-BE49-F238E27FC236}">
                <a16:creationId xmlns:a16="http://schemas.microsoft.com/office/drawing/2014/main" id="{9C0940D5-1FB2-8FD4-A99E-9813D42D125D}"/>
              </a:ext>
            </a:extLst>
          </p:cNvPr>
          <p:cNvSpPr txBox="1"/>
          <p:nvPr/>
        </p:nvSpPr>
        <p:spPr>
          <a:xfrm>
            <a:off x="5990602" y="3631963"/>
            <a:ext cx="184731" cy="369332"/>
          </a:xfrm>
          <a:prstGeom prst="rect">
            <a:avLst/>
          </a:prstGeom>
          <a:noFill/>
        </p:spPr>
        <p:txBody>
          <a:bodyPr wrap="none" rtlCol="0">
            <a:spAutoFit/>
          </a:bodyPr>
          <a:lstStyle/>
          <a:p>
            <a:endParaRPr lang="en-US" dirty="0"/>
          </a:p>
        </p:txBody>
      </p:sp>
      <p:grpSp>
        <p:nvGrpSpPr>
          <p:cNvPr id="37" name="Group 36">
            <a:extLst>
              <a:ext uri="{FF2B5EF4-FFF2-40B4-BE49-F238E27FC236}">
                <a16:creationId xmlns:a16="http://schemas.microsoft.com/office/drawing/2014/main" id="{0600F08E-5444-64F8-A00F-DB43B066B1B2}"/>
              </a:ext>
            </a:extLst>
          </p:cNvPr>
          <p:cNvGrpSpPr/>
          <p:nvPr/>
        </p:nvGrpSpPr>
        <p:grpSpPr>
          <a:xfrm>
            <a:off x="7672083" y="3768192"/>
            <a:ext cx="301059" cy="863048"/>
            <a:chOff x="7672083" y="3768192"/>
            <a:chExt cx="301059" cy="863048"/>
          </a:xfrm>
        </p:grpSpPr>
        <p:cxnSp>
          <p:nvCxnSpPr>
            <p:cNvPr id="11" name="Straight Arrow Connector 10">
              <a:extLst>
                <a:ext uri="{FF2B5EF4-FFF2-40B4-BE49-F238E27FC236}">
                  <a16:creationId xmlns:a16="http://schemas.microsoft.com/office/drawing/2014/main" id="{F13B066A-A7ED-FEC3-1102-BA44A4410D07}"/>
                </a:ext>
              </a:extLst>
            </p:cNvPr>
            <p:cNvCxnSpPr>
              <a:cxnSpLocks/>
              <a:stCxn id="104" idx="6"/>
            </p:cNvCxnSpPr>
            <p:nvPr/>
          </p:nvCxnSpPr>
          <p:spPr>
            <a:xfrm>
              <a:off x="7677053" y="3768192"/>
              <a:ext cx="2960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87A5733-58C0-AE58-6C08-54BB2E2241CE}"/>
                </a:ext>
              </a:extLst>
            </p:cNvPr>
            <p:cNvCxnSpPr>
              <a:cxnSpLocks/>
            </p:cNvCxnSpPr>
            <p:nvPr/>
          </p:nvCxnSpPr>
          <p:spPr>
            <a:xfrm>
              <a:off x="7672083" y="4067482"/>
              <a:ext cx="2960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9B0DA339-2730-0953-D1ED-77D9A8DCBDA6}"/>
                </a:ext>
              </a:extLst>
            </p:cNvPr>
            <p:cNvCxnSpPr>
              <a:cxnSpLocks/>
            </p:cNvCxnSpPr>
            <p:nvPr/>
          </p:nvCxnSpPr>
          <p:spPr>
            <a:xfrm>
              <a:off x="7672083" y="4351276"/>
              <a:ext cx="2960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88E1582-3BD9-5A51-5ED3-6074C6AA57CB}"/>
                </a:ext>
              </a:extLst>
            </p:cNvPr>
            <p:cNvCxnSpPr>
              <a:cxnSpLocks/>
            </p:cNvCxnSpPr>
            <p:nvPr/>
          </p:nvCxnSpPr>
          <p:spPr>
            <a:xfrm>
              <a:off x="7672083" y="4631240"/>
              <a:ext cx="2960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3BCA2D89-B4E5-E38E-CBD9-07DDD4A15A96}"/>
                  </a:ext>
                </a:extLst>
              </p:cNvPr>
              <p:cNvSpPr txBox="1"/>
              <p:nvPr/>
            </p:nvSpPr>
            <p:spPr>
              <a:xfrm>
                <a:off x="4559029" y="3687010"/>
                <a:ext cx="416011"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1</m:t>
                          </m:r>
                        </m:sub>
                      </m:sSub>
                    </m:oMath>
                  </m:oMathPara>
                </a14:m>
                <a:endParaRPr lang="en-US" altLang="zh-CN" dirty="0"/>
              </a:p>
            </p:txBody>
          </p:sp>
        </mc:Choice>
        <mc:Fallback xmlns="">
          <p:sp>
            <p:nvSpPr>
              <p:cNvPr id="28" name="TextBox 27">
                <a:extLst>
                  <a:ext uri="{FF2B5EF4-FFF2-40B4-BE49-F238E27FC236}">
                    <a16:creationId xmlns:a16="http://schemas.microsoft.com/office/drawing/2014/main" id="{3BCA2D89-B4E5-E38E-CBD9-07DDD4A15A96}"/>
                  </a:ext>
                </a:extLst>
              </p:cNvPr>
              <p:cNvSpPr txBox="1">
                <a:spLocks noRot="1" noChangeAspect="1" noMove="1" noResize="1" noEditPoints="1" noAdjustHandles="1" noChangeArrowheads="1" noChangeShapeType="1" noTextEdit="1"/>
              </p:cNvSpPr>
              <p:nvPr/>
            </p:nvSpPr>
            <p:spPr>
              <a:xfrm>
                <a:off x="4559029" y="3687010"/>
                <a:ext cx="416011" cy="338554"/>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C7D2A44F-073D-0270-1556-ED9DBF91C440}"/>
                  </a:ext>
                </a:extLst>
              </p:cNvPr>
              <p:cNvSpPr txBox="1"/>
              <p:nvPr/>
            </p:nvSpPr>
            <p:spPr>
              <a:xfrm>
                <a:off x="3933360" y="3687010"/>
                <a:ext cx="40498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2</m:t>
                          </m:r>
                        </m:sub>
                      </m:sSub>
                    </m:oMath>
                  </m:oMathPara>
                </a14:m>
                <a:endParaRPr lang="en-US" altLang="zh-CN" dirty="0"/>
              </a:p>
            </p:txBody>
          </p:sp>
        </mc:Choice>
        <mc:Fallback xmlns="">
          <p:sp>
            <p:nvSpPr>
              <p:cNvPr id="29" name="TextBox 28">
                <a:extLst>
                  <a:ext uri="{FF2B5EF4-FFF2-40B4-BE49-F238E27FC236}">
                    <a16:creationId xmlns:a16="http://schemas.microsoft.com/office/drawing/2014/main" id="{C7D2A44F-073D-0270-1556-ED9DBF91C440}"/>
                  </a:ext>
                </a:extLst>
              </p:cNvPr>
              <p:cNvSpPr txBox="1">
                <a:spLocks noRot="1" noChangeAspect="1" noMove="1" noResize="1" noEditPoints="1" noAdjustHandles="1" noChangeArrowheads="1" noChangeShapeType="1" noTextEdit="1"/>
              </p:cNvSpPr>
              <p:nvPr/>
            </p:nvSpPr>
            <p:spPr>
              <a:xfrm>
                <a:off x="3933360" y="3687010"/>
                <a:ext cx="404983" cy="338554"/>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84EF7840-335F-6624-D02E-493FBE770AD6}"/>
                  </a:ext>
                </a:extLst>
              </p:cNvPr>
              <p:cNvSpPr txBox="1"/>
              <p:nvPr/>
            </p:nvSpPr>
            <p:spPr>
              <a:xfrm>
                <a:off x="3307688" y="3687010"/>
                <a:ext cx="40498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3</m:t>
                          </m:r>
                        </m:sub>
                      </m:sSub>
                    </m:oMath>
                  </m:oMathPara>
                </a14:m>
                <a:endParaRPr lang="en-US" altLang="zh-CN" dirty="0"/>
              </a:p>
            </p:txBody>
          </p:sp>
        </mc:Choice>
        <mc:Fallback xmlns="">
          <p:sp>
            <p:nvSpPr>
              <p:cNvPr id="30" name="TextBox 29">
                <a:extLst>
                  <a:ext uri="{FF2B5EF4-FFF2-40B4-BE49-F238E27FC236}">
                    <a16:creationId xmlns:a16="http://schemas.microsoft.com/office/drawing/2014/main" id="{84EF7840-335F-6624-D02E-493FBE770AD6}"/>
                  </a:ext>
                </a:extLst>
              </p:cNvPr>
              <p:cNvSpPr txBox="1">
                <a:spLocks noRot="1" noChangeAspect="1" noMove="1" noResize="1" noEditPoints="1" noAdjustHandles="1" noChangeArrowheads="1" noChangeShapeType="1" noTextEdit="1"/>
              </p:cNvSpPr>
              <p:nvPr/>
            </p:nvSpPr>
            <p:spPr>
              <a:xfrm>
                <a:off x="3307688" y="3687010"/>
                <a:ext cx="404983" cy="338554"/>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92DE2552-D6B2-D147-A347-C5C29C20C5A4}"/>
                  </a:ext>
                </a:extLst>
              </p:cNvPr>
              <p:cNvSpPr txBox="1"/>
              <p:nvPr/>
            </p:nvSpPr>
            <p:spPr>
              <a:xfrm>
                <a:off x="2670988" y="3687010"/>
                <a:ext cx="416011"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4</m:t>
                          </m:r>
                        </m:sub>
                      </m:sSub>
                    </m:oMath>
                  </m:oMathPara>
                </a14:m>
                <a:endParaRPr lang="en-US" altLang="zh-CN" dirty="0"/>
              </a:p>
            </p:txBody>
          </p:sp>
        </mc:Choice>
        <mc:Fallback xmlns="">
          <p:sp>
            <p:nvSpPr>
              <p:cNvPr id="31" name="TextBox 30">
                <a:extLst>
                  <a:ext uri="{FF2B5EF4-FFF2-40B4-BE49-F238E27FC236}">
                    <a16:creationId xmlns:a16="http://schemas.microsoft.com/office/drawing/2014/main" id="{92DE2552-D6B2-D147-A347-C5C29C20C5A4}"/>
                  </a:ext>
                </a:extLst>
              </p:cNvPr>
              <p:cNvSpPr txBox="1">
                <a:spLocks noRot="1" noChangeAspect="1" noMove="1" noResize="1" noEditPoints="1" noAdjustHandles="1" noChangeArrowheads="1" noChangeShapeType="1" noTextEdit="1"/>
              </p:cNvSpPr>
              <p:nvPr/>
            </p:nvSpPr>
            <p:spPr>
              <a:xfrm>
                <a:off x="2670988" y="3687010"/>
                <a:ext cx="416011" cy="338554"/>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41BBB26D-D86E-A646-C0A9-1B09A918270B}"/>
                  </a:ext>
                </a:extLst>
              </p:cNvPr>
              <p:cNvSpPr txBox="1"/>
              <p:nvPr/>
            </p:nvSpPr>
            <p:spPr>
              <a:xfrm>
                <a:off x="2045316" y="3687010"/>
                <a:ext cx="40498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5</m:t>
                          </m:r>
                        </m:sub>
                      </m:sSub>
                    </m:oMath>
                  </m:oMathPara>
                </a14:m>
                <a:endParaRPr lang="en-US" altLang="zh-CN" dirty="0"/>
              </a:p>
            </p:txBody>
          </p:sp>
        </mc:Choice>
        <mc:Fallback xmlns="">
          <p:sp>
            <p:nvSpPr>
              <p:cNvPr id="33" name="TextBox 32">
                <a:extLst>
                  <a:ext uri="{FF2B5EF4-FFF2-40B4-BE49-F238E27FC236}">
                    <a16:creationId xmlns:a16="http://schemas.microsoft.com/office/drawing/2014/main" id="{41BBB26D-D86E-A646-C0A9-1B09A918270B}"/>
                  </a:ext>
                </a:extLst>
              </p:cNvPr>
              <p:cNvSpPr txBox="1">
                <a:spLocks noRot="1" noChangeAspect="1" noMove="1" noResize="1" noEditPoints="1" noAdjustHandles="1" noChangeArrowheads="1" noChangeShapeType="1" noTextEdit="1"/>
              </p:cNvSpPr>
              <p:nvPr/>
            </p:nvSpPr>
            <p:spPr>
              <a:xfrm>
                <a:off x="2045316" y="3687010"/>
                <a:ext cx="404983" cy="338554"/>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222337AF-6E8D-7480-1B5F-633F571961E1}"/>
                  </a:ext>
                </a:extLst>
              </p:cNvPr>
              <p:cNvSpPr txBox="1"/>
              <p:nvPr/>
            </p:nvSpPr>
            <p:spPr>
              <a:xfrm>
                <a:off x="1419644" y="3687010"/>
                <a:ext cx="40498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6</m:t>
                          </m:r>
                        </m:sub>
                      </m:sSub>
                    </m:oMath>
                  </m:oMathPara>
                </a14:m>
                <a:endParaRPr lang="en-US" altLang="zh-CN" dirty="0"/>
              </a:p>
            </p:txBody>
          </p:sp>
        </mc:Choice>
        <mc:Fallback xmlns="">
          <p:sp>
            <p:nvSpPr>
              <p:cNvPr id="34" name="TextBox 33">
                <a:extLst>
                  <a:ext uri="{FF2B5EF4-FFF2-40B4-BE49-F238E27FC236}">
                    <a16:creationId xmlns:a16="http://schemas.microsoft.com/office/drawing/2014/main" id="{222337AF-6E8D-7480-1B5F-633F571961E1}"/>
                  </a:ext>
                </a:extLst>
              </p:cNvPr>
              <p:cNvSpPr txBox="1">
                <a:spLocks noRot="1" noChangeAspect="1" noMove="1" noResize="1" noEditPoints="1" noAdjustHandles="1" noChangeArrowheads="1" noChangeShapeType="1" noTextEdit="1"/>
              </p:cNvSpPr>
              <p:nvPr/>
            </p:nvSpPr>
            <p:spPr>
              <a:xfrm>
                <a:off x="1419644" y="3687010"/>
                <a:ext cx="404983" cy="338554"/>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97CB420E-4BE5-897D-4376-E1C358DCFA2A}"/>
                  </a:ext>
                </a:extLst>
              </p:cNvPr>
              <p:cNvSpPr txBox="1"/>
              <p:nvPr/>
            </p:nvSpPr>
            <p:spPr>
              <a:xfrm>
                <a:off x="793972" y="3687010"/>
                <a:ext cx="40498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7</m:t>
                          </m:r>
                        </m:sub>
                      </m:sSub>
                    </m:oMath>
                  </m:oMathPara>
                </a14:m>
                <a:endParaRPr lang="en-US" altLang="zh-CN" dirty="0"/>
              </a:p>
            </p:txBody>
          </p:sp>
        </mc:Choice>
        <mc:Fallback xmlns="">
          <p:sp>
            <p:nvSpPr>
              <p:cNvPr id="35" name="TextBox 34">
                <a:extLst>
                  <a:ext uri="{FF2B5EF4-FFF2-40B4-BE49-F238E27FC236}">
                    <a16:creationId xmlns:a16="http://schemas.microsoft.com/office/drawing/2014/main" id="{97CB420E-4BE5-897D-4376-E1C358DCFA2A}"/>
                  </a:ext>
                </a:extLst>
              </p:cNvPr>
              <p:cNvSpPr txBox="1">
                <a:spLocks noRot="1" noChangeAspect="1" noMove="1" noResize="1" noEditPoints="1" noAdjustHandles="1" noChangeArrowheads="1" noChangeShapeType="1" noTextEdit="1"/>
              </p:cNvSpPr>
              <p:nvPr/>
            </p:nvSpPr>
            <p:spPr>
              <a:xfrm>
                <a:off x="793972" y="3687010"/>
                <a:ext cx="404983" cy="338554"/>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F3ABB1AC-35DA-E053-0296-DC8272DDAB14}"/>
                  </a:ext>
                </a:extLst>
              </p:cNvPr>
              <p:cNvSpPr txBox="1"/>
              <p:nvPr/>
            </p:nvSpPr>
            <p:spPr>
              <a:xfrm>
                <a:off x="179875" y="3687010"/>
                <a:ext cx="40498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8</m:t>
                          </m:r>
                        </m:sub>
                      </m:sSub>
                    </m:oMath>
                  </m:oMathPara>
                </a14:m>
                <a:endParaRPr lang="en-US" altLang="zh-CN" dirty="0"/>
              </a:p>
            </p:txBody>
          </p:sp>
        </mc:Choice>
        <mc:Fallback xmlns="">
          <p:sp>
            <p:nvSpPr>
              <p:cNvPr id="36" name="TextBox 35">
                <a:extLst>
                  <a:ext uri="{FF2B5EF4-FFF2-40B4-BE49-F238E27FC236}">
                    <a16:creationId xmlns:a16="http://schemas.microsoft.com/office/drawing/2014/main" id="{F3ABB1AC-35DA-E053-0296-DC8272DDAB14}"/>
                  </a:ext>
                </a:extLst>
              </p:cNvPr>
              <p:cNvSpPr txBox="1">
                <a:spLocks noRot="1" noChangeAspect="1" noMove="1" noResize="1" noEditPoints="1" noAdjustHandles="1" noChangeArrowheads="1" noChangeShapeType="1" noTextEdit="1"/>
              </p:cNvSpPr>
              <p:nvPr/>
            </p:nvSpPr>
            <p:spPr>
              <a:xfrm>
                <a:off x="179875" y="3687010"/>
                <a:ext cx="404983" cy="338554"/>
              </a:xfrm>
              <a:prstGeom prst="rect">
                <a:avLst/>
              </a:prstGeom>
              <a:blipFill>
                <a:blip r:embed="rId18"/>
                <a:stretch>
                  <a:fillRect/>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F8B44ACF-98DE-CCBE-D97B-D0C945BFE86C}"/>
              </a:ext>
            </a:extLst>
          </p:cNvPr>
          <p:cNvGrpSpPr/>
          <p:nvPr/>
        </p:nvGrpSpPr>
        <p:grpSpPr>
          <a:xfrm>
            <a:off x="3345461" y="1865331"/>
            <a:ext cx="396781" cy="1740706"/>
            <a:chOff x="5428256" y="1880159"/>
            <a:chExt cx="396781" cy="1740706"/>
          </a:xfrm>
        </p:grpSpPr>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5E2B228-308D-9301-046F-AA68AF078926}"/>
                    </a:ext>
                  </a:extLst>
                </p:cNvPr>
                <p:cNvSpPr txBox="1"/>
                <p:nvPr/>
              </p:nvSpPr>
              <p:spPr>
                <a:xfrm>
                  <a:off x="5488633" y="2310268"/>
                  <a:ext cx="241092" cy="4494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𝑥</m:t>
                            </m:r>
                          </m:e>
                          <m:sub>
                            <m:r>
                              <a:rPr lang="en-US" sz="1100" b="0" i="1" smtClean="0">
                                <a:latin typeface="Cambria Math" panose="02040503050406030204" pitchFamily="18" charset="0"/>
                              </a:rPr>
                              <m:t>𝑡</m:t>
                            </m:r>
                            <m:r>
                              <a:rPr lang="en-US" sz="1100" b="0" i="1" smtClean="0">
                                <a:latin typeface="Cambria Math" panose="02040503050406030204" pitchFamily="18" charset="0"/>
                              </a:rPr>
                              <m:t>3</m:t>
                            </m:r>
                          </m:sub>
                          <m:sup>
                            <m:r>
                              <a:rPr lang="en-US" sz="1100" b="0" i="1" smtClean="0">
                                <a:latin typeface="Cambria Math" panose="02040503050406030204" pitchFamily="18" charset="0"/>
                              </a:rPr>
                              <m:t>2</m:t>
                            </m:r>
                          </m:sup>
                        </m:sSubSup>
                      </m:oMath>
                    </m:oMathPara>
                  </a14:m>
                  <a:endParaRPr lang="en-US" sz="1100" b="0" dirty="0"/>
                </a:p>
                <a:p>
                  <a:endParaRPr lang="en-US" dirty="0"/>
                </a:p>
              </p:txBody>
            </p:sp>
          </mc:Choice>
          <mc:Fallback xmlns="">
            <p:sp>
              <p:nvSpPr>
                <p:cNvPr id="12" name="TextBox 11">
                  <a:extLst>
                    <a:ext uri="{FF2B5EF4-FFF2-40B4-BE49-F238E27FC236}">
                      <a16:creationId xmlns:a16="http://schemas.microsoft.com/office/drawing/2014/main" id="{25E2B228-308D-9301-046F-AA68AF078926}"/>
                    </a:ext>
                  </a:extLst>
                </p:cNvPr>
                <p:cNvSpPr txBox="1">
                  <a:spLocks noRot="1" noChangeAspect="1" noMove="1" noResize="1" noEditPoints="1" noAdjustHandles="1" noChangeArrowheads="1" noChangeShapeType="1" noTextEdit="1"/>
                </p:cNvSpPr>
                <p:nvPr/>
              </p:nvSpPr>
              <p:spPr>
                <a:xfrm>
                  <a:off x="5488633" y="2310268"/>
                  <a:ext cx="241092" cy="449482"/>
                </a:xfrm>
                <a:prstGeom prst="rect">
                  <a:avLst/>
                </a:prstGeom>
                <a:blipFill>
                  <a:blip r:embed="rId19"/>
                  <a:stretch>
                    <a:fillRect l="-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02F6AF7C-CA35-1D7F-27E9-5605EFEFC185}"/>
                    </a:ext>
                  </a:extLst>
                </p:cNvPr>
                <p:cNvSpPr txBox="1"/>
                <p:nvPr/>
              </p:nvSpPr>
              <p:spPr>
                <a:xfrm>
                  <a:off x="5488633" y="1880159"/>
                  <a:ext cx="241092" cy="4490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𝑥</m:t>
                            </m:r>
                          </m:e>
                          <m:sub>
                            <m:r>
                              <a:rPr lang="en-US" sz="1100" b="0" i="1" smtClean="0">
                                <a:latin typeface="Cambria Math" panose="02040503050406030204" pitchFamily="18" charset="0"/>
                              </a:rPr>
                              <m:t>𝑡</m:t>
                            </m:r>
                            <m:r>
                              <a:rPr lang="en-US" sz="1100" b="0" i="1" smtClean="0">
                                <a:latin typeface="Cambria Math" panose="02040503050406030204" pitchFamily="18" charset="0"/>
                              </a:rPr>
                              <m:t>3</m:t>
                            </m:r>
                          </m:sub>
                          <m:sup>
                            <m:r>
                              <a:rPr lang="en-US" sz="1100" b="0" i="1" smtClean="0">
                                <a:latin typeface="Cambria Math" panose="02040503050406030204" pitchFamily="18" charset="0"/>
                              </a:rPr>
                              <m:t>1</m:t>
                            </m:r>
                          </m:sup>
                        </m:sSubSup>
                      </m:oMath>
                    </m:oMathPara>
                  </a14:m>
                  <a:endParaRPr lang="en-US" sz="1100" b="0" dirty="0"/>
                </a:p>
                <a:p>
                  <a:endParaRPr lang="en-US" dirty="0"/>
                </a:p>
              </p:txBody>
            </p:sp>
          </mc:Choice>
          <mc:Fallback xmlns="">
            <p:sp>
              <p:nvSpPr>
                <p:cNvPr id="38" name="TextBox 37">
                  <a:extLst>
                    <a:ext uri="{FF2B5EF4-FFF2-40B4-BE49-F238E27FC236}">
                      <a16:creationId xmlns:a16="http://schemas.microsoft.com/office/drawing/2014/main" id="{02F6AF7C-CA35-1D7F-27E9-5605EFEFC185}"/>
                    </a:ext>
                  </a:extLst>
                </p:cNvPr>
                <p:cNvSpPr txBox="1">
                  <a:spLocks noRot="1" noChangeAspect="1" noMove="1" noResize="1" noEditPoints="1" noAdjustHandles="1" noChangeArrowheads="1" noChangeShapeType="1" noTextEdit="1"/>
                </p:cNvSpPr>
                <p:nvPr/>
              </p:nvSpPr>
              <p:spPr>
                <a:xfrm>
                  <a:off x="5488633" y="1880159"/>
                  <a:ext cx="241092" cy="449097"/>
                </a:xfrm>
                <a:prstGeom prst="rect">
                  <a:avLst/>
                </a:prstGeom>
                <a:blipFill>
                  <a:blip r:embed="rId20"/>
                  <a:stretch>
                    <a:fillRect l="-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A95EB9C5-C8F8-AD32-8F9A-17E24865B41D}"/>
                    </a:ext>
                  </a:extLst>
                </p:cNvPr>
                <p:cNvSpPr txBox="1"/>
                <p:nvPr/>
              </p:nvSpPr>
              <p:spPr>
                <a:xfrm>
                  <a:off x="5477135" y="2740761"/>
                  <a:ext cx="238655" cy="4503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𝑥</m:t>
                            </m:r>
                          </m:e>
                          <m:sub>
                            <m:r>
                              <a:rPr lang="en-US" sz="1100" b="0" i="1" smtClean="0">
                                <a:latin typeface="Cambria Math" panose="02040503050406030204" pitchFamily="18" charset="0"/>
                              </a:rPr>
                              <m:t>𝑡</m:t>
                            </m:r>
                            <m:r>
                              <a:rPr lang="en-US" sz="1100" b="0" i="1" smtClean="0">
                                <a:latin typeface="Cambria Math" panose="02040503050406030204" pitchFamily="18" charset="0"/>
                              </a:rPr>
                              <m:t>3</m:t>
                            </m:r>
                          </m:sub>
                          <m:sup>
                            <m:r>
                              <a:rPr lang="en-US" sz="1100" b="0" i="1" smtClean="0">
                                <a:latin typeface="Cambria Math" panose="02040503050406030204" pitchFamily="18" charset="0"/>
                              </a:rPr>
                              <m:t>3</m:t>
                            </m:r>
                          </m:sup>
                        </m:sSubSup>
                      </m:oMath>
                    </m:oMathPara>
                  </a14:m>
                  <a:endParaRPr lang="en-US" sz="1100" b="0" dirty="0"/>
                </a:p>
                <a:p>
                  <a:endParaRPr lang="en-US" dirty="0"/>
                </a:p>
              </p:txBody>
            </p:sp>
          </mc:Choice>
          <mc:Fallback xmlns="">
            <p:sp>
              <p:nvSpPr>
                <p:cNvPr id="39" name="TextBox 38">
                  <a:extLst>
                    <a:ext uri="{FF2B5EF4-FFF2-40B4-BE49-F238E27FC236}">
                      <a16:creationId xmlns:a16="http://schemas.microsoft.com/office/drawing/2014/main" id="{A95EB9C5-C8F8-AD32-8F9A-17E24865B41D}"/>
                    </a:ext>
                  </a:extLst>
                </p:cNvPr>
                <p:cNvSpPr txBox="1">
                  <a:spLocks noRot="1" noChangeAspect="1" noMove="1" noResize="1" noEditPoints="1" noAdjustHandles="1" noChangeArrowheads="1" noChangeShapeType="1" noTextEdit="1"/>
                </p:cNvSpPr>
                <p:nvPr/>
              </p:nvSpPr>
              <p:spPr>
                <a:xfrm>
                  <a:off x="5477135" y="2740761"/>
                  <a:ext cx="238655" cy="450316"/>
                </a:xfrm>
                <a:prstGeom prst="rect">
                  <a:avLst/>
                </a:prstGeom>
                <a:blipFill>
                  <a:blip r:embed="rId21"/>
                  <a:stretch>
                    <a:fillRect l="-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6B9EB78F-C862-604B-EEA3-1C78ABA40F95}"/>
                    </a:ext>
                  </a:extLst>
                </p:cNvPr>
                <p:cNvSpPr txBox="1"/>
                <p:nvPr/>
              </p:nvSpPr>
              <p:spPr>
                <a:xfrm>
                  <a:off x="5480063" y="3172088"/>
                  <a:ext cx="238655" cy="448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𝑥</m:t>
                            </m:r>
                          </m:e>
                          <m:sub>
                            <m:r>
                              <a:rPr lang="en-US" sz="1100" b="0" i="1" smtClean="0">
                                <a:latin typeface="Cambria Math" panose="02040503050406030204" pitchFamily="18" charset="0"/>
                              </a:rPr>
                              <m:t>𝑡</m:t>
                            </m:r>
                            <m:r>
                              <a:rPr lang="en-US" sz="1100" b="0" i="1" smtClean="0">
                                <a:latin typeface="Cambria Math" panose="02040503050406030204" pitchFamily="18" charset="0"/>
                              </a:rPr>
                              <m:t>3</m:t>
                            </m:r>
                          </m:sub>
                          <m:sup>
                            <m:r>
                              <a:rPr lang="en-US" sz="1100" b="0" i="1" smtClean="0">
                                <a:latin typeface="Cambria Math" panose="02040503050406030204" pitchFamily="18" charset="0"/>
                              </a:rPr>
                              <m:t>4</m:t>
                            </m:r>
                          </m:sup>
                        </m:sSubSup>
                      </m:oMath>
                    </m:oMathPara>
                  </a14:m>
                  <a:endParaRPr lang="en-US" sz="1100" b="0" dirty="0"/>
                </a:p>
                <a:p>
                  <a:endParaRPr lang="en-US" dirty="0"/>
                </a:p>
              </p:txBody>
            </p:sp>
          </mc:Choice>
          <mc:Fallback xmlns="">
            <p:sp>
              <p:nvSpPr>
                <p:cNvPr id="40" name="TextBox 39">
                  <a:extLst>
                    <a:ext uri="{FF2B5EF4-FFF2-40B4-BE49-F238E27FC236}">
                      <a16:creationId xmlns:a16="http://schemas.microsoft.com/office/drawing/2014/main" id="{6B9EB78F-C862-604B-EEA3-1C78ABA40F95}"/>
                    </a:ext>
                  </a:extLst>
                </p:cNvPr>
                <p:cNvSpPr txBox="1">
                  <a:spLocks noRot="1" noChangeAspect="1" noMove="1" noResize="1" noEditPoints="1" noAdjustHandles="1" noChangeArrowheads="1" noChangeShapeType="1" noTextEdit="1"/>
                </p:cNvSpPr>
                <p:nvPr/>
              </p:nvSpPr>
              <p:spPr>
                <a:xfrm>
                  <a:off x="5480063" y="3172088"/>
                  <a:ext cx="238655" cy="448777"/>
                </a:xfrm>
                <a:prstGeom prst="rect">
                  <a:avLst/>
                </a:prstGeom>
                <a:blipFill>
                  <a:blip r:embed="rId22"/>
                  <a:stretch>
                    <a:fillRect l="-5000" r="-5000"/>
                  </a:stretch>
                </a:blipFill>
              </p:spPr>
              <p:txBody>
                <a:bodyPr/>
                <a:lstStyle/>
                <a:p>
                  <a:r>
                    <a:rPr lang="en-US">
                      <a:noFill/>
                    </a:rPr>
                    <a:t> </a:t>
                  </a:r>
                </a:p>
              </p:txBody>
            </p:sp>
          </mc:Fallback>
        </mc:AlternateContent>
        <p:sp>
          <p:nvSpPr>
            <p:cNvPr id="42" name="Left Bracket 41">
              <a:extLst>
                <a:ext uri="{FF2B5EF4-FFF2-40B4-BE49-F238E27FC236}">
                  <a16:creationId xmlns:a16="http://schemas.microsoft.com/office/drawing/2014/main" id="{FDFF9D91-76DC-A67F-E95E-886D24C7F6C0}"/>
                </a:ext>
              </a:extLst>
            </p:cNvPr>
            <p:cNvSpPr/>
            <p:nvPr/>
          </p:nvSpPr>
          <p:spPr>
            <a:xfrm>
              <a:off x="5428256" y="1994015"/>
              <a:ext cx="51707" cy="1300274"/>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3" name="Left Bracket 42">
              <a:extLst>
                <a:ext uri="{FF2B5EF4-FFF2-40B4-BE49-F238E27FC236}">
                  <a16:creationId xmlns:a16="http://schemas.microsoft.com/office/drawing/2014/main" id="{7D2A3309-989A-2DD5-DE5C-CCE19A34BD4F}"/>
                </a:ext>
              </a:extLst>
            </p:cNvPr>
            <p:cNvSpPr/>
            <p:nvPr/>
          </p:nvSpPr>
          <p:spPr>
            <a:xfrm rot="10800000">
              <a:off x="5773330" y="1988146"/>
              <a:ext cx="51707" cy="1300274"/>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51" name="Group 50">
            <a:extLst>
              <a:ext uri="{FF2B5EF4-FFF2-40B4-BE49-F238E27FC236}">
                <a16:creationId xmlns:a16="http://schemas.microsoft.com/office/drawing/2014/main" id="{167F13B7-ECBC-6A18-F295-463972B00E26}"/>
              </a:ext>
            </a:extLst>
          </p:cNvPr>
          <p:cNvGrpSpPr/>
          <p:nvPr/>
        </p:nvGrpSpPr>
        <p:grpSpPr>
          <a:xfrm>
            <a:off x="6296974" y="2089912"/>
            <a:ext cx="381797" cy="1738654"/>
            <a:chOff x="2027653" y="4269689"/>
            <a:chExt cx="381797" cy="1738654"/>
          </a:xfrm>
        </p:grpSpPr>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B9704428-9AB1-C0C5-5042-4AFEC0A588C4}"/>
                    </a:ext>
                  </a:extLst>
                </p:cNvPr>
                <p:cNvSpPr txBox="1"/>
                <p:nvPr/>
              </p:nvSpPr>
              <p:spPr>
                <a:xfrm>
                  <a:off x="2071130" y="4699798"/>
                  <a:ext cx="253403" cy="44743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sz="1100" b="0" i="1" smtClean="0">
                                <a:latin typeface="Cambria Math" panose="02040503050406030204" pitchFamily="18" charset="0"/>
                              </a:rPr>
                              <m:t>2</m:t>
                            </m:r>
                          </m:sub>
                          <m:sup>
                            <m:r>
                              <a:rPr lang="en-US" sz="1100" b="0" i="1" smtClean="0">
                                <a:latin typeface="Cambria Math" panose="02040503050406030204" pitchFamily="18" charset="0"/>
                              </a:rPr>
                              <m:t>2</m:t>
                            </m:r>
                          </m:sup>
                        </m:sSubSup>
                      </m:oMath>
                    </m:oMathPara>
                  </a14:m>
                  <a:endParaRPr lang="en-US" sz="1100" b="0" dirty="0"/>
                </a:p>
                <a:p>
                  <a:endParaRPr lang="en-US" dirty="0"/>
                </a:p>
              </p:txBody>
            </p:sp>
          </mc:Choice>
          <mc:Fallback xmlns="">
            <p:sp>
              <p:nvSpPr>
                <p:cNvPr id="52" name="TextBox 51">
                  <a:extLst>
                    <a:ext uri="{FF2B5EF4-FFF2-40B4-BE49-F238E27FC236}">
                      <a16:creationId xmlns:a16="http://schemas.microsoft.com/office/drawing/2014/main" id="{B9704428-9AB1-C0C5-5042-4AFEC0A588C4}"/>
                    </a:ext>
                  </a:extLst>
                </p:cNvPr>
                <p:cNvSpPr txBox="1">
                  <a:spLocks noRot="1" noChangeAspect="1" noMove="1" noResize="1" noEditPoints="1" noAdjustHandles="1" noChangeArrowheads="1" noChangeShapeType="1" noTextEdit="1"/>
                </p:cNvSpPr>
                <p:nvPr/>
              </p:nvSpPr>
              <p:spPr>
                <a:xfrm>
                  <a:off x="2071130" y="4699798"/>
                  <a:ext cx="253403" cy="447430"/>
                </a:xfrm>
                <a:prstGeom prst="rect">
                  <a:avLst/>
                </a:prstGeom>
                <a:blipFill>
                  <a:blip r:embed="rId23"/>
                  <a:stretch>
                    <a:fillRect l="-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EE4CFDE-0DFC-E1BB-4206-9538ADD39BC6}"/>
                    </a:ext>
                  </a:extLst>
                </p:cNvPr>
                <p:cNvSpPr txBox="1"/>
                <p:nvPr/>
              </p:nvSpPr>
              <p:spPr>
                <a:xfrm>
                  <a:off x="2071932" y="4269689"/>
                  <a:ext cx="244939" cy="4490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sz="1100" b="0" i="1" smtClean="0">
                                <a:latin typeface="Cambria Math" panose="02040503050406030204" pitchFamily="18" charset="0"/>
                              </a:rPr>
                              <m:t>2</m:t>
                            </m:r>
                          </m:sub>
                          <m:sup>
                            <m:r>
                              <a:rPr lang="en-US" sz="1100" b="0" i="1" smtClean="0">
                                <a:latin typeface="Cambria Math" panose="02040503050406030204" pitchFamily="18" charset="0"/>
                              </a:rPr>
                              <m:t>1</m:t>
                            </m:r>
                          </m:sup>
                        </m:sSubSup>
                      </m:oMath>
                    </m:oMathPara>
                  </a14:m>
                  <a:endParaRPr lang="en-US" sz="1100" b="0" dirty="0"/>
                </a:p>
                <a:p>
                  <a:endParaRPr lang="en-US" dirty="0"/>
                </a:p>
              </p:txBody>
            </p:sp>
          </mc:Choice>
          <mc:Fallback xmlns="">
            <p:sp>
              <p:nvSpPr>
                <p:cNvPr id="53" name="TextBox 52">
                  <a:extLst>
                    <a:ext uri="{FF2B5EF4-FFF2-40B4-BE49-F238E27FC236}">
                      <a16:creationId xmlns:a16="http://schemas.microsoft.com/office/drawing/2014/main" id="{7EE4CFDE-0DFC-E1BB-4206-9538ADD39BC6}"/>
                    </a:ext>
                  </a:extLst>
                </p:cNvPr>
                <p:cNvSpPr txBox="1">
                  <a:spLocks noRot="1" noChangeAspect="1" noMove="1" noResize="1" noEditPoints="1" noAdjustHandles="1" noChangeArrowheads="1" noChangeShapeType="1" noTextEdit="1"/>
                </p:cNvSpPr>
                <p:nvPr/>
              </p:nvSpPr>
              <p:spPr>
                <a:xfrm>
                  <a:off x="2071932" y="4269689"/>
                  <a:ext cx="244939" cy="449097"/>
                </a:xfrm>
                <a:prstGeom prst="rect">
                  <a:avLst/>
                </a:prstGeom>
                <a:blipFill>
                  <a:blip r:embed="rId24"/>
                  <a:stretch>
                    <a:fillRect l="-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F2AD8CB8-946B-7A54-5FF3-4E5024189262}"/>
                    </a:ext>
                  </a:extLst>
                </p:cNvPr>
                <p:cNvSpPr txBox="1"/>
                <p:nvPr/>
              </p:nvSpPr>
              <p:spPr>
                <a:xfrm>
                  <a:off x="2081935" y="5130291"/>
                  <a:ext cx="252570" cy="4482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sz="1100" b="0" i="1" smtClean="0">
                                <a:latin typeface="Cambria Math" panose="02040503050406030204" pitchFamily="18" charset="0"/>
                              </a:rPr>
                              <m:t>2</m:t>
                            </m:r>
                          </m:sub>
                          <m:sup>
                            <m:r>
                              <a:rPr lang="en-US" sz="1100" b="0" i="1" smtClean="0">
                                <a:latin typeface="Cambria Math" panose="02040503050406030204" pitchFamily="18" charset="0"/>
                              </a:rPr>
                              <m:t>3</m:t>
                            </m:r>
                          </m:sup>
                        </m:sSubSup>
                      </m:oMath>
                    </m:oMathPara>
                  </a14:m>
                  <a:endParaRPr lang="en-US" sz="1100" b="0" dirty="0"/>
                </a:p>
                <a:p>
                  <a:endParaRPr lang="en-US" dirty="0"/>
                </a:p>
              </p:txBody>
            </p:sp>
          </mc:Choice>
          <mc:Fallback xmlns="">
            <p:sp>
              <p:nvSpPr>
                <p:cNvPr id="54" name="TextBox 53">
                  <a:extLst>
                    <a:ext uri="{FF2B5EF4-FFF2-40B4-BE49-F238E27FC236}">
                      <a16:creationId xmlns:a16="http://schemas.microsoft.com/office/drawing/2014/main" id="{F2AD8CB8-946B-7A54-5FF3-4E5024189262}"/>
                    </a:ext>
                  </a:extLst>
                </p:cNvPr>
                <p:cNvSpPr txBox="1">
                  <a:spLocks noRot="1" noChangeAspect="1" noMove="1" noResize="1" noEditPoints="1" noAdjustHandles="1" noChangeArrowheads="1" noChangeShapeType="1" noTextEdit="1"/>
                </p:cNvSpPr>
                <p:nvPr/>
              </p:nvSpPr>
              <p:spPr>
                <a:xfrm>
                  <a:off x="2081935" y="5130291"/>
                  <a:ext cx="252570" cy="448200"/>
                </a:xfrm>
                <a:prstGeom prst="rect">
                  <a:avLst/>
                </a:prstGeom>
                <a:blipFill>
                  <a:blip r:embed="rId25"/>
                  <a:stretch>
                    <a:fillRect l="-10000" r="-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00755D58-3BC4-67C8-8A20-0D7E82A3BB2F}"/>
                    </a:ext>
                  </a:extLst>
                </p:cNvPr>
                <p:cNvSpPr txBox="1"/>
                <p:nvPr/>
              </p:nvSpPr>
              <p:spPr>
                <a:xfrm>
                  <a:off x="2071547" y="5561618"/>
                  <a:ext cx="252570" cy="44672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sz="1100" b="0" i="1" smtClean="0">
                                <a:latin typeface="Cambria Math" panose="02040503050406030204" pitchFamily="18" charset="0"/>
                              </a:rPr>
                              <m:t>2</m:t>
                            </m:r>
                          </m:sub>
                          <m:sup>
                            <m:r>
                              <a:rPr lang="en-US" sz="1100" b="0" i="1" smtClean="0">
                                <a:latin typeface="Cambria Math" panose="02040503050406030204" pitchFamily="18" charset="0"/>
                              </a:rPr>
                              <m:t>4</m:t>
                            </m:r>
                          </m:sup>
                        </m:sSubSup>
                      </m:oMath>
                    </m:oMathPara>
                  </a14:m>
                  <a:endParaRPr lang="en-US" sz="1100" b="0" dirty="0"/>
                </a:p>
                <a:p>
                  <a:endParaRPr lang="en-US" dirty="0"/>
                </a:p>
              </p:txBody>
            </p:sp>
          </mc:Choice>
          <mc:Fallback xmlns="">
            <p:sp>
              <p:nvSpPr>
                <p:cNvPr id="55" name="TextBox 54">
                  <a:extLst>
                    <a:ext uri="{FF2B5EF4-FFF2-40B4-BE49-F238E27FC236}">
                      <a16:creationId xmlns:a16="http://schemas.microsoft.com/office/drawing/2014/main" id="{00755D58-3BC4-67C8-8A20-0D7E82A3BB2F}"/>
                    </a:ext>
                  </a:extLst>
                </p:cNvPr>
                <p:cNvSpPr txBox="1">
                  <a:spLocks noRot="1" noChangeAspect="1" noMove="1" noResize="1" noEditPoints="1" noAdjustHandles="1" noChangeArrowheads="1" noChangeShapeType="1" noTextEdit="1"/>
                </p:cNvSpPr>
                <p:nvPr/>
              </p:nvSpPr>
              <p:spPr>
                <a:xfrm>
                  <a:off x="2071547" y="5561618"/>
                  <a:ext cx="252570" cy="446725"/>
                </a:xfrm>
                <a:prstGeom prst="rect">
                  <a:avLst/>
                </a:prstGeom>
                <a:blipFill>
                  <a:blip r:embed="rId26"/>
                  <a:stretch>
                    <a:fillRect l="-9524"/>
                  </a:stretch>
                </a:blipFill>
              </p:spPr>
              <p:txBody>
                <a:bodyPr/>
                <a:lstStyle/>
                <a:p>
                  <a:r>
                    <a:rPr lang="en-US">
                      <a:noFill/>
                    </a:rPr>
                    <a:t> </a:t>
                  </a:r>
                </a:p>
              </p:txBody>
            </p:sp>
          </mc:Fallback>
        </mc:AlternateContent>
        <p:sp>
          <p:nvSpPr>
            <p:cNvPr id="56" name="Left Bracket 55">
              <a:extLst>
                <a:ext uri="{FF2B5EF4-FFF2-40B4-BE49-F238E27FC236}">
                  <a16:creationId xmlns:a16="http://schemas.microsoft.com/office/drawing/2014/main" id="{B9097581-7D52-C375-9857-FDF0FD6C34AB}"/>
                </a:ext>
              </a:extLst>
            </p:cNvPr>
            <p:cNvSpPr/>
            <p:nvPr/>
          </p:nvSpPr>
          <p:spPr>
            <a:xfrm rot="10800000">
              <a:off x="2357743" y="4383545"/>
              <a:ext cx="51707" cy="1300274"/>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7" name="Left Bracket 56">
              <a:extLst>
                <a:ext uri="{FF2B5EF4-FFF2-40B4-BE49-F238E27FC236}">
                  <a16:creationId xmlns:a16="http://schemas.microsoft.com/office/drawing/2014/main" id="{365E1713-DE85-3CAE-FD9C-9CF6F0DCF39C}"/>
                </a:ext>
              </a:extLst>
            </p:cNvPr>
            <p:cNvSpPr/>
            <p:nvPr/>
          </p:nvSpPr>
          <p:spPr>
            <a:xfrm>
              <a:off x="2027653" y="4383545"/>
              <a:ext cx="51707" cy="1300274"/>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4098863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0.00976 0.02778 L 0.24154 0.39051 " pathEditMode="relative" rAng="0" ptsTypes="AA">
                                      <p:cBhvr>
                                        <p:cTn id="6" dur="500" fill="hold"/>
                                        <p:tgtEl>
                                          <p:spTgt spid="3"/>
                                        </p:tgtEl>
                                        <p:attrNameLst>
                                          <p:attrName>ppt_x</p:attrName>
                                          <p:attrName>ppt_y</p:attrName>
                                        </p:attrNameLst>
                                      </p:cBhvr>
                                      <p:rCtr x="11589" y="18125"/>
                                    </p:animMotion>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3" grpId="0" animBg="1"/>
      <p:bldP spid="11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16AA103E-A368-6C91-0ED5-820FD56EAEB7}"/>
                  </a:ext>
                </a:extLst>
              </p:cNvPr>
              <p:cNvSpPr>
                <a:spLocks noGrp="1"/>
              </p:cNvSpPr>
              <p:nvPr>
                <p:ph type="title"/>
              </p:nvPr>
            </p:nvSpPr>
            <p:spPr/>
            <p:txBody>
              <a:bodyPr/>
              <a:lstStyle/>
              <a:p>
                <a:r>
                  <a:rPr lang="en-US" dirty="0"/>
                  <a:t>Step 3:</a:t>
                </a:r>
                <a:r>
                  <a:rPr lang="zh-CN" altLang="en-US" dirty="0"/>
                  <a:t> </a:t>
                </a:r>
                <a:r>
                  <a:rPr lang="en-US" altLang="zh-CN" dirty="0"/>
                  <a:t>Update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h</m:t>
                        </m:r>
                      </m:e>
                      <m:sub>
                        <m:r>
                          <a:rPr lang="en-US" altLang="zh-CN" b="0" i="1" smtClean="0">
                            <a:latin typeface="Cambria Math" panose="02040503050406030204" pitchFamily="18" charset="0"/>
                          </a:rPr>
                          <m:t>𝑡</m:t>
                        </m:r>
                        <m:r>
                          <a:rPr lang="en-US" altLang="zh-CN" b="0" i="1" smtClean="0">
                            <a:latin typeface="Cambria Math" panose="02040503050406030204" pitchFamily="18" charset="0"/>
                          </a:rPr>
                          <m:t>2</m:t>
                        </m:r>
                      </m:sub>
                    </m:sSub>
                  </m:oMath>
                </a14:m>
                <a:r>
                  <a:rPr lang="en-US" b="1" dirty="0"/>
                  <a:t> to </a:t>
                </a:r>
                <a14:m>
                  <m:oMath xmlns:m="http://schemas.openxmlformats.org/officeDocument/2006/math">
                    <m:sSub>
                      <m:sSubPr>
                        <m:ctrlPr>
                          <a:rPr lang="en-US" altLang="zh-CN" b="0" i="1">
                            <a:latin typeface="Cambria Math" panose="02040503050406030204" pitchFamily="18" charset="0"/>
                          </a:rPr>
                        </m:ctrlPr>
                      </m:sSubPr>
                      <m:e>
                        <m:r>
                          <a:rPr lang="en-US" altLang="zh-CN" b="0" i="1">
                            <a:latin typeface="Cambria Math" panose="02040503050406030204" pitchFamily="18" charset="0"/>
                          </a:rPr>
                          <m:t>h</m:t>
                        </m:r>
                      </m:e>
                      <m:sub>
                        <m:r>
                          <a:rPr lang="en-US" altLang="zh-CN" b="0" i="1">
                            <a:latin typeface="Cambria Math" panose="02040503050406030204" pitchFamily="18" charset="0"/>
                          </a:rPr>
                          <m:t>𝑡</m:t>
                        </m:r>
                        <m:r>
                          <a:rPr lang="en-US" altLang="zh-CN" b="0" i="1" smtClean="0">
                            <a:latin typeface="Cambria Math" panose="02040503050406030204" pitchFamily="18" charset="0"/>
                          </a:rPr>
                          <m:t>3</m:t>
                        </m:r>
                      </m:sub>
                    </m:sSub>
                  </m:oMath>
                </a14:m>
                <a:r>
                  <a:rPr lang="en-US" dirty="0"/>
                  <a:t> </a:t>
                </a:r>
              </a:p>
            </p:txBody>
          </p:sp>
        </mc:Choice>
        <mc:Fallback xmlns="">
          <p:sp>
            <p:nvSpPr>
              <p:cNvPr id="2" name="Title 1">
                <a:extLst>
                  <a:ext uri="{FF2B5EF4-FFF2-40B4-BE49-F238E27FC236}">
                    <a16:creationId xmlns:a16="http://schemas.microsoft.com/office/drawing/2014/main" id="{16AA103E-A368-6C91-0ED5-820FD56EAEB7}"/>
                  </a:ext>
                </a:extLst>
              </p:cNvPr>
              <p:cNvSpPr>
                <a:spLocks noGrp="1" noRot="1" noChangeAspect="1" noMove="1" noResize="1" noEditPoints="1" noAdjustHandles="1" noChangeArrowheads="1" noChangeShapeType="1" noTextEdit="1"/>
              </p:cNvSpPr>
              <p:nvPr>
                <p:ph type="title"/>
              </p:nvPr>
            </p:nvSpPr>
            <p:spPr>
              <a:blipFill>
                <a:blip r:embed="rId3"/>
                <a:stretch>
                  <a:fillRect l="-1938" t="-5882" b="-1911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4B1F9F87-CD6F-BE52-1730-2D0B97CCD0F6}"/>
              </a:ext>
            </a:extLst>
          </p:cNvPr>
          <p:cNvSpPr>
            <a:spLocks noGrp="1"/>
          </p:cNvSpPr>
          <p:nvPr>
            <p:ph type="sldNum" sz="quarter" idx="12"/>
          </p:nvPr>
        </p:nvSpPr>
        <p:spPr/>
        <p:txBody>
          <a:bodyPr/>
          <a:lstStyle/>
          <a:p>
            <a:fld id="{ACE956E7-2A6A-4E70-9F41-09A4B3DE69AA}" type="slidenum">
              <a:rPr lang="en-US" smtClean="0"/>
              <a:t>11</a:t>
            </a:fld>
            <a:endParaRPr lang="en-US" dirty="0"/>
          </a:p>
        </p:txBody>
      </p:sp>
      <p:sp>
        <p:nvSpPr>
          <p:cNvPr id="5" name="Slide Number Placeholder 3">
            <a:extLst>
              <a:ext uri="{FF2B5EF4-FFF2-40B4-BE49-F238E27FC236}">
                <a16:creationId xmlns:a16="http://schemas.microsoft.com/office/drawing/2014/main" id="{518197FD-DA27-30EA-B2B6-3D8664A450C9}"/>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CE956E7-2A6A-4E70-9F41-09A4B3DE69AA}" type="slidenum">
              <a:rPr lang="en-US" smtClean="0"/>
              <a:pPr/>
              <a:t>11</a:t>
            </a:fld>
            <a:endParaRPr lang="en-US" dirty="0"/>
          </a:p>
        </p:txBody>
      </p:sp>
      <p:grpSp>
        <p:nvGrpSpPr>
          <p:cNvPr id="22" name="Group 21">
            <a:extLst>
              <a:ext uri="{FF2B5EF4-FFF2-40B4-BE49-F238E27FC236}">
                <a16:creationId xmlns:a16="http://schemas.microsoft.com/office/drawing/2014/main" id="{F2360789-5E3F-30AA-7650-59E1617DEACF}"/>
              </a:ext>
            </a:extLst>
          </p:cNvPr>
          <p:cNvGrpSpPr/>
          <p:nvPr/>
        </p:nvGrpSpPr>
        <p:grpSpPr>
          <a:xfrm>
            <a:off x="8380421" y="3620480"/>
            <a:ext cx="971045" cy="1212239"/>
            <a:chOff x="10240238" y="3945675"/>
            <a:chExt cx="971045" cy="1212239"/>
          </a:xfrm>
        </p:grpSpPr>
        <p:cxnSp>
          <p:nvCxnSpPr>
            <p:cNvPr id="23" name="Straight Connector 22">
              <a:extLst>
                <a:ext uri="{FF2B5EF4-FFF2-40B4-BE49-F238E27FC236}">
                  <a16:creationId xmlns:a16="http://schemas.microsoft.com/office/drawing/2014/main" id="{6A15015F-44CA-2707-42E9-B11F0BDA5E85}"/>
                </a:ext>
              </a:extLst>
            </p:cNvPr>
            <p:cNvCxnSpPr>
              <a:cxnSpLocks/>
            </p:cNvCxnSpPr>
            <p:nvPr/>
          </p:nvCxnSpPr>
          <p:spPr>
            <a:xfrm>
              <a:off x="10240238" y="3945675"/>
              <a:ext cx="927341" cy="409057"/>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DF04727-8075-F395-3A2F-5A7EE9D197E8}"/>
                </a:ext>
              </a:extLst>
            </p:cNvPr>
            <p:cNvCxnSpPr>
              <a:cxnSpLocks/>
            </p:cNvCxnSpPr>
            <p:nvPr/>
          </p:nvCxnSpPr>
          <p:spPr>
            <a:xfrm flipV="1">
              <a:off x="10240238" y="4622244"/>
              <a:ext cx="971045" cy="53567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C89D3CE5-C8CC-9E87-749A-FFDC9A7795B4}"/>
                    </a:ext>
                  </a:extLst>
                </p:cNvPr>
                <p:cNvSpPr txBox="1"/>
                <p:nvPr/>
              </p:nvSpPr>
              <p:spPr>
                <a:xfrm>
                  <a:off x="10391225" y="4315544"/>
                  <a:ext cx="37702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i="1" smtClean="0">
                            <a:latin typeface="Cambria Math" panose="02040503050406030204" pitchFamily="18" charset="0"/>
                          </a:rPr>
                          <m:t>V</m:t>
                        </m:r>
                      </m:oMath>
                    </m:oMathPara>
                  </a14:m>
                  <a:endParaRPr lang="en-US" dirty="0"/>
                </a:p>
              </p:txBody>
            </p:sp>
          </mc:Choice>
          <mc:Fallback xmlns="">
            <p:sp>
              <p:nvSpPr>
                <p:cNvPr id="25" name="TextBox 24">
                  <a:extLst>
                    <a:ext uri="{FF2B5EF4-FFF2-40B4-BE49-F238E27FC236}">
                      <a16:creationId xmlns:a16="http://schemas.microsoft.com/office/drawing/2014/main" id="{C89D3CE5-C8CC-9E87-749A-FFDC9A7795B4}"/>
                    </a:ext>
                  </a:extLst>
                </p:cNvPr>
                <p:cNvSpPr txBox="1">
                  <a:spLocks noRot="1" noChangeAspect="1" noMove="1" noResize="1" noEditPoints="1" noAdjustHandles="1" noChangeArrowheads="1" noChangeShapeType="1" noTextEdit="1"/>
                </p:cNvSpPr>
                <p:nvPr/>
              </p:nvSpPr>
              <p:spPr>
                <a:xfrm>
                  <a:off x="10391225" y="4315544"/>
                  <a:ext cx="377026" cy="369332"/>
                </a:xfrm>
                <a:prstGeom prst="rect">
                  <a:avLst/>
                </a:prstGeom>
                <a:blipFill>
                  <a:blip r:embed="rId5"/>
                  <a:stretch>
                    <a:fillRect/>
                  </a:stretch>
                </a:blipFill>
              </p:spPr>
              <p:txBody>
                <a:bodyPr/>
                <a:lstStyle/>
                <a:p>
                  <a:r>
                    <a:rPr lang="en-US">
                      <a:noFill/>
                    </a:rPr>
                    <a:t> </a:t>
                  </a:r>
                </a:p>
              </p:txBody>
            </p:sp>
          </mc:Fallback>
        </mc:AlternateContent>
      </p:grpSp>
      <p:grpSp>
        <p:nvGrpSpPr>
          <p:cNvPr id="20" name="Group 19">
            <a:extLst>
              <a:ext uri="{FF2B5EF4-FFF2-40B4-BE49-F238E27FC236}">
                <a16:creationId xmlns:a16="http://schemas.microsoft.com/office/drawing/2014/main" id="{B22C198A-AA5C-80B8-13D7-718C27F07DBC}"/>
              </a:ext>
            </a:extLst>
          </p:cNvPr>
          <p:cNvGrpSpPr/>
          <p:nvPr/>
        </p:nvGrpSpPr>
        <p:grpSpPr>
          <a:xfrm>
            <a:off x="6786866" y="2692500"/>
            <a:ext cx="774573" cy="2826369"/>
            <a:chOff x="6786866" y="2692500"/>
            <a:chExt cx="774573" cy="2826369"/>
          </a:xfrm>
        </p:grpSpPr>
        <p:cxnSp>
          <p:nvCxnSpPr>
            <p:cNvPr id="14" name="Straight Connector 13">
              <a:extLst>
                <a:ext uri="{FF2B5EF4-FFF2-40B4-BE49-F238E27FC236}">
                  <a16:creationId xmlns:a16="http://schemas.microsoft.com/office/drawing/2014/main" id="{03BE0FDD-AAE4-F764-54AC-4D72A2B6706D}"/>
                </a:ext>
              </a:extLst>
            </p:cNvPr>
            <p:cNvCxnSpPr>
              <a:cxnSpLocks/>
              <a:endCxn id="104" idx="0"/>
            </p:cNvCxnSpPr>
            <p:nvPr/>
          </p:nvCxnSpPr>
          <p:spPr>
            <a:xfrm>
              <a:off x="6869316" y="2692500"/>
              <a:ext cx="692123" cy="9613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335103F-8DD5-413B-065C-94455C925E13}"/>
                </a:ext>
              </a:extLst>
            </p:cNvPr>
            <p:cNvCxnSpPr>
              <a:cxnSpLocks/>
              <a:endCxn id="107" idx="3"/>
            </p:cNvCxnSpPr>
            <p:nvPr/>
          </p:nvCxnSpPr>
          <p:spPr>
            <a:xfrm flipV="1">
              <a:off x="6786866" y="4710387"/>
              <a:ext cx="692822" cy="808482"/>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1F5C0E7-B675-CE30-8510-D909A6592970}"/>
                    </a:ext>
                  </a:extLst>
                </p:cNvPr>
                <p:cNvSpPr txBox="1"/>
                <p:nvPr/>
              </p:nvSpPr>
              <p:spPr>
                <a:xfrm>
                  <a:off x="7002253" y="4346701"/>
                  <a:ext cx="46621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𝑊</m:t>
                        </m:r>
                      </m:oMath>
                    </m:oMathPara>
                  </a14:m>
                  <a:endParaRPr lang="en-US" dirty="0"/>
                </a:p>
              </p:txBody>
            </p:sp>
          </mc:Choice>
          <mc:Fallback xmlns="">
            <p:sp>
              <p:nvSpPr>
                <p:cNvPr id="16" name="TextBox 15">
                  <a:extLst>
                    <a:ext uri="{FF2B5EF4-FFF2-40B4-BE49-F238E27FC236}">
                      <a16:creationId xmlns:a16="http://schemas.microsoft.com/office/drawing/2014/main" id="{11F5C0E7-B675-CE30-8510-D909A6592970}"/>
                    </a:ext>
                  </a:extLst>
                </p:cNvPr>
                <p:cNvSpPr txBox="1">
                  <a:spLocks noRot="1" noChangeAspect="1" noMove="1" noResize="1" noEditPoints="1" noAdjustHandles="1" noChangeArrowheads="1" noChangeShapeType="1" noTextEdit="1"/>
                </p:cNvSpPr>
                <p:nvPr/>
              </p:nvSpPr>
              <p:spPr>
                <a:xfrm>
                  <a:off x="7002253" y="4346701"/>
                  <a:ext cx="466217"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CB2794D8-4832-CE3C-A0FE-CFCB888575FD}"/>
                    </a:ext>
                  </a:extLst>
                </p:cNvPr>
                <p:cNvSpPr txBox="1"/>
                <p:nvPr/>
              </p:nvSpPr>
              <p:spPr>
                <a:xfrm>
                  <a:off x="7041494" y="3358973"/>
                  <a:ext cx="40075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𝑈</m:t>
                        </m:r>
                      </m:oMath>
                    </m:oMathPara>
                  </a14:m>
                  <a:endParaRPr lang="en-US" dirty="0"/>
                </a:p>
              </p:txBody>
            </p:sp>
          </mc:Choice>
          <mc:Fallback xmlns="">
            <p:sp>
              <p:nvSpPr>
                <p:cNvPr id="61" name="TextBox 60">
                  <a:extLst>
                    <a:ext uri="{FF2B5EF4-FFF2-40B4-BE49-F238E27FC236}">
                      <a16:creationId xmlns:a16="http://schemas.microsoft.com/office/drawing/2014/main" id="{CB2794D8-4832-CE3C-A0FE-CFCB888575FD}"/>
                    </a:ext>
                  </a:extLst>
                </p:cNvPr>
                <p:cNvSpPr txBox="1">
                  <a:spLocks noRot="1" noChangeAspect="1" noMove="1" noResize="1" noEditPoints="1" noAdjustHandles="1" noChangeArrowheads="1" noChangeShapeType="1" noTextEdit="1"/>
                </p:cNvSpPr>
                <p:nvPr/>
              </p:nvSpPr>
              <p:spPr>
                <a:xfrm>
                  <a:off x="7041494" y="3358973"/>
                  <a:ext cx="400751" cy="369332"/>
                </a:xfrm>
                <a:prstGeom prst="rect">
                  <a:avLst/>
                </a:prstGeom>
                <a:blipFill>
                  <a:blip r:embed="rId7"/>
                  <a:stretch>
                    <a:fillRect/>
                  </a:stretch>
                </a:blipFill>
              </p:spPr>
              <p:txBody>
                <a:bodyPr/>
                <a:lstStyle/>
                <a:p>
                  <a:r>
                    <a:rPr lang="en-US">
                      <a:noFill/>
                    </a:rPr>
                    <a:t> </a:t>
                  </a:r>
                </a:p>
              </p:txBody>
            </p:sp>
          </mc:Fallback>
        </mc:AlternateContent>
      </p:grpSp>
      <p:sp>
        <p:nvSpPr>
          <p:cNvPr id="82" name="Rectangle 81">
            <a:extLst>
              <a:ext uri="{FF2B5EF4-FFF2-40B4-BE49-F238E27FC236}">
                <a16:creationId xmlns:a16="http://schemas.microsoft.com/office/drawing/2014/main" id="{46A37E95-130F-E634-EF9E-676D141E7F18}"/>
              </a:ext>
            </a:extLst>
          </p:cNvPr>
          <p:cNvSpPr/>
          <p:nvPr/>
        </p:nvSpPr>
        <p:spPr>
          <a:xfrm>
            <a:off x="4465681" y="1898435"/>
            <a:ext cx="566928" cy="134069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I</a:t>
            </a:r>
          </a:p>
        </p:txBody>
      </p:sp>
      <p:sp>
        <p:nvSpPr>
          <p:cNvPr id="83" name="Rectangle 82">
            <a:extLst>
              <a:ext uri="{FF2B5EF4-FFF2-40B4-BE49-F238E27FC236}">
                <a16:creationId xmlns:a16="http://schemas.microsoft.com/office/drawing/2014/main" id="{361D5297-3B35-2E37-A3D2-209C6DD0C917}"/>
              </a:ext>
            </a:extLst>
          </p:cNvPr>
          <p:cNvSpPr/>
          <p:nvPr/>
        </p:nvSpPr>
        <p:spPr>
          <a:xfrm>
            <a:off x="3847047" y="1610591"/>
            <a:ext cx="566928" cy="1975288"/>
          </a:xfrm>
          <a:prstGeom prst="rect">
            <a:avLst/>
          </a:prstGeom>
          <a:solidFill>
            <a:srgbClr val="BDD7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zh-CN" altLang="en-US" sz="1400" dirty="0"/>
              <a:t> </a:t>
            </a:r>
            <a:r>
              <a:rPr lang="en-US" altLang="zh-CN" sz="1400" dirty="0"/>
              <a:t>like </a:t>
            </a:r>
            <a:endParaRPr lang="en-US" sz="1400" dirty="0"/>
          </a:p>
        </p:txBody>
      </p:sp>
      <p:sp>
        <p:nvSpPr>
          <p:cNvPr id="84" name="Rectangle 83">
            <a:extLst>
              <a:ext uri="{FF2B5EF4-FFF2-40B4-BE49-F238E27FC236}">
                <a16:creationId xmlns:a16="http://schemas.microsoft.com/office/drawing/2014/main" id="{F9DB5C2C-8E1B-0A93-D50E-EB5F554B56CF}"/>
              </a:ext>
            </a:extLst>
          </p:cNvPr>
          <p:cNvSpPr/>
          <p:nvPr/>
        </p:nvSpPr>
        <p:spPr>
          <a:xfrm>
            <a:off x="2609779" y="1610591"/>
            <a:ext cx="566928" cy="197528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dirty="0"/>
              <a:t>movie</a:t>
            </a:r>
          </a:p>
        </p:txBody>
      </p:sp>
      <p:sp>
        <p:nvSpPr>
          <p:cNvPr id="85" name="Rectangle 84">
            <a:extLst>
              <a:ext uri="{FF2B5EF4-FFF2-40B4-BE49-F238E27FC236}">
                <a16:creationId xmlns:a16="http://schemas.microsoft.com/office/drawing/2014/main" id="{3FFF5067-AF0D-EF6E-ED8C-A7224E68F6C0}"/>
              </a:ext>
            </a:extLst>
          </p:cNvPr>
          <p:cNvSpPr/>
          <p:nvPr/>
        </p:nvSpPr>
        <p:spPr>
          <a:xfrm>
            <a:off x="1991145" y="1610591"/>
            <a:ext cx="566928" cy="197528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but</a:t>
            </a:r>
          </a:p>
        </p:txBody>
      </p:sp>
      <p:sp>
        <p:nvSpPr>
          <p:cNvPr id="86" name="Rectangle 85">
            <a:extLst>
              <a:ext uri="{FF2B5EF4-FFF2-40B4-BE49-F238E27FC236}">
                <a16:creationId xmlns:a16="http://schemas.microsoft.com/office/drawing/2014/main" id="{8049170B-64D2-4321-01B9-E3C776F70183}"/>
              </a:ext>
            </a:extLst>
          </p:cNvPr>
          <p:cNvSpPr/>
          <p:nvPr/>
        </p:nvSpPr>
        <p:spPr>
          <a:xfrm>
            <a:off x="1372511" y="1610591"/>
            <a:ext cx="566928" cy="197528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hate</a:t>
            </a:r>
          </a:p>
        </p:txBody>
      </p:sp>
      <p:sp>
        <p:nvSpPr>
          <p:cNvPr id="88" name="Rectangle 87">
            <a:extLst>
              <a:ext uri="{FF2B5EF4-FFF2-40B4-BE49-F238E27FC236}">
                <a16:creationId xmlns:a16="http://schemas.microsoft.com/office/drawing/2014/main" id="{8590C553-8B6B-A1D8-F0D5-22CC9780E28A}"/>
              </a:ext>
            </a:extLst>
          </p:cNvPr>
          <p:cNvSpPr/>
          <p:nvPr/>
        </p:nvSpPr>
        <p:spPr>
          <a:xfrm>
            <a:off x="753877" y="1610591"/>
            <a:ext cx="566928" cy="197528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the</a:t>
            </a:r>
          </a:p>
        </p:txBody>
      </p:sp>
      <p:sp>
        <p:nvSpPr>
          <p:cNvPr id="89" name="Rectangle 88">
            <a:extLst>
              <a:ext uri="{FF2B5EF4-FFF2-40B4-BE49-F238E27FC236}">
                <a16:creationId xmlns:a16="http://schemas.microsoft.com/office/drawing/2014/main" id="{91270F21-B574-F3F1-351F-F30171B4B770}"/>
              </a:ext>
            </a:extLst>
          </p:cNvPr>
          <p:cNvSpPr/>
          <p:nvPr/>
        </p:nvSpPr>
        <p:spPr>
          <a:xfrm>
            <a:off x="135243" y="1610591"/>
            <a:ext cx="566928" cy="197528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actor</a:t>
            </a:r>
          </a:p>
        </p:txBody>
      </p:sp>
      <p:sp>
        <p:nvSpPr>
          <p:cNvPr id="91" name="Rectangle 90">
            <a:extLst>
              <a:ext uri="{FF2B5EF4-FFF2-40B4-BE49-F238E27FC236}">
                <a16:creationId xmlns:a16="http://schemas.microsoft.com/office/drawing/2014/main" id="{02B74706-ECD9-2BF1-D649-D9CA6730A535}"/>
              </a:ext>
            </a:extLst>
          </p:cNvPr>
          <p:cNvSpPr/>
          <p:nvPr/>
        </p:nvSpPr>
        <p:spPr>
          <a:xfrm>
            <a:off x="4465681" y="1610591"/>
            <a:ext cx="566928" cy="1975288"/>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zh-CN" sz="1400" dirty="0"/>
              <a:t>   I</a:t>
            </a:r>
            <a:endParaRPr lang="en-US" sz="1400" dirty="0"/>
          </a:p>
        </p:txBody>
      </p:sp>
      <p:grpSp>
        <p:nvGrpSpPr>
          <p:cNvPr id="103" name="Group 102">
            <a:extLst>
              <a:ext uri="{FF2B5EF4-FFF2-40B4-BE49-F238E27FC236}">
                <a16:creationId xmlns:a16="http://schemas.microsoft.com/office/drawing/2014/main" id="{6B762823-8136-EE4B-AAAF-37C19437F208}"/>
              </a:ext>
            </a:extLst>
          </p:cNvPr>
          <p:cNvGrpSpPr/>
          <p:nvPr/>
        </p:nvGrpSpPr>
        <p:grpSpPr>
          <a:xfrm>
            <a:off x="7445825" y="3653892"/>
            <a:ext cx="231228" cy="1089973"/>
            <a:chOff x="8551317" y="2344227"/>
            <a:chExt cx="231228" cy="1089973"/>
          </a:xfrm>
        </p:grpSpPr>
        <p:sp>
          <p:nvSpPr>
            <p:cNvPr id="104" name="Oval 103">
              <a:extLst>
                <a:ext uri="{FF2B5EF4-FFF2-40B4-BE49-F238E27FC236}">
                  <a16:creationId xmlns:a16="http://schemas.microsoft.com/office/drawing/2014/main" id="{F06401A7-9411-AC6A-DDD7-D673CEB8A52B}"/>
                </a:ext>
              </a:extLst>
            </p:cNvPr>
            <p:cNvSpPr/>
            <p:nvPr/>
          </p:nvSpPr>
          <p:spPr>
            <a:xfrm>
              <a:off x="8551317" y="2344227"/>
              <a:ext cx="231228" cy="228600"/>
            </a:xfrm>
            <a:prstGeom prst="ellipse">
              <a:avLst/>
            </a:prstGeom>
            <a:solidFill>
              <a:srgbClr val="D17ECA">
                <a:alpha val="7979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Oval 104">
              <a:extLst>
                <a:ext uri="{FF2B5EF4-FFF2-40B4-BE49-F238E27FC236}">
                  <a16:creationId xmlns:a16="http://schemas.microsoft.com/office/drawing/2014/main" id="{A39E7D1F-FEE7-8D2B-12A9-7665F73FBE56}"/>
                </a:ext>
              </a:extLst>
            </p:cNvPr>
            <p:cNvSpPr/>
            <p:nvPr/>
          </p:nvSpPr>
          <p:spPr>
            <a:xfrm>
              <a:off x="8551317" y="2631351"/>
              <a:ext cx="231228" cy="228600"/>
            </a:xfrm>
            <a:prstGeom prst="ellipse">
              <a:avLst/>
            </a:prstGeom>
            <a:solidFill>
              <a:srgbClr val="D17ECA">
                <a:alpha val="7979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 name="Oval 105">
              <a:extLst>
                <a:ext uri="{FF2B5EF4-FFF2-40B4-BE49-F238E27FC236}">
                  <a16:creationId xmlns:a16="http://schemas.microsoft.com/office/drawing/2014/main" id="{010E64BF-C6DD-39F1-8E49-E5D7DCBFD55C}"/>
                </a:ext>
              </a:extLst>
            </p:cNvPr>
            <p:cNvSpPr/>
            <p:nvPr/>
          </p:nvSpPr>
          <p:spPr>
            <a:xfrm>
              <a:off x="8551317" y="2918475"/>
              <a:ext cx="231228" cy="228600"/>
            </a:xfrm>
            <a:prstGeom prst="ellipse">
              <a:avLst/>
            </a:prstGeom>
            <a:solidFill>
              <a:srgbClr val="D17ECA">
                <a:alpha val="7979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 name="Oval 106">
              <a:extLst>
                <a:ext uri="{FF2B5EF4-FFF2-40B4-BE49-F238E27FC236}">
                  <a16:creationId xmlns:a16="http://schemas.microsoft.com/office/drawing/2014/main" id="{6ED1FF61-31F4-15B9-E1A3-435B71DECC1C}"/>
                </a:ext>
              </a:extLst>
            </p:cNvPr>
            <p:cNvSpPr/>
            <p:nvPr/>
          </p:nvSpPr>
          <p:spPr>
            <a:xfrm>
              <a:off x="8551317" y="3205600"/>
              <a:ext cx="231228" cy="228600"/>
            </a:xfrm>
            <a:prstGeom prst="ellipse">
              <a:avLst/>
            </a:prstGeom>
            <a:solidFill>
              <a:srgbClr val="D17ECA">
                <a:alpha val="7979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8" name="TextBox 17">
            <a:extLst>
              <a:ext uri="{FF2B5EF4-FFF2-40B4-BE49-F238E27FC236}">
                <a16:creationId xmlns:a16="http://schemas.microsoft.com/office/drawing/2014/main" id="{9C0940D5-1FB2-8FD4-A99E-9813D42D125D}"/>
              </a:ext>
            </a:extLst>
          </p:cNvPr>
          <p:cNvSpPr txBox="1"/>
          <p:nvPr/>
        </p:nvSpPr>
        <p:spPr>
          <a:xfrm>
            <a:off x="5990602" y="3631963"/>
            <a:ext cx="184731" cy="369332"/>
          </a:xfrm>
          <a:prstGeom prst="rect">
            <a:avLst/>
          </a:prstGeom>
          <a:noFill/>
        </p:spPr>
        <p:txBody>
          <a:bodyPr wrap="none" rtlCol="0">
            <a:spAutoFit/>
          </a:bodyPr>
          <a:lstStyle/>
          <a:p>
            <a:endParaRPr lang="en-US" dirty="0"/>
          </a:p>
        </p:txBody>
      </p:sp>
      <p:sp>
        <p:nvSpPr>
          <p:cNvPr id="3" name="Bent Arrow 2">
            <a:extLst>
              <a:ext uri="{FF2B5EF4-FFF2-40B4-BE49-F238E27FC236}">
                <a16:creationId xmlns:a16="http://schemas.microsoft.com/office/drawing/2014/main" id="{2FBDF920-94ED-2022-97C9-C0CA3002EEA5}"/>
              </a:ext>
            </a:extLst>
          </p:cNvPr>
          <p:cNvSpPr/>
          <p:nvPr/>
        </p:nvSpPr>
        <p:spPr>
          <a:xfrm flipH="1">
            <a:off x="7054946" y="2099469"/>
            <a:ext cx="1098341" cy="1388274"/>
          </a:xfrm>
          <a:prstGeom prst="bentArrow">
            <a:avLst>
              <a:gd name="adj1" fmla="val 5105"/>
              <a:gd name="adj2" fmla="val 6783"/>
              <a:gd name="adj3" fmla="val 13038"/>
              <a:gd name="adj4" fmla="val 28628"/>
            </a:avLst>
          </a:prstGeom>
          <a:gradFill flip="none" rotWithShape="1">
            <a:gsLst>
              <a:gs pos="98000">
                <a:srgbClr val="A6BCE4"/>
              </a:gs>
              <a:gs pos="50000">
                <a:srgbClr val="A6BCE4"/>
              </a:gs>
              <a:gs pos="2000">
                <a:srgbClr val="800EE2">
                  <a:alpha val="68277"/>
                </a:srgbClr>
              </a:gs>
            </a:gsLst>
            <a:path path="circle">
              <a:fillToRect t="100000" r="100000"/>
            </a:path>
            <a:tileRect l="-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TextBox 10">
            <a:extLst>
              <a:ext uri="{FF2B5EF4-FFF2-40B4-BE49-F238E27FC236}">
                <a16:creationId xmlns:a16="http://schemas.microsoft.com/office/drawing/2014/main" id="{C332B5F5-F160-02FA-183B-696B9AA4FF2A}"/>
              </a:ext>
            </a:extLst>
          </p:cNvPr>
          <p:cNvSpPr txBox="1"/>
          <p:nvPr/>
        </p:nvSpPr>
        <p:spPr>
          <a:xfrm>
            <a:off x="7404681" y="2042003"/>
            <a:ext cx="1098342" cy="369332"/>
          </a:xfrm>
          <a:prstGeom prst="rect">
            <a:avLst/>
          </a:prstGeom>
          <a:noFill/>
        </p:spPr>
        <p:txBody>
          <a:bodyPr wrap="square" rtlCol="0">
            <a:spAutoFit/>
          </a:bodyPr>
          <a:lstStyle/>
          <a:p>
            <a:r>
              <a:rPr lang="en-US" dirty="0"/>
              <a:t>update</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99FB8B7-F10F-8D36-A66E-864FD907CEFE}"/>
                  </a:ext>
                </a:extLst>
              </p:cNvPr>
              <p:cNvSpPr txBox="1"/>
              <p:nvPr/>
            </p:nvSpPr>
            <p:spPr>
              <a:xfrm>
                <a:off x="4559029" y="3687010"/>
                <a:ext cx="416011"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1</m:t>
                          </m:r>
                        </m:sub>
                      </m:sSub>
                    </m:oMath>
                  </m:oMathPara>
                </a14:m>
                <a:endParaRPr lang="en-US" altLang="zh-CN" dirty="0"/>
              </a:p>
            </p:txBody>
          </p:sp>
        </mc:Choice>
        <mc:Fallback xmlns="">
          <p:sp>
            <p:nvSpPr>
              <p:cNvPr id="6" name="TextBox 5">
                <a:extLst>
                  <a:ext uri="{FF2B5EF4-FFF2-40B4-BE49-F238E27FC236}">
                    <a16:creationId xmlns:a16="http://schemas.microsoft.com/office/drawing/2014/main" id="{199FB8B7-F10F-8D36-A66E-864FD907CEFE}"/>
                  </a:ext>
                </a:extLst>
              </p:cNvPr>
              <p:cNvSpPr txBox="1">
                <a:spLocks noRot="1" noChangeAspect="1" noMove="1" noResize="1" noEditPoints="1" noAdjustHandles="1" noChangeArrowheads="1" noChangeShapeType="1" noTextEdit="1"/>
              </p:cNvSpPr>
              <p:nvPr/>
            </p:nvSpPr>
            <p:spPr>
              <a:xfrm>
                <a:off x="4559029" y="3687010"/>
                <a:ext cx="416011" cy="338554"/>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D970E02-8748-2486-A1C9-2F985257E8E4}"/>
                  </a:ext>
                </a:extLst>
              </p:cNvPr>
              <p:cNvSpPr txBox="1"/>
              <p:nvPr/>
            </p:nvSpPr>
            <p:spPr>
              <a:xfrm>
                <a:off x="3933360" y="3687010"/>
                <a:ext cx="40498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2</m:t>
                          </m:r>
                        </m:sub>
                      </m:sSub>
                    </m:oMath>
                  </m:oMathPara>
                </a14:m>
                <a:endParaRPr lang="en-US" altLang="zh-CN" dirty="0"/>
              </a:p>
            </p:txBody>
          </p:sp>
        </mc:Choice>
        <mc:Fallback xmlns="">
          <p:sp>
            <p:nvSpPr>
              <p:cNvPr id="7" name="TextBox 6">
                <a:extLst>
                  <a:ext uri="{FF2B5EF4-FFF2-40B4-BE49-F238E27FC236}">
                    <a16:creationId xmlns:a16="http://schemas.microsoft.com/office/drawing/2014/main" id="{7D970E02-8748-2486-A1C9-2F985257E8E4}"/>
                  </a:ext>
                </a:extLst>
              </p:cNvPr>
              <p:cNvSpPr txBox="1">
                <a:spLocks noRot="1" noChangeAspect="1" noMove="1" noResize="1" noEditPoints="1" noAdjustHandles="1" noChangeArrowheads="1" noChangeShapeType="1" noTextEdit="1"/>
              </p:cNvSpPr>
              <p:nvPr/>
            </p:nvSpPr>
            <p:spPr>
              <a:xfrm>
                <a:off x="3933360" y="3687010"/>
                <a:ext cx="404983" cy="338554"/>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3A747AB-F8D7-6923-6059-043B9028A891}"/>
                  </a:ext>
                </a:extLst>
              </p:cNvPr>
              <p:cNvSpPr txBox="1"/>
              <p:nvPr/>
            </p:nvSpPr>
            <p:spPr>
              <a:xfrm>
                <a:off x="3307688" y="3687010"/>
                <a:ext cx="40498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3</m:t>
                          </m:r>
                        </m:sub>
                      </m:sSub>
                    </m:oMath>
                  </m:oMathPara>
                </a14:m>
                <a:endParaRPr lang="en-US" altLang="zh-CN" dirty="0"/>
              </a:p>
            </p:txBody>
          </p:sp>
        </mc:Choice>
        <mc:Fallback xmlns="">
          <p:sp>
            <p:nvSpPr>
              <p:cNvPr id="9" name="TextBox 8">
                <a:extLst>
                  <a:ext uri="{FF2B5EF4-FFF2-40B4-BE49-F238E27FC236}">
                    <a16:creationId xmlns:a16="http://schemas.microsoft.com/office/drawing/2014/main" id="{E3A747AB-F8D7-6923-6059-043B9028A891}"/>
                  </a:ext>
                </a:extLst>
              </p:cNvPr>
              <p:cNvSpPr txBox="1">
                <a:spLocks noRot="1" noChangeAspect="1" noMove="1" noResize="1" noEditPoints="1" noAdjustHandles="1" noChangeArrowheads="1" noChangeShapeType="1" noTextEdit="1"/>
              </p:cNvSpPr>
              <p:nvPr/>
            </p:nvSpPr>
            <p:spPr>
              <a:xfrm>
                <a:off x="3307688" y="3687010"/>
                <a:ext cx="404983" cy="338554"/>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686DBA3-DD91-38A7-30B8-0EBB3E890166}"/>
                  </a:ext>
                </a:extLst>
              </p:cNvPr>
              <p:cNvSpPr txBox="1"/>
              <p:nvPr/>
            </p:nvSpPr>
            <p:spPr>
              <a:xfrm>
                <a:off x="2670988" y="3687010"/>
                <a:ext cx="416011"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4</m:t>
                          </m:r>
                        </m:sub>
                      </m:sSub>
                    </m:oMath>
                  </m:oMathPara>
                </a14:m>
                <a:endParaRPr lang="en-US" altLang="zh-CN" dirty="0"/>
              </a:p>
            </p:txBody>
          </p:sp>
        </mc:Choice>
        <mc:Fallback xmlns="">
          <p:sp>
            <p:nvSpPr>
              <p:cNvPr id="10" name="TextBox 9">
                <a:extLst>
                  <a:ext uri="{FF2B5EF4-FFF2-40B4-BE49-F238E27FC236}">
                    <a16:creationId xmlns:a16="http://schemas.microsoft.com/office/drawing/2014/main" id="{D686DBA3-DD91-38A7-30B8-0EBB3E890166}"/>
                  </a:ext>
                </a:extLst>
              </p:cNvPr>
              <p:cNvSpPr txBox="1">
                <a:spLocks noRot="1" noChangeAspect="1" noMove="1" noResize="1" noEditPoints="1" noAdjustHandles="1" noChangeArrowheads="1" noChangeShapeType="1" noTextEdit="1"/>
              </p:cNvSpPr>
              <p:nvPr/>
            </p:nvSpPr>
            <p:spPr>
              <a:xfrm>
                <a:off x="2670988" y="3687010"/>
                <a:ext cx="416011" cy="338554"/>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02E8479-75E1-1129-F430-03F27BFFDD8E}"/>
                  </a:ext>
                </a:extLst>
              </p:cNvPr>
              <p:cNvSpPr txBox="1"/>
              <p:nvPr/>
            </p:nvSpPr>
            <p:spPr>
              <a:xfrm>
                <a:off x="2045316" y="3687010"/>
                <a:ext cx="40498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5</m:t>
                          </m:r>
                        </m:sub>
                      </m:sSub>
                    </m:oMath>
                  </m:oMathPara>
                </a14:m>
                <a:endParaRPr lang="en-US" altLang="zh-CN" dirty="0"/>
              </a:p>
            </p:txBody>
          </p:sp>
        </mc:Choice>
        <mc:Fallback xmlns="">
          <p:sp>
            <p:nvSpPr>
              <p:cNvPr id="13" name="TextBox 12">
                <a:extLst>
                  <a:ext uri="{FF2B5EF4-FFF2-40B4-BE49-F238E27FC236}">
                    <a16:creationId xmlns:a16="http://schemas.microsoft.com/office/drawing/2014/main" id="{902E8479-75E1-1129-F430-03F27BFFDD8E}"/>
                  </a:ext>
                </a:extLst>
              </p:cNvPr>
              <p:cNvSpPr txBox="1">
                <a:spLocks noRot="1" noChangeAspect="1" noMove="1" noResize="1" noEditPoints="1" noAdjustHandles="1" noChangeArrowheads="1" noChangeShapeType="1" noTextEdit="1"/>
              </p:cNvSpPr>
              <p:nvPr/>
            </p:nvSpPr>
            <p:spPr>
              <a:xfrm>
                <a:off x="2045316" y="3687010"/>
                <a:ext cx="404983" cy="338554"/>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0640965-FA37-EEC0-60DA-C9800A7AD258}"/>
                  </a:ext>
                </a:extLst>
              </p:cNvPr>
              <p:cNvSpPr txBox="1"/>
              <p:nvPr/>
            </p:nvSpPr>
            <p:spPr>
              <a:xfrm>
                <a:off x="1419644" y="3687010"/>
                <a:ext cx="40498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6</m:t>
                          </m:r>
                        </m:sub>
                      </m:sSub>
                    </m:oMath>
                  </m:oMathPara>
                </a14:m>
                <a:endParaRPr lang="en-US" altLang="zh-CN" dirty="0"/>
              </a:p>
            </p:txBody>
          </p:sp>
        </mc:Choice>
        <mc:Fallback xmlns="">
          <p:sp>
            <p:nvSpPr>
              <p:cNvPr id="17" name="TextBox 16">
                <a:extLst>
                  <a:ext uri="{FF2B5EF4-FFF2-40B4-BE49-F238E27FC236}">
                    <a16:creationId xmlns:a16="http://schemas.microsoft.com/office/drawing/2014/main" id="{50640965-FA37-EEC0-60DA-C9800A7AD258}"/>
                  </a:ext>
                </a:extLst>
              </p:cNvPr>
              <p:cNvSpPr txBox="1">
                <a:spLocks noRot="1" noChangeAspect="1" noMove="1" noResize="1" noEditPoints="1" noAdjustHandles="1" noChangeArrowheads="1" noChangeShapeType="1" noTextEdit="1"/>
              </p:cNvSpPr>
              <p:nvPr/>
            </p:nvSpPr>
            <p:spPr>
              <a:xfrm>
                <a:off x="1419644" y="3687010"/>
                <a:ext cx="404983" cy="338554"/>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DCD4AD6A-43FB-80C8-9BE1-AF4E1B64E334}"/>
                  </a:ext>
                </a:extLst>
              </p:cNvPr>
              <p:cNvSpPr txBox="1"/>
              <p:nvPr/>
            </p:nvSpPr>
            <p:spPr>
              <a:xfrm>
                <a:off x="793972" y="3687010"/>
                <a:ext cx="40498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7</m:t>
                          </m:r>
                        </m:sub>
                      </m:sSub>
                    </m:oMath>
                  </m:oMathPara>
                </a14:m>
                <a:endParaRPr lang="en-US" altLang="zh-CN" dirty="0"/>
              </a:p>
            </p:txBody>
          </p:sp>
        </mc:Choice>
        <mc:Fallback xmlns="">
          <p:sp>
            <p:nvSpPr>
              <p:cNvPr id="19" name="TextBox 18">
                <a:extLst>
                  <a:ext uri="{FF2B5EF4-FFF2-40B4-BE49-F238E27FC236}">
                    <a16:creationId xmlns:a16="http://schemas.microsoft.com/office/drawing/2014/main" id="{DCD4AD6A-43FB-80C8-9BE1-AF4E1B64E334}"/>
                  </a:ext>
                </a:extLst>
              </p:cNvPr>
              <p:cNvSpPr txBox="1">
                <a:spLocks noRot="1" noChangeAspect="1" noMove="1" noResize="1" noEditPoints="1" noAdjustHandles="1" noChangeArrowheads="1" noChangeShapeType="1" noTextEdit="1"/>
              </p:cNvSpPr>
              <p:nvPr/>
            </p:nvSpPr>
            <p:spPr>
              <a:xfrm>
                <a:off x="793972" y="3687010"/>
                <a:ext cx="404983" cy="338554"/>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95F72E66-3B84-6970-BEFE-833F575BA93B}"/>
                  </a:ext>
                </a:extLst>
              </p:cNvPr>
              <p:cNvSpPr txBox="1"/>
              <p:nvPr/>
            </p:nvSpPr>
            <p:spPr>
              <a:xfrm>
                <a:off x="179875" y="3687010"/>
                <a:ext cx="40498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8</m:t>
                          </m:r>
                        </m:sub>
                      </m:sSub>
                    </m:oMath>
                  </m:oMathPara>
                </a14:m>
                <a:endParaRPr lang="en-US" altLang="zh-CN" dirty="0"/>
              </a:p>
            </p:txBody>
          </p:sp>
        </mc:Choice>
        <mc:Fallback xmlns="">
          <p:sp>
            <p:nvSpPr>
              <p:cNvPr id="31" name="TextBox 30">
                <a:extLst>
                  <a:ext uri="{FF2B5EF4-FFF2-40B4-BE49-F238E27FC236}">
                    <a16:creationId xmlns:a16="http://schemas.microsoft.com/office/drawing/2014/main" id="{95F72E66-3B84-6970-BEFE-833F575BA93B}"/>
                  </a:ext>
                </a:extLst>
              </p:cNvPr>
              <p:cNvSpPr txBox="1">
                <a:spLocks noRot="1" noChangeAspect="1" noMove="1" noResize="1" noEditPoints="1" noAdjustHandles="1" noChangeArrowheads="1" noChangeShapeType="1" noTextEdit="1"/>
              </p:cNvSpPr>
              <p:nvPr/>
            </p:nvSpPr>
            <p:spPr>
              <a:xfrm>
                <a:off x="179875" y="3687010"/>
                <a:ext cx="404983" cy="338554"/>
              </a:xfrm>
              <a:prstGeom prst="rect">
                <a:avLst/>
              </a:prstGeom>
              <a:blipFill>
                <a:blip r:embed="rId15"/>
                <a:stretch>
                  <a:fillRect/>
                </a:stretch>
              </a:blipFill>
            </p:spPr>
            <p:txBody>
              <a:bodyPr/>
              <a:lstStyle/>
              <a:p>
                <a:r>
                  <a:rPr lang="en-US">
                    <a:noFill/>
                  </a:rPr>
                  <a:t> </a:t>
                </a:r>
              </a:p>
            </p:txBody>
          </p:sp>
        </mc:Fallback>
      </mc:AlternateContent>
      <p:grpSp>
        <p:nvGrpSpPr>
          <p:cNvPr id="54" name="Group 53">
            <a:extLst>
              <a:ext uri="{FF2B5EF4-FFF2-40B4-BE49-F238E27FC236}">
                <a16:creationId xmlns:a16="http://schemas.microsoft.com/office/drawing/2014/main" id="{2645E40E-D003-A46B-AD34-F5B9D89AD449}"/>
              </a:ext>
            </a:extLst>
          </p:cNvPr>
          <p:cNvGrpSpPr/>
          <p:nvPr/>
        </p:nvGrpSpPr>
        <p:grpSpPr>
          <a:xfrm>
            <a:off x="8002809" y="3575822"/>
            <a:ext cx="301049" cy="1256897"/>
            <a:chOff x="2057320" y="4383545"/>
            <a:chExt cx="301049" cy="1256897"/>
          </a:xfrm>
        </p:grpSpPr>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4B658E2C-4EC7-3ADC-3ED5-15D9239CCDD7}"/>
                    </a:ext>
                  </a:extLst>
                </p:cNvPr>
                <p:cNvSpPr txBox="1"/>
                <p:nvPr/>
              </p:nvSpPr>
              <p:spPr>
                <a:xfrm>
                  <a:off x="2102849" y="4745401"/>
                  <a:ext cx="220638" cy="1724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sz="1100" b="0" i="1" smtClean="0">
                                <a:latin typeface="Cambria Math" panose="02040503050406030204" pitchFamily="18" charset="0"/>
                              </a:rPr>
                              <m:t>3</m:t>
                            </m:r>
                          </m:sub>
                          <m:sup>
                            <m:r>
                              <a:rPr lang="en-US" sz="1100" b="0" i="1" smtClean="0">
                                <a:latin typeface="Cambria Math" panose="02040503050406030204" pitchFamily="18" charset="0"/>
                              </a:rPr>
                              <m:t>2</m:t>
                            </m:r>
                          </m:sup>
                        </m:sSubSup>
                      </m:oMath>
                    </m:oMathPara>
                  </a14:m>
                  <a:endParaRPr lang="en-US" sz="1100" b="0" dirty="0"/>
                </a:p>
              </p:txBody>
            </p:sp>
          </mc:Choice>
          <mc:Fallback xmlns="">
            <p:sp>
              <p:nvSpPr>
                <p:cNvPr id="55" name="TextBox 54">
                  <a:extLst>
                    <a:ext uri="{FF2B5EF4-FFF2-40B4-BE49-F238E27FC236}">
                      <a16:creationId xmlns:a16="http://schemas.microsoft.com/office/drawing/2014/main" id="{4B658E2C-4EC7-3ADC-3ED5-15D9239CCDD7}"/>
                    </a:ext>
                  </a:extLst>
                </p:cNvPr>
                <p:cNvSpPr txBox="1">
                  <a:spLocks noRot="1" noChangeAspect="1" noMove="1" noResize="1" noEditPoints="1" noAdjustHandles="1" noChangeArrowheads="1" noChangeShapeType="1" noTextEdit="1"/>
                </p:cNvSpPr>
                <p:nvPr/>
              </p:nvSpPr>
              <p:spPr>
                <a:xfrm>
                  <a:off x="2102849" y="4745401"/>
                  <a:ext cx="220638" cy="172483"/>
                </a:xfrm>
                <a:prstGeom prst="rect">
                  <a:avLst/>
                </a:prstGeom>
                <a:blipFill>
                  <a:blip r:embed="rId16"/>
                  <a:stretch>
                    <a:fillRect l="-16667" r="-11111" b="-2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ED21AE26-CB44-CBF3-17DA-4E3FD2173E3A}"/>
                    </a:ext>
                  </a:extLst>
                </p:cNvPr>
                <p:cNvSpPr txBox="1"/>
                <p:nvPr/>
              </p:nvSpPr>
              <p:spPr>
                <a:xfrm>
                  <a:off x="2102849" y="4449305"/>
                  <a:ext cx="220638" cy="1720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sz="1100" b="0" i="1" smtClean="0">
                                <a:latin typeface="Cambria Math" panose="02040503050406030204" pitchFamily="18" charset="0"/>
                              </a:rPr>
                              <m:t>3</m:t>
                            </m:r>
                          </m:sub>
                          <m:sup>
                            <m:r>
                              <a:rPr lang="en-US" sz="1100" b="0" i="1" smtClean="0">
                                <a:latin typeface="Cambria Math" panose="02040503050406030204" pitchFamily="18" charset="0"/>
                              </a:rPr>
                              <m:t>1</m:t>
                            </m:r>
                          </m:sup>
                        </m:sSubSup>
                      </m:oMath>
                    </m:oMathPara>
                  </a14:m>
                  <a:endParaRPr lang="en-US" sz="1100" b="0" dirty="0"/>
                </a:p>
              </p:txBody>
            </p:sp>
          </mc:Choice>
          <mc:Fallback xmlns="">
            <p:sp>
              <p:nvSpPr>
                <p:cNvPr id="56" name="TextBox 55">
                  <a:extLst>
                    <a:ext uri="{FF2B5EF4-FFF2-40B4-BE49-F238E27FC236}">
                      <a16:creationId xmlns:a16="http://schemas.microsoft.com/office/drawing/2014/main" id="{ED21AE26-CB44-CBF3-17DA-4E3FD2173E3A}"/>
                    </a:ext>
                  </a:extLst>
                </p:cNvPr>
                <p:cNvSpPr txBox="1">
                  <a:spLocks noRot="1" noChangeAspect="1" noMove="1" noResize="1" noEditPoints="1" noAdjustHandles="1" noChangeArrowheads="1" noChangeShapeType="1" noTextEdit="1"/>
                </p:cNvSpPr>
                <p:nvPr/>
              </p:nvSpPr>
              <p:spPr>
                <a:xfrm>
                  <a:off x="2102849" y="4449305"/>
                  <a:ext cx="220638" cy="172098"/>
                </a:xfrm>
                <a:prstGeom prst="rect">
                  <a:avLst/>
                </a:prstGeom>
                <a:blipFill>
                  <a:blip r:embed="rId17"/>
                  <a:stretch>
                    <a:fillRect l="-16667" r="-11111"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4D54779F-3C66-4522-DB7D-E31CF3685DE2}"/>
                    </a:ext>
                  </a:extLst>
                </p:cNvPr>
                <p:cNvSpPr txBox="1"/>
                <p:nvPr/>
              </p:nvSpPr>
              <p:spPr>
                <a:xfrm>
                  <a:off x="2102849" y="5041881"/>
                  <a:ext cx="220638" cy="17331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sz="1100" b="0" i="1" smtClean="0">
                                <a:latin typeface="Cambria Math" panose="02040503050406030204" pitchFamily="18" charset="0"/>
                              </a:rPr>
                              <m:t>3</m:t>
                            </m:r>
                          </m:sub>
                          <m:sup>
                            <m:r>
                              <a:rPr lang="en-US" sz="1100" b="0" i="1" smtClean="0">
                                <a:latin typeface="Cambria Math" panose="02040503050406030204" pitchFamily="18" charset="0"/>
                              </a:rPr>
                              <m:t>3</m:t>
                            </m:r>
                          </m:sup>
                        </m:sSubSup>
                      </m:oMath>
                    </m:oMathPara>
                  </a14:m>
                  <a:endParaRPr lang="en-US" sz="1100" b="0" dirty="0"/>
                </a:p>
              </p:txBody>
            </p:sp>
          </mc:Choice>
          <mc:Fallback xmlns="">
            <p:sp>
              <p:nvSpPr>
                <p:cNvPr id="57" name="TextBox 56">
                  <a:extLst>
                    <a:ext uri="{FF2B5EF4-FFF2-40B4-BE49-F238E27FC236}">
                      <a16:creationId xmlns:a16="http://schemas.microsoft.com/office/drawing/2014/main" id="{4D54779F-3C66-4522-DB7D-E31CF3685DE2}"/>
                    </a:ext>
                  </a:extLst>
                </p:cNvPr>
                <p:cNvSpPr txBox="1">
                  <a:spLocks noRot="1" noChangeAspect="1" noMove="1" noResize="1" noEditPoints="1" noAdjustHandles="1" noChangeArrowheads="1" noChangeShapeType="1" noTextEdit="1"/>
                </p:cNvSpPr>
                <p:nvPr/>
              </p:nvSpPr>
              <p:spPr>
                <a:xfrm>
                  <a:off x="2102849" y="5041881"/>
                  <a:ext cx="220638" cy="173317"/>
                </a:xfrm>
                <a:prstGeom prst="rect">
                  <a:avLst/>
                </a:prstGeom>
                <a:blipFill>
                  <a:blip r:embed="rId18"/>
                  <a:stretch>
                    <a:fillRect l="-16667" r="-11111"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29495801-8FE0-1002-002F-C61A1AD4CE29}"/>
                    </a:ext>
                  </a:extLst>
                </p:cNvPr>
                <p:cNvSpPr txBox="1"/>
                <p:nvPr/>
              </p:nvSpPr>
              <p:spPr>
                <a:xfrm>
                  <a:off x="2102849" y="5339195"/>
                  <a:ext cx="220638" cy="1717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sz="1100" b="0" i="1" smtClean="0">
                                <a:latin typeface="Cambria Math" panose="02040503050406030204" pitchFamily="18" charset="0"/>
                              </a:rPr>
                              <m:t>3</m:t>
                            </m:r>
                          </m:sub>
                          <m:sup>
                            <m:r>
                              <a:rPr lang="en-US" sz="1100" b="0" i="1" smtClean="0">
                                <a:latin typeface="Cambria Math" panose="02040503050406030204" pitchFamily="18" charset="0"/>
                              </a:rPr>
                              <m:t>4</m:t>
                            </m:r>
                          </m:sup>
                        </m:sSubSup>
                      </m:oMath>
                    </m:oMathPara>
                  </a14:m>
                  <a:endParaRPr lang="en-US" sz="1100" b="0" dirty="0"/>
                </a:p>
              </p:txBody>
            </p:sp>
          </mc:Choice>
          <mc:Fallback xmlns="">
            <p:sp>
              <p:nvSpPr>
                <p:cNvPr id="62" name="TextBox 61">
                  <a:extLst>
                    <a:ext uri="{FF2B5EF4-FFF2-40B4-BE49-F238E27FC236}">
                      <a16:creationId xmlns:a16="http://schemas.microsoft.com/office/drawing/2014/main" id="{29495801-8FE0-1002-002F-C61A1AD4CE29}"/>
                    </a:ext>
                  </a:extLst>
                </p:cNvPr>
                <p:cNvSpPr txBox="1">
                  <a:spLocks noRot="1" noChangeAspect="1" noMove="1" noResize="1" noEditPoints="1" noAdjustHandles="1" noChangeArrowheads="1" noChangeShapeType="1" noTextEdit="1"/>
                </p:cNvSpPr>
                <p:nvPr/>
              </p:nvSpPr>
              <p:spPr>
                <a:xfrm>
                  <a:off x="2102849" y="5339195"/>
                  <a:ext cx="220638" cy="171778"/>
                </a:xfrm>
                <a:prstGeom prst="rect">
                  <a:avLst/>
                </a:prstGeom>
                <a:blipFill>
                  <a:blip r:embed="rId19"/>
                  <a:stretch>
                    <a:fillRect l="-16667" r="-11111" b="-20000"/>
                  </a:stretch>
                </a:blipFill>
              </p:spPr>
              <p:txBody>
                <a:bodyPr/>
                <a:lstStyle/>
                <a:p>
                  <a:r>
                    <a:rPr lang="en-US">
                      <a:noFill/>
                    </a:rPr>
                    <a:t> </a:t>
                  </a:r>
                </a:p>
              </p:txBody>
            </p:sp>
          </mc:Fallback>
        </mc:AlternateContent>
        <p:sp>
          <p:nvSpPr>
            <p:cNvPr id="63" name="Left Bracket 62">
              <a:extLst>
                <a:ext uri="{FF2B5EF4-FFF2-40B4-BE49-F238E27FC236}">
                  <a16:creationId xmlns:a16="http://schemas.microsoft.com/office/drawing/2014/main" id="{7483EF83-D21C-4B1E-55E8-317901FFECED}"/>
                </a:ext>
              </a:extLst>
            </p:cNvPr>
            <p:cNvSpPr/>
            <p:nvPr/>
          </p:nvSpPr>
          <p:spPr>
            <a:xfrm rot="10800000">
              <a:off x="2312650" y="4383545"/>
              <a:ext cx="45719" cy="1256897"/>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4" name="Left Bracket 63">
              <a:extLst>
                <a:ext uri="{FF2B5EF4-FFF2-40B4-BE49-F238E27FC236}">
                  <a16:creationId xmlns:a16="http://schemas.microsoft.com/office/drawing/2014/main" id="{4EB41FD7-14F2-92AD-8E29-E3985E9E6918}"/>
                </a:ext>
              </a:extLst>
            </p:cNvPr>
            <p:cNvSpPr/>
            <p:nvPr/>
          </p:nvSpPr>
          <p:spPr>
            <a:xfrm>
              <a:off x="2057320" y="4383545"/>
              <a:ext cx="45720" cy="1256890"/>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65" name="Group 64">
            <a:extLst>
              <a:ext uri="{FF2B5EF4-FFF2-40B4-BE49-F238E27FC236}">
                <a16:creationId xmlns:a16="http://schemas.microsoft.com/office/drawing/2014/main" id="{55B74E7B-D02D-AC31-B5B6-328D0A8AE973}"/>
              </a:ext>
            </a:extLst>
          </p:cNvPr>
          <p:cNvGrpSpPr/>
          <p:nvPr/>
        </p:nvGrpSpPr>
        <p:grpSpPr>
          <a:xfrm>
            <a:off x="7672083" y="3768192"/>
            <a:ext cx="301059" cy="863048"/>
            <a:chOff x="7672083" y="3768192"/>
            <a:chExt cx="301059" cy="863048"/>
          </a:xfrm>
        </p:grpSpPr>
        <p:cxnSp>
          <p:nvCxnSpPr>
            <p:cNvPr id="66" name="Straight Arrow Connector 65">
              <a:extLst>
                <a:ext uri="{FF2B5EF4-FFF2-40B4-BE49-F238E27FC236}">
                  <a16:creationId xmlns:a16="http://schemas.microsoft.com/office/drawing/2014/main" id="{C85518AF-9525-7F93-66D4-B8C479795C60}"/>
                </a:ext>
              </a:extLst>
            </p:cNvPr>
            <p:cNvCxnSpPr>
              <a:cxnSpLocks/>
            </p:cNvCxnSpPr>
            <p:nvPr/>
          </p:nvCxnSpPr>
          <p:spPr>
            <a:xfrm>
              <a:off x="7677053" y="3768192"/>
              <a:ext cx="2960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AA7C553E-CEAD-89AE-A84D-285D47EB1A92}"/>
                </a:ext>
              </a:extLst>
            </p:cNvPr>
            <p:cNvCxnSpPr>
              <a:cxnSpLocks/>
            </p:cNvCxnSpPr>
            <p:nvPr/>
          </p:nvCxnSpPr>
          <p:spPr>
            <a:xfrm>
              <a:off x="7672083" y="4067482"/>
              <a:ext cx="2960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29DC8BA1-F75E-9AD3-3C4F-20E92587FA06}"/>
                </a:ext>
              </a:extLst>
            </p:cNvPr>
            <p:cNvCxnSpPr>
              <a:cxnSpLocks/>
            </p:cNvCxnSpPr>
            <p:nvPr/>
          </p:nvCxnSpPr>
          <p:spPr>
            <a:xfrm>
              <a:off x="7672083" y="4351276"/>
              <a:ext cx="2960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8AFF571F-EF8B-0EA3-2947-A082871D5519}"/>
                </a:ext>
              </a:extLst>
            </p:cNvPr>
            <p:cNvCxnSpPr>
              <a:cxnSpLocks/>
            </p:cNvCxnSpPr>
            <p:nvPr/>
          </p:nvCxnSpPr>
          <p:spPr>
            <a:xfrm>
              <a:off x="7672083" y="4631240"/>
              <a:ext cx="2960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A0DC2B6F-12B3-4A25-AF26-2D9D869DD82E}"/>
                  </a:ext>
                </a:extLst>
              </p:cNvPr>
              <p:cNvSpPr txBox="1"/>
              <p:nvPr/>
            </p:nvSpPr>
            <p:spPr>
              <a:xfrm>
                <a:off x="10154544" y="4001485"/>
                <a:ext cx="51643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m:t>
                          </m:r>
                          <m:r>
                            <a:rPr lang="en-US" b="0" i="1" smtClean="0">
                              <a:latin typeface="Cambria Math" panose="02040503050406030204" pitchFamily="18" charset="0"/>
                            </a:rPr>
                            <m:t>=3</m:t>
                          </m:r>
                        </m:sub>
                      </m:sSub>
                    </m:oMath>
                  </m:oMathPara>
                </a14:m>
                <a:endParaRPr lang="en-US" dirty="0"/>
              </a:p>
            </p:txBody>
          </p:sp>
        </mc:Choice>
        <mc:Fallback xmlns="">
          <p:sp>
            <p:nvSpPr>
              <p:cNvPr id="73" name="TextBox 72">
                <a:extLst>
                  <a:ext uri="{FF2B5EF4-FFF2-40B4-BE49-F238E27FC236}">
                    <a16:creationId xmlns:a16="http://schemas.microsoft.com/office/drawing/2014/main" id="{A0DC2B6F-12B3-4A25-AF26-2D9D869DD82E}"/>
                  </a:ext>
                </a:extLst>
              </p:cNvPr>
              <p:cNvSpPr txBox="1">
                <a:spLocks noRot="1" noChangeAspect="1" noMove="1" noResize="1" noEditPoints="1" noAdjustHandles="1" noChangeArrowheads="1" noChangeShapeType="1" noTextEdit="1"/>
              </p:cNvSpPr>
              <p:nvPr/>
            </p:nvSpPr>
            <p:spPr>
              <a:xfrm>
                <a:off x="10154544" y="4001485"/>
                <a:ext cx="516434" cy="369332"/>
              </a:xfrm>
              <a:prstGeom prst="rect">
                <a:avLst/>
              </a:prstGeom>
              <a:blipFill>
                <a:blip r:embed="rId20"/>
                <a:stretch>
                  <a:fillRect r="-7143" b="-6452"/>
                </a:stretch>
              </a:blipFill>
            </p:spPr>
            <p:txBody>
              <a:bodyPr/>
              <a:lstStyle/>
              <a:p>
                <a:r>
                  <a:rPr lang="en-US">
                    <a:noFill/>
                  </a:rPr>
                  <a:t> </a:t>
                </a:r>
              </a:p>
            </p:txBody>
          </p:sp>
        </mc:Fallback>
      </mc:AlternateContent>
      <p:sp>
        <p:nvSpPr>
          <p:cNvPr id="74" name="Oval 73">
            <a:extLst>
              <a:ext uri="{FF2B5EF4-FFF2-40B4-BE49-F238E27FC236}">
                <a16:creationId xmlns:a16="http://schemas.microsoft.com/office/drawing/2014/main" id="{094BFB19-3A92-52B4-FE66-4A9F664DD9F0}"/>
              </a:ext>
            </a:extLst>
          </p:cNvPr>
          <p:cNvSpPr/>
          <p:nvPr/>
        </p:nvSpPr>
        <p:spPr>
          <a:xfrm>
            <a:off x="9318740" y="4055316"/>
            <a:ext cx="231228" cy="228600"/>
          </a:xfrm>
          <a:prstGeom prst="ellipse">
            <a:avLst/>
          </a:prstGeom>
          <a:solidFill>
            <a:schemeClr val="accent6">
              <a:lumMod val="75000"/>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Right Arrow 74">
            <a:extLst>
              <a:ext uri="{FF2B5EF4-FFF2-40B4-BE49-F238E27FC236}">
                <a16:creationId xmlns:a16="http://schemas.microsoft.com/office/drawing/2014/main" id="{A0F56982-A947-F536-9498-A0F19EB95419}"/>
              </a:ext>
            </a:extLst>
          </p:cNvPr>
          <p:cNvSpPr/>
          <p:nvPr/>
        </p:nvSpPr>
        <p:spPr>
          <a:xfrm flipV="1">
            <a:off x="9656491" y="4133293"/>
            <a:ext cx="370114" cy="114300"/>
          </a:xfrm>
          <a:prstGeom prst="rightArrow">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5" name="Group 44">
            <a:extLst>
              <a:ext uri="{FF2B5EF4-FFF2-40B4-BE49-F238E27FC236}">
                <a16:creationId xmlns:a16="http://schemas.microsoft.com/office/drawing/2014/main" id="{FB066EED-DE39-DEF7-8663-5755254BA076}"/>
              </a:ext>
            </a:extLst>
          </p:cNvPr>
          <p:cNvGrpSpPr/>
          <p:nvPr/>
        </p:nvGrpSpPr>
        <p:grpSpPr>
          <a:xfrm>
            <a:off x="6300015" y="4571783"/>
            <a:ext cx="396781" cy="1740706"/>
            <a:chOff x="5428256" y="1880159"/>
            <a:chExt cx="396781" cy="1740706"/>
          </a:xfrm>
        </p:grpSpPr>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D3DC4493-FF2C-B319-3976-46830A79106D}"/>
                    </a:ext>
                  </a:extLst>
                </p:cNvPr>
                <p:cNvSpPr txBox="1"/>
                <p:nvPr/>
              </p:nvSpPr>
              <p:spPr>
                <a:xfrm>
                  <a:off x="5488633" y="2310268"/>
                  <a:ext cx="241092" cy="4494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𝑥</m:t>
                            </m:r>
                          </m:e>
                          <m:sub>
                            <m:r>
                              <a:rPr lang="en-US" sz="1100" b="0" i="1" smtClean="0">
                                <a:latin typeface="Cambria Math" panose="02040503050406030204" pitchFamily="18" charset="0"/>
                              </a:rPr>
                              <m:t>𝑡</m:t>
                            </m:r>
                            <m:r>
                              <a:rPr lang="en-US" sz="1100" b="0" i="1" smtClean="0">
                                <a:latin typeface="Cambria Math" panose="02040503050406030204" pitchFamily="18" charset="0"/>
                              </a:rPr>
                              <m:t>3</m:t>
                            </m:r>
                          </m:sub>
                          <m:sup>
                            <m:r>
                              <a:rPr lang="en-US" sz="1100" b="0" i="1" smtClean="0">
                                <a:latin typeface="Cambria Math" panose="02040503050406030204" pitchFamily="18" charset="0"/>
                              </a:rPr>
                              <m:t>2</m:t>
                            </m:r>
                          </m:sup>
                        </m:sSubSup>
                      </m:oMath>
                    </m:oMathPara>
                  </a14:m>
                  <a:endParaRPr lang="en-US" sz="1100" b="0" dirty="0"/>
                </a:p>
                <a:p>
                  <a:endParaRPr lang="en-US" dirty="0"/>
                </a:p>
              </p:txBody>
            </p:sp>
          </mc:Choice>
          <mc:Fallback xmlns="">
            <p:sp>
              <p:nvSpPr>
                <p:cNvPr id="46" name="TextBox 45">
                  <a:extLst>
                    <a:ext uri="{FF2B5EF4-FFF2-40B4-BE49-F238E27FC236}">
                      <a16:creationId xmlns:a16="http://schemas.microsoft.com/office/drawing/2014/main" id="{D3DC4493-FF2C-B319-3976-46830A79106D}"/>
                    </a:ext>
                  </a:extLst>
                </p:cNvPr>
                <p:cNvSpPr txBox="1">
                  <a:spLocks noRot="1" noChangeAspect="1" noMove="1" noResize="1" noEditPoints="1" noAdjustHandles="1" noChangeArrowheads="1" noChangeShapeType="1" noTextEdit="1"/>
                </p:cNvSpPr>
                <p:nvPr/>
              </p:nvSpPr>
              <p:spPr>
                <a:xfrm>
                  <a:off x="5488633" y="2310268"/>
                  <a:ext cx="241092" cy="449482"/>
                </a:xfrm>
                <a:prstGeom prst="rect">
                  <a:avLst/>
                </a:prstGeom>
                <a:blipFill>
                  <a:blip r:embed="rId21"/>
                  <a:stretch>
                    <a:fillRect r="-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7ACB3B57-4107-78B8-04F1-BF435BC42B7D}"/>
                    </a:ext>
                  </a:extLst>
                </p:cNvPr>
                <p:cNvSpPr txBox="1"/>
                <p:nvPr/>
              </p:nvSpPr>
              <p:spPr>
                <a:xfrm>
                  <a:off x="5488633" y="1880159"/>
                  <a:ext cx="241092" cy="4490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𝑥</m:t>
                            </m:r>
                          </m:e>
                          <m:sub>
                            <m:r>
                              <a:rPr lang="en-US" sz="1100" b="0" i="1" smtClean="0">
                                <a:latin typeface="Cambria Math" panose="02040503050406030204" pitchFamily="18" charset="0"/>
                              </a:rPr>
                              <m:t>𝑡</m:t>
                            </m:r>
                            <m:r>
                              <a:rPr lang="en-US" sz="1100" b="0" i="1" smtClean="0">
                                <a:latin typeface="Cambria Math" panose="02040503050406030204" pitchFamily="18" charset="0"/>
                              </a:rPr>
                              <m:t>3</m:t>
                            </m:r>
                          </m:sub>
                          <m:sup>
                            <m:r>
                              <a:rPr lang="en-US" sz="1100" b="0" i="1" smtClean="0">
                                <a:latin typeface="Cambria Math" panose="02040503050406030204" pitchFamily="18" charset="0"/>
                              </a:rPr>
                              <m:t>1</m:t>
                            </m:r>
                          </m:sup>
                        </m:sSubSup>
                      </m:oMath>
                    </m:oMathPara>
                  </a14:m>
                  <a:endParaRPr lang="en-US" sz="1100" b="0" dirty="0"/>
                </a:p>
                <a:p>
                  <a:endParaRPr lang="en-US" dirty="0"/>
                </a:p>
              </p:txBody>
            </p:sp>
          </mc:Choice>
          <mc:Fallback xmlns="">
            <p:sp>
              <p:nvSpPr>
                <p:cNvPr id="47" name="TextBox 46">
                  <a:extLst>
                    <a:ext uri="{FF2B5EF4-FFF2-40B4-BE49-F238E27FC236}">
                      <a16:creationId xmlns:a16="http://schemas.microsoft.com/office/drawing/2014/main" id="{7ACB3B57-4107-78B8-04F1-BF435BC42B7D}"/>
                    </a:ext>
                  </a:extLst>
                </p:cNvPr>
                <p:cNvSpPr txBox="1">
                  <a:spLocks noRot="1" noChangeAspect="1" noMove="1" noResize="1" noEditPoints="1" noAdjustHandles="1" noChangeArrowheads="1" noChangeShapeType="1" noTextEdit="1"/>
                </p:cNvSpPr>
                <p:nvPr/>
              </p:nvSpPr>
              <p:spPr>
                <a:xfrm>
                  <a:off x="5488633" y="1880159"/>
                  <a:ext cx="241092" cy="449097"/>
                </a:xfrm>
                <a:prstGeom prst="rect">
                  <a:avLst/>
                </a:prstGeom>
                <a:blipFill>
                  <a:blip r:embed="rId22"/>
                  <a:stretch>
                    <a:fillRect r="-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403E19EC-1F5D-F598-B057-F3B4B8E846CE}"/>
                    </a:ext>
                  </a:extLst>
                </p:cNvPr>
                <p:cNvSpPr txBox="1"/>
                <p:nvPr/>
              </p:nvSpPr>
              <p:spPr>
                <a:xfrm>
                  <a:off x="5477135" y="2740761"/>
                  <a:ext cx="238655" cy="4503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𝑥</m:t>
                            </m:r>
                          </m:e>
                          <m:sub>
                            <m:r>
                              <a:rPr lang="en-US" sz="1100" b="0" i="1" smtClean="0">
                                <a:latin typeface="Cambria Math" panose="02040503050406030204" pitchFamily="18" charset="0"/>
                              </a:rPr>
                              <m:t>𝑡</m:t>
                            </m:r>
                            <m:r>
                              <a:rPr lang="en-US" sz="1100" b="0" i="1" smtClean="0">
                                <a:latin typeface="Cambria Math" panose="02040503050406030204" pitchFamily="18" charset="0"/>
                              </a:rPr>
                              <m:t>3</m:t>
                            </m:r>
                          </m:sub>
                          <m:sup>
                            <m:r>
                              <a:rPr lang="en-US" sz="1100" b="0" i="1" smtClean="0">
                                <a:latin typeface="Cambria Math" panose="02040503050406030204" pitchFamily="18" charset="0"/>
                              </a:rPr>
                              <m:t>3</m:t>
                            </m:r>
                          </m:sup>
                        </m:sSubSup>
                      </m:oMath>
                    </m:oMathPara>
                  </a14:m>
                  <a:endParaRPr lang="en-US" sz="1100" b="0" dirty="0"/>
                </a:p>
                <a:p>
                  <a:endParaRPr lang="en-US" dirty="0"/>
                </a:p>
              </p:txBody>
            </p:sp>
          </mc:Choice>
          <mc:Fallback xmlns="">
            <p:sp>
              <p:nvSpPr>
                <p:cNvPr id="48" name="TextBox 47">
                  <a:extLst>
                    <a:ext uri="{FF2B5EF4-FFF2-40B4-BE49-F238E27FC236}">
                      <a16:creationId xmlns:a16="http://schemas.microsoft.com/office/drawing/2014/main" id="{403E19EC-1F5D-F598-B057-F3B4B8E846CE}"/>
                    </a:ext>
                  </a:extLst>
                </p:cNvPr>
                <p:cNvSpPr txBox="1">
                  <a:spLocks noRot="1" noChangeAspect="1" noMove="1" noResize="1" noEditPoints="1" noAdjustHandles="1" noChangeArrowheads="1" noChangeShapeType="1" noTextEdit="1"/>
                </p:cNvSpPr>
                <p:nvPr/>
              </p:nvSpPr>
              <p:spPr>
                <a:xfrm>
                  <a:off x="5477135" y="2740761"/>
                  <a:ext cx="238655" cy="450316"/>
                </a:xfrm>
                <a:prstGeom prst="rect">
                  <a:avLst/>
                </a:prstGeom>
                <a:blipFill>
                  <a:blip r:embed="rId23"/>
                  <a:stretch>
                    <a:fillRect r="-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DDD57A86-A9C2-3D8C-8634-FF6B81DFD55D}"/>
                    </a:ext>
                  </a:extLst>
                </p:cNvPr>
                <p:cNvSpPr txBox="1"/>
                <p:nvPr/>
              </p:nvSpPr>
              <p:spPr>
                <a:xfrm>
                  <a:off x="5480063" y="3172088"/>
                  <a:ext cx="238655" cy="448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𝑥</m:t>
                            </m:r>
                          </m:e>
                          <m:sub>
                            <m:r>
                              <a:rPr lang="en-US" sz="1100" b="0" i="1" smtClean="0">
                                <a:latin typeface="Cambria Math" panose="02040503050406030204" pitchFamily="18" charset="0"/>
                              </a:rPr>
                              <m:t>𝑡</m:t>
                            </m:r>
                            <m:r>
                              <a:rPr lang="en-US" sz="1100" b="0" i="1" smtClean="0">
                                <a:latin typeface="Cambria Math" panose="02040503050406030204" pitchFamily="18" charset="0"/>
                              </a:rPr>
                              <m:t>3</m:t>
                            </m:r>
                          </m:sub>
                          <m:sup>
                            <m:r>
                              <a:rPr lang="en-US" sz="1100" b="0" i="1" smtClean="0">
                                <a:latin typeface="Cambria Math" panose="02040503050406030204" pitchFamily="18" charset="0"/>
                              </a:rPr>
                              <m:t>4</m:t>
                            </m:r>
                          </m:sup>
                        </m:sSubSup>
                      </m:oMath>
                    </m:oMathPara>
                  </a14:m>
                  <a:endParaRPr lang="en-US" sz="1100" b="0" dirty="0"/>
                </a:p>
                <a:p>
                  <a:endParaRPr lang="en-US" dirty="0"/>
                </a:p>
              </p:txBody>
            </p:sp>
          </mc:Choice>
          <mc:Fallback xmlns="">
            <p:sp>
              <p:nvSpPr>
                <p:cNvPr id="49" name="TextBox 48">
                  <a:extLst>
                    <a:ext uri="{FF2B5EF4-FFF2-40B4-BE49-F238E27FC236}">
                      <a16:creationId xmlns:a16="http://schemas.microsoft.com/office/drawing/2014/main" id="{DDD57A86-A9C2-3D8C-8634-FF6B81DFD55D}"/>
                    </a:ext>
                  </a:extLst>
                </p:cNvPr>
                <p:cNvSpPr txBox="1">
                  <a:spLocks noRot="1" noChangeAspect="1" noMove="1" noResize="1" noEditPoints="1" noAdjustHandles="1" noChangeArrowheads="1" noChangeShapeType="1" noTextEdit="1"/>
                </p:cNvSpPr>
                <p:nvPr/>
              </p:nvSpPr>
              <p:spPr>
                <a:xfrm>
                  <a:off x="5480063" y="3172088"/>
                  <a:ext cx="238655" cy="448777"/>
                </a:xfrm>
                <a:prstGeom prst="rect">
                  <a:avLst/>
                </a:prstGeom>
                <a:blipFill>
                  <a:blip r:embed="rId24"/>
                  <a:stretch>
                    <a:fillRect l="-5263" r="-5263"/>
                  </a:stretch>
                </a:blipFill>
              </p:spPr>
              <p:txBody>
                <a:bodyPr/>
                <a:lstStyle/>
                <a:p>
                  <a:r>
                    <a:rPr lang="en-US">
                      <a:noFill/>
                    </a:rPr>
                    <a:t> </a:t>
                  </a:r>
                </a:p>
              </p:txBody>
            </p:sp>
          </mc:Fallback>
        </mc:AlternateContent>
        <p:sp>
          <p:nvSpPr>
            <p:cNvPr id="50" name="Left Bracket 49">
              <a:extLst>
                <a:ext uri="{FF2B5EF4-FFF2-40B4-BE49-F238E27FC236}">
                  <a16:creationId xmlns:a16="http://schemas.microsoft.com/office/drawing/2014/main" id="{995F1B8F-EE6C-2A7B-55A3-EAF8EAC266A4}"/>
                </a:ext>
              </a:extLst>
            </p:cNvPr>
            <p:cNvSpPr/>
            <p:nvPr/>
          </p:nvSpPr>
          <p:spPr>
            <a:xfrm>
              <a:off x="5428256" y="1994015"/>
              <a:ext cx="51707" cy="1300274"/>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Left Bracket 50">
              <a:extLst>
                <a:ext uri="{FF2B5EF4-FFF2-40B4-BE49-F238E27FC236}">
                  <a16:creationId xmlns:a16="http://schemas.microsoft.com/office/drawing/2014/main" id="{80A05D99-092D-FFF1-F1E9-5A545A7082D8}"/>
                </a:ext>
              </a:extLst>
            </p:cNvPr>
            <p:cNvSpPr/>
            <p:nvPr/>
          </p:nvSpPr>
          <p:spPr>
            <a:xfrm rot="10800000">
              <a:off x="5773330" y="1988146"/>
              <a:ext cx="51707" cy="1300274"/>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30" name="Rectangle 29">
            <a:extLst>
              <a:ext uri="{FF2B5EF4-FFF2-40B4-BE49-F238E27FC236}">
                <a16:creationId xmlns:a16="http://schemas.microsoft.com/office/drawing/2014/main" id="{DF32E53F-C6DB-69EF-3FA4-701F0E38E96B}"/>
              </a:ext>
            </a:extLst>
          </p:cNvPr>
          <p:cNvSpPr/>
          <p:nvPr/>
        </p:nvSpPr>
        <p:spPr>
          <a:xfrm>
            <a:off x="3228413" y="1610591"/>
            <a:ext cx="566928" cy="1975288"/>
          </a:xfrm>
          <a:prstGeom prst="rect">
            <a:avLst/>
          </a:prstGeom>
          <a:solidFill>
            <a:srgbClr val="BDD7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the</a:t>
            </a:r>
          </a:p>
        </p:txBody>
      </p:sp>
      <p:grpSp>
        <p:nvGrpSpPr>
          <p:cNvPr id="32" name="Group 31">
            <a:extLst>
              <a:ext uri="{FF2B5EF4-FFF2-40B4-BE49-F238E27FC236}">
                <a16:creationId xmlns:a16="http://schemas.microsoft.com/office/drawing/2014/main" id="{15E37E30-12FE-967E-2242-39155C3A9222}"/>
              </a:ext>
            </a:extLst>
          </p:cNvPr>
          <p:cNvGrpSpPr/>
          <p:nvPr/>
        </p:nvGrpSpPr>
        <p:grpSpPr>
          <a:xfrm>
            <a:off x="6296974" y="2089912"/>
            <a:ext cx="381797" cy="1738654"/>
            <a:chOff x="2027653" y="4269689"/>
            <a:chExt cx="381797" cy="1738654"/>
          </a:xfrm>
        </p:grpSpPr>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3E1B8E56-0D64-6FDF-3864-6C1F7FB5830B}"/>
                    </a:ext>
                  </a:extLst>
                </p:cNvPr>
                <p:cNvSpPr txBox="1"/>
                <p:nvPr/>
              </p:nvSpPr>
              <p:spPr>
                <a:xfrm>
                  <a:off x="2071130" y="4699798"/>
                  <a:ext cx="253403" cy="44743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sz="1100" b="0" i="1" smtClean="0">
                                <a:latin typeface="Cambria Math" panose="02040503050406030204" pitchFamily="18" charset="0"/>
                              </a:rPr>
                              <m:t>2</m:t>
                            </m:r>
                          </m:sub>
                          <m:sup>
                            <m:r>
                              <a:rPr lang="en-US" sz="1100" b="0" i="1" smtClean="0">
                                <a:latin typeface="Cambria Math" panose="02040503050406030204" pitchFamily="18" charset="0"/>
                              </a:rPr>
                              <m:t>2</m:t>
                            </m:r>
                          </m:sup>
                        </m:sSubSup>
                      </m:oMath>
                    </m:oMathPara>
                  </a14:m>
                  <a:endParaRPr lang="en-US" sz="1100" b="0" dirty="0"/>
                </a:p>
                <a:p>
                  <a:endParaRPr lang="en-US" dirty="0"/>
                </a:p>
              </p:txBody>
            </p:sp>
          </mc:Choice>
          <mc:Fallback xmlns="">
            <p:sp>
              <p:nvSpPr>
                <p:cNvPr id="33" name="TextBox 32">
                  <a:extLst>
                    <a:ext uri="{FF2B5EF4-FFF2-40B4-BE49-F238E27FC236}">
                      <a16:creationId xmlns:a16="http://schemas.microsoft.com/office/drawing/2014/main" id="{3E1B8E56-0D64-6FDF-3864-6C1F7FB5830B}"/>
                    </a:ext>
                  </a:extLst>
                </p:cNvPr>
                <p:cNvSpPr txBox="1">
                  <a:spLocks noRot="1" noChangeAspect="1" noMove="1" noResize="1" noEditPoints="1" noAdjustHandles="1" noChangeArrowheads="1" noChangeShapeType="1" noTextEdit="1"/>
                </p:cNvSpPr>
                <p:nvPr/>
              </p:nvSpPr>
              <p:spPr>
                <a:xfrm>
                  <a:off x="2071130" y="4699798"/>
                  <a:ext cx="253403" cy="447430"/>
                </a:xfrm>
                <a:prstGeom prst="rect">
                  <a:avLst/>
                </a:prstGeom>
                <a:blipFill>
                  <a:blip r:embed="rId25"/>
                  <a:stretch>
                    <a:fillRect l="-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0D9273D5-7D3A-6A9B-186B-BD6A17F19129}"/>
                    </a:ext>
                  </a:extLst>
                </p:cNvPr>
                <p:cNvSpPr txBox="1"/>
                <p:nvPr/>
              </p:nvSpPr>
              <p:spPr>
                <a:xfrm>
                  <a:off x="2071932" y="4269689"/>
                  <a:ext cx="244939" cy="4490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sz="1100" b="0" i="1" smtClean="0">
                                <a:latin typeface="Cambria Math" panose="02040503050406030204" pitchFamily="18" charset="0"/>
                              </a:rPr>
                              <m:t>2</m:t>
                            </m:r>
                          </m:sub>
                          <m:sup>
                            <m:r>
                              <a:rPr lang="en-US" sz="1100" b="0" i="1" smtClean="0">
                                <a:latin typeface="Cambria Math" panose="02040503050406030204" pitchFamily="18" charset="0"/>
                              </a:rPr>
                              <m:t>1</m:t>
                            </m:r>
                          </m:sup>
                        </m:sSubSup>
                      </m:oMath>
                    </m:oMathPara>
                  </a14:m>
                  <a:endParaRPr lang="en-US" sz="1100" b="0" dirty="0"/>
                </a:p>
                <a:p>
                  <a:endParaRPr lang="en-US" dirty="0"/>
                </a:p>
              </p:txBody>
            </p:sp>
          </mc:Choice>
          <mc:Fallback xmlns="">
            <p:sp>
              <p:nvSpPr>
                <p:cNvPr id="34" name="TextBox 33">
                  <a:extLst>
                    <a:ext uri="{FF2B5EF4-FFF2-40B4-BE49-F238E27FC236}">
                      <a16:creationId xmlns:a16="http://schemas.microsoft.com/office/drawing/2014/main" id="{0D9273D5-7D3A-6A9B-186B-BD6A17F19129}"/>
                    </a:ext>
                  </a:extLst>
                </p:cNvPr>
                <p:cNvSpPr txBox="1">
                  <a:spLocks noRot="1" noChangeAspect="1" noMove="1" noResize="1" noEditPoints="1" noAdjustHandles="1" noChangeArrowheads="1" noChangeShapeType="1" noTextEdit="1"/>
                </p:cNvSpPr>
                <p:nvPr/>
              </p:nvSpPr>
              <p:spPr>
                <a:xfrm>
                  <a:off x="2071932" y="4269689"/>
                  <a:ext cx="244939" cy="449097"/>
                </a:xfrm>
                <a:prstGeom prst="rect">
                  <a:avLst/>
                </a:prstGeom>
                <a:blipFill>
                  <a:blip r:embed="rId26"/>
                  <a:stretch>
                    <a:fillRect l="-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DD39697B-9780-D568-7A43-783856A12DDB}"/>
                    </a:ext>
                  </a:extLst>
                </p:cNvPr>
                <p:cNvSpPr txBox="1"/>
                <p:nvPr/>
              </p:nvSpPr>
              <p:spPr>
                <a:xfrm>
                  <a:off x="2081935" y="5130291"/>
                  <a:ext cx="252570" cy="4482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sz="1100" b="0" i="1" smtClean="0">
                                <a:latin typeface="Cambria Math" panose="02040503050406030204" pitchFamily="18" charset="0"/>
                              </a:rPr>
                              <m:t>2</m:t>
                            </m:r>
                          </m:sub>
                          <m:sup>
                            <m:r>
                              <a:rPr lang="en-US" sz="1100" b="0" i="1" smtClean="0">
                                <a:latin typeface="Cambria Math" panose="02040503050406030204" pitchFamily="18" charset="0"/>
                              </a:rPr>
                              <m:t>3</m:t>
                            </m:r>
                          </m:sup>
                        </m:sSubSup>
                      </m:oMath>
                    </m:oMathPara>
                  </a14:m>
                  <a:endParaRPr lang="en-US" sz="1100" b="0" dirty="0"/>
                </a:p>
                <a:p>
                  <a:endParaRPr lang="en-US" dirty="0"/>
                </a:p>
              </p:txBody>
            </p:sp>
          </mc:Choice>
          <mc:Fallback xmlns="">
            <p:sp>
              <p:nvSpPr>
                <p:cNvPr id="35" name="TextBox 34">
                  <a:extLst>
                    <a:ext uri="{FF2B5EF4-FFF2-40B4-BE49-F238E27FC236}">
                      <a16:creationId xmlns:a16="http://schemas.microsoft.com/office/drawing/2014/main" id="{DD39697B-9780-D568-7A43-783856A12DDB}"/>
                    </a:ext>
                  </a:extLst>
                </p:cNvPr>
                <p:cNvSpPr txBox="1">
                  <a:spLocks noRot="1" noChangeAspect="1" noMove="1" noResize="1" noEditPoints="1" noAdjustHandles="1" noChangeArrowheads="1" noChangeShapeType="1" noTextEdit="1"/>
                </p:cNvSpPr>
                <p:nvPr/>
              </p:nvSpPr>
              <p:spPr>
                <a:xfrm>
                  <a:off x="2081935" y="5130291"/>
                  <a:ext cx="252570" cy="448200"/>
                </a:xfrm>
                <a:prstGeom prst="rect">
                  <a:avLst/>
                </a:prstGeom>
                <a:blipFill>
                  <a:blip r:embed="rId27"/>
                  <a:stretch>
                    <a:fillRect l="-10000" r="-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59637EF3-8ABE-67FB-2827-011F89D455AC}"/>
                    </a:ext>
                  </a:extLst>
                </p:cNvPr>
                <p:cNvSpPr txBox="1"/>
                <p:nvPr/>
              </p:nvSpPr>
              <p:spPr>
                <a:xfrm>
                  <a:off x="2071547" y="5561618"/>
                  <a:ext cx="252570" cy="44672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sz="1100" b="0" i="1" smtClean="0">
                                <a:latin typeface="Cambria Math" panose="02040503050406030204" pitchFamily="18" charset="0"/>
                              </a:rPr>
                              <m:t>2</m:t>
                            </m:r>
                          </m:sub>
                          <m:sup>
                            <m:r>
                              <a:rPr lang="en-US" sz="1100" b="0" i="1" smtClean="0">
                                <a:latin typeface="Cambria Math" panose="02040503050406030204" pitchFamily="18" charset="0"/>
                              </a:rPr>
                              <m:t>4</m:t>
                            </m:r>
                          </m:sup>
                        </m:sSubSup>
                      </m:oMath>
                    </m:oMathPara>
                  </a14:m>
                  <a:endParaRPr lang="en-US" sz="1100" b="0" dirty="0"/>
                </a:p>
                <a:p>
                  <a:endParaRPr lang="en-US" dirty="0"/>
                </a:p>
              </p:txBody>
            </p:sp>
          </mc:Choice>
          <mc:Fallback xmlns="">
            <p:sp>
              <p:nvSpPr>
                <p:cNvPr id="36" name="TextBox 35">
                  <a:extLst>
                    <a:ext uri="{FF2B5EF4-FFF2-40B4-BE49-F238E27FC236}">
                      <a16:creationId xmlns:a16="http://schemas.microsoft.com/office/drawing/2014/main" id="{59637EF3-8ABE-67FB-2827-011F89D455AC}"/>
                    </a:ext>
                  </a:extLst>
                </p:cNvPr>
                <p:cNvSpPr txBox="1">
                  <a:spLocks noRot="1" noChangeAspect="1" noMove="1" noResize="1" noEditPoints="1" noAdjustHandles="1" noChangeArrowheads="1" noChangeShapeType="1" noTextEdit="1"/>
                </p:cNvSpPr>
                <p:nvPr/>
              </p:nvSpPr>
              <p:spPr>
                <a:xfrm>
                  <a:off x="2071547" y="5561618"/>
                  <a:ext cx="252570" cy="446725"/>
                </a:xfrm>
                <a:prstGeom prst="rect">
                  <a:avLst/>
                </a:prstGeom>
                <a:blipFill>
                  <a:blip r:embed="rId28"/>
                  <a:stretch>
                    <a:fillRect l="-9524"/>
                  </a:stretch>
                </a:blipFill>
              </p:spPr>
              <p:txBody>
                <a:bodyPr/>
                <a:lstStyle/>
                <a:p>
                  <a:r>
                    <a:rPr lang="en-US">
                      <a:noFill/>
                    </a:rPr>
                    <a:t> </a:t>
                  </a:r>
                </a:p>
              </p:txBody>
            </p:sp>
          </mc:Fallback>
        </mc:AlternateContent>
        <p:sp>
          <p:nvSpPr>
            <p:cNvPr id="37" name="Left Bracket 36">
              <a:extLst>
                <a:ext uri="{FF2B5EF4-FFF2-40B4-BE49-F238E27FC236}">
                  <a16:creationId xmlns:a16="http://schemas.microsoft.com/office/drawing/2014/main" id="{3EC45BF5-795F-E274-BC5D-4CE1E38E05EF}"/>
                </a:ext>
              </a:extLst>
            </p:cNvPr>
            <p:cNvSpPr/>
            <p:nvPr/>
          </p:nvSpPr>
          <p:spPr>
            <a:xfrm rot="10800000">
              <a:off x="2357743" y="4383545"/>
              <a:ext cx="51707" cy="1300274"/>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8" name="Left Bracket 37">
              <a:extLst>
                <a:ext uri="{FF2B5EF4-FFF2-40B4-BE49-F238E27FC236}">
                  <a16:creationId xmlns:a16="http://schemas.microsoft.com/office/drawing/2014/main" id="{E7F8ADFF-4070-3758-9259-E94056BD4A44}"/>
                </a:ext>
              </a:extLst>
            </p:cNvPr>
            <p:cNvSpPr/>
            <p:nvPr/>
          </p:nvSpPr>
          <p:spPr>
            <a:xfrm>
              <a:off x="2027653" y="4383545"/>
              <a:ext cx="51707" cy="1300274"/>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2623644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A103E-A368-6C91-0ED5-820FD56EAEB7}"/>
              </a:ext>
            </a:extLst>
          </p:cNvPr>
          <p:cNvSpPr>
            <a:spLocks noGrp="1"/>
          </p:cNvSpPr>
          <p:nvPr>
            <p:ph type="title"/>
          </p:nvPr>
        </p:nvSpPr>
        <p:spPr/>
        <p:txBody>
          <a:bodyPr/>
          <a:lstStyle/>
          <a:p>
            <a:r>
              <a:rPr lang="en-US" dirty="0"/>
              <a:t>Step 8: Forward to calculate y</a:t>
            </a:r>
            <a:endParaRPr lang="en-US" b="1" dirty="0"/>
          </a:p>
        </p:txBody>
      </p:sp>
      <p:sp>
        <p:nvSpPr>
          <p:cNvPr id="4" name="Slide Number Placeholder 3">
            <a:extLst>
              <a:ext uri="{FF2B5EF4-FFF2-40B4-BE49-F238E27FC236}">
                <a16:creationId xmlns:a16="http://schemas.microsoft.com/office/drawing/2014/main" id="{4B1F9F87-CD6F-BE52-1730-2D0B97CCD0F6}"/>
              </a:ext>
            </a:extLst>
          </p:cNvPr>
          <p:cNvSpPr>
            <a:spLocks noGrp="1"/>
          </p:cNvSpPr>
          <p:nvPr>
            <p:ph type="sldNum" sz="quarter" idx="12"/>
          </p:nvPr>
        </p:nvSpPr>
        <p:spPr/>
        <p:txBody>
          <a:bodyPr/>
          <a:lstStyle/>
          <a:p>
            <a:fld id="{ACE956E7-2A6A-4E70-9F41-09A4B3DE69AA}" type="slidenum">
              <a:rPr lang="en-US" smtClean="0"/>
              <a:t>12</a:t>
            </a:fld>
            <a:endParaRPr lang="en-US" dirty="0"/>
          </a:p>
        </p:txBody>
      </p:sp>
      <p:sp>
        <p:nvSpPr>
          <p:cNvPr id="5" name="Slide Number Placeholder 3">
            <a:extLst>
              <a:ext uri="{FF2B5EF4-FFF2-40B4-BE49-F238E27FC236}">
                <a16:creationId xmlns:a16="http://schemas.microsoft.com/office/drawing/2014/main" id="{518197FD-DA27-30EA-B2B6-3D8664A450C9}"/>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CE956E7-2A6A-4E70-9F41-09A4B3DE69AA}" type="slidenum">
              <a:rPr lang="en-US" smtClean="0"/>
              <a:pPr/>
              <a:t>12</a:t>
            </a:fld>
            <a:endParaRPr lang="en-US"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D0D1DAD-5F56-4763-E6CC-2794EC9E4178}"/>
                  </a:ext>
                </a:extLst>
              </p:cNvPr>
              <p:cNvSpPr txBox="1"/>
              <p:nvPr/>
            </p:nvSpPr>
            <p:spPr>
              <a:xfrm>
                <a:off x="10154544" y="4001485"/>
                <a:ext cx="51643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m:t>
                          </m:r>
                          <m:r>
                            <a:rPr lang="en-US" b="0" i="1" smtClean="0">
                              <a:latin typeface="Cambria Math" panose="02040503050406030204" pitchFamily="18" charset="0"/>
                            </a:rPr>
                            <m:t>=8</m:t>
                          </m:r>
                        </m:sub>
                      </m:sSub>
                    </m:oMath>
                  </m:oMathPara>
                </a14:m>
                <a:endParaRPr lang="en-US" dirty="0"/>
              </a:p>
            </p:txBody>
          </p:sp>
        </mc:Choice>
        <mc:Fallback xmlns="">
          <p:sp>
            <p:nvSpPr>
              <p:cNvPr id="8" name="TextBox 7">
                <a:extLst>
                  <a:ext uri="{FF2B5EF4-FFF2-40B4-BE49-F238E27FC236}">
                    <a16:creationId xmlns:a16="http://schemas.microsoft.com/office/drawing/2014/main" id="{9D0D1DAD-5F56-4763-E6CC-2794EC9E4178}"/>
                  </a:ext>
                </a:extLst>
              </p:cNvPr>
              <p:cNvSpPr txBox="1">
                <a:spLocks noRot="1" noChangeAspect="1" noMove="1" noResize="1" noEditPoints="1" noAdjustHandles="1" noChangeArrowheads="1" noChangeShapeType="1" noTextEdit="1"/>
              </p:cNvSpPr>
              <p:nvPr/>
            </p:nvSpPr>
            <p:spPr>
              <a:xfrm>
                <a:off x="10154544" y="4001485"/>
                <a:ext cx="516434" cy="369332"/>
              </a:xfrm>
              <a:prstGeom prst="rect">
                <a:avLst/>
              </a:prstGeom>
              <a:blipFill>
                <a:blip r:embed="rId3"/>
                <a:stretch>
                  <a:fillRect r="-7143" b="-6452"/>
                </a:stretch>
              </a:blipFill>
            </p:spPr>
            <p:txBody>
              <a:bodyPr/>
              <a:lstStyle/>
              <a:p>
                <a:r>
                  <a:rPr lang="en-US">
                    <a:noFill/>
                  </a:rPr>
                  <a:t> </a:t>
                </a:r>
              </a:p>
            </p:txBody>
          </p:sp>
        </mc:Fallback>
      </mc:AlternateContent>
      <p:grpSp>
        <p:nvGrpSpPr>
          <p:cNvPr id="22" name="Group 21">
            <a:extLst>
              <a:ext uri="{FF2B5EF4-FFF2-40B4-BE49-F238E27FC236}">
                <a16:creationId xmlns:a16="http://schemas.microsoft.com/office/drawing/2014/main" id="{F2360789-5E3F-30AA-7650-59E1617DEACF}"/>
              </a:ext>
            </a:extLst>
          </p:cNvPr>
          <p:cNvGrpSpPr/>
          <p:nvPr/>
        </p:nvGrpSpPr>
        <p:grpSpPr>
          <a:xfrm>
            <a:off x="8380421" y="3620480"/>
            <a:ext cx="971045" cy="1212239"/>
            <a:chOff x="10240238" y="3945675"/>
            <a:chExt cx="971045" cy="1212239"/>
          </a:xfrm>
        </p:grpSpPr>
        <p:cxnSp>
          <p:nvCxnSpPr>
            <p:cNvPr id="23" name="Straight Connector 22">
              <a:extLst>
                <a:ext uri="{FF2B5EF4-FFF2-40B4-BE49-F238E27FC236}">
                  <a16:creationId xmlns:a16="http://schemas.microsoft.com/office/drawing/2014/main" id="{6A15015F-44CA-2707-42E9-B11F0BDA5E85}"/>
                </a:ext>
              </a:extLst>
            </p:cNvPr>
            <p:cNvCxnSpPr>
              <a:cxnSpLocks/>
            </p:cNvCxnSpPr>
            <p:nvPr/>
          </p:nvCxnSpPr>
          <p:spPr>
            <a:xfrm>
              <a:off x="10240238" y="3945675"/>
              <a:ext cx="927341" cy="409057"/>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DF04727-8075-F395-3A2F-5A7EE9D197E8}"/>
                </a:ext>
              </a:extLst>
            </p:cNvPr>
            <p:cNvCxnSpPr>
              <a:cxnSpLocks/>
            </p:cNvCxnSpPr>
            <p:nvPr/>
          </p:nvCxnSpPr>
          <p:spPr>
            <a:xfrm flipV="1">
              <a:off x="10240238" y="4622244"/>
              <a:ext cx="971045" cy="53567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C89D3CE5-C8CC-9E87-749A-FFDC9A7795B4}"/>
                    </a:ext>
                  </a:extLst>
                </p:cNvPr>
                <p:cNvSpPr txBox="1"/>
                <p:nvPr/>
              </p:nvSpPr>
              <p:spPr>
                <a:xfrm>
                  <a:off x="10391225" y="4315544"/>
                  <a:ext cx="37702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i="1" smtClean="0">
                            <a:latin typeface="Cambria Math" panose="02040503050406030204" pitchFamily="18" charset="0"/>
                          </a:rPr>
                          <m:t>V</m:t>
                        </m:r>
                      </m:oMath>
                    </m:oMathPara>
                  </a14:m>
                  <a:endParaRPr lang="en-US" dirty="0"/>
                </a:p>
              </p:txBody>
            </p:sp>
          </mc:Choice>
          <mc:Fallback xmlns="">
            <p:sp>
              <p:nvSpPr>
                <p:cNvPr id="25" name="TextBox 24">
                  <a:extLst>
                    <a:ext uri="{FF2B5EF4-FFF2-40B4-BE49-F238E27FC236}">
                      <a16:creationId xmlns:a16="http://schemas.microsoft.com/office/drawing/2014/main" id="{C89D3CE5-C8CC-9E87-749A-FFDC9A7795B4}"/>
                    </a:ext>
                  </a:extLst>
                </p:cNvPr>
                <p:cNvSpPr txBox="1">
                  <a:spLocks noRot="1" noChangeAspect="1" noMove="1" noResize="1" noEditPoints="1" noAdjustHandles="1" noChangeArrowheads="1" noChangeShapeType="1" noTextEdit="1"/>
                </p:cNvSpPr>
                <p:nvPr/>
              </p:nvSpPr>
              <p:spPr>
                <a:xfrm>
                  <a:off x="10391225" y="4315544"/>
                  <a:ext cx="377026" cy="369332"/>
                </a:xfrm>
                <a:prstGeom prst="rect">
                  <a:avLst/>
                </a:prstGeom>
                <a:blipFill>
                  <a:blip r:embed="rId4"/>
                  <a:stretch>
                    <a:fillRect/>
                  </a:stretch>
                </a:blipFill>
              </p:spPr>
              <p:txBody>
                <a:bodyPr/>
                <a:lstStyle/>
                <a:p>
                  <a:r>
                    <a:rPr lang="en-US">
                      <a:noFill/>
                    </a:rPr>
                    <a:t> </a:t>
                  </a:r>
                </a:p>
              </p:txBody>
            </p:sp>
          </mc:Fallback>
        </mc:AlternateContent>
      </p:grpSp>
      <p:grpSp>
        <p:nvGrpSpPr>
          <p:cNvPr id="20" name="Group 19">
            <a:extLst>
              <a:ext uri="{FF2B5EF4-FFF2-40B4-BE49-F238E27FC236}">
                <a16:creationId xmlns:a16="http://schemas.microsoft.com/office/drawing/2014/main" id="{B22C198A-AA5C-80B8-13D7-718C27F07DBC}"/>
              </a:ext>
            </a:extLst>
          </p:cNvPr>
          <p:cNvGrpSpPr/>
          <p:nvPr/>
        </p:nvGrpSpPr>
        <p:grpSpPr>
          <a:xfrm>
            <a:off x="6786866" y="2692500"/>
            <a:ext cx="774573" cy="2826369"/>
            <a:chOff x="6786866" y="2692500"/>
            <a:chExt cx="774573" cy="2826369"/>
          </a:xfrm>
        </p:grpSpPr>
        <p:cxnSp>
          <p:nvCxnSpPr>
            <p:cNvPr id="14" name="Straight Connector 13">
              <a:extLst>
                <a:ext uri="{FF2B5EF4-FFF2-40B4-BE49-F238E27FC236}">
                  <a16:creationId xmlns:a16="http://schemas.microsoft.com/office/drawing/2014/main" id="{03BE0FDD-AAE4-F764-54AC-4D72A2B6706D}"/>
                </a:ext>
              </a:extLst>
            </p:cNvPr>
            <p:cNvCxnSpPr>
              <a:cxnSpLocks/>
              <a:endCxn id="104" idx="0"/>
            </p:cNvCxnSpPr>
            <p:nvPr/>
          </p:nvCxnSpPr>
          <p:spPr>
            <a:xfrm>
              <a:off x="6869316" y="2692500"/>
              <a:ext cx="692123" cy="9613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335103F-8DD5-413B-065C-94455C925E13}"/>
                </a:ext>
              </a:extLst>
            </p:cNvPr>
            <p:cNvCxnSpPr>
              <a:cxnSpLocks/>
              <a:endCxn id="107" idx="3"/>
            </p:cNvCxnSpPr>
            <p:nvPr/>
          </p:nvCxnSpPr>
          <p:spPr>
            <a:xfrm flipV="1">
              <a:off x="6786866" y="4710387"/>
              <a:ext cx="692822" cy="808482"/>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1F5C0E7-B675-CE30-8510-D909A6592970}"/>
                    </a:ext>
                  </a:extLst>
                </p:cNvPr>
                <p:cNvSpPr txBox="1"/>
                <p:nvPr/>
              </p:nvSpPr>
              <p:spPr>
                <a:xfrm>
                  <a:off x="7002253" y="4346701"/>
                  <a:ext cx="46621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𝑊</m:t>
                        </m:r>
                      </m:oMath>
                    </m:oMathPara>
                  </a14:m>
                  <a:endParaRPr lang="en-US" dirty="0"/>
                </a:p>
              </p:txBody>
            </p:sp>
          </mc:Choice>
          <mc:Fallback xmlns="">
            <p:sp>
              <p:nvSpPr>
                <p:cNvPr id="16" name="TextBox 15">
                  <a:extLst>
                    <a:ext uri="{FF2B5EF4-FFF2-40B4-BE49-F238E27FC236}">
                      <a16:creationId xmlns:a16="http://schemas.microsoft.com/office/drawing/2014/main" id="{11F5C0E7-B675-CE30-8510-D909A6592970}"/>
                    </a:ext>
                  </a:extLst>
                </p:cNvPr>
                <p:cNvSpPr txBox="1">
                  <a:spLocks noRot="1" noChangeAspect="1" noMove="1" noResize="1" noEditPoints="1" noAdjustHandles="1" noChangeArrowheads="1" noChangeShapeType="1" noTextEdit="1"/>
                </p:cNvSpPr>
                <p:nvPr/>
              </p:nvSpPr>
              <p:spPr>
                <a:xfrm>
                  <a:off x="7002253" y="4346701"/>
                  <a:ext cx="466217"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CB2794D8-4832-CE3C-A0FE-CFCB888575FD}"/>
                    </a:ext>
                  </a:extLst>
                </p:cNvPr>
                <p:cNvSpPr txBox="1"/>
                <p:nvPr/>
              </p:nvSpPr>
              <p:spPr>
                <a:xfrm>
                  <a:off x="7041494" y="3358973"/>
                  <a:ext cx="40075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𝑈</m:t>
                        </m:r>
                      </m:oMath>
                    </m:oMathPara>
                  </a14:m>
                  <a:endParaRPr lang="en-US" dirty="0"/>
                </a:p>
              </p:txBody>
            </p:sp>
          </mc:Choice>
          <mc:Fallback xmlns="">
            <p:sp>
              <p:nvSpPr>
                <p:cNvPr id="61" name="TextBox 60">
                  <a:extLst>
                    <a:ext uri="{FF2B5EF4-FFF2-40B4-BE49-F238E27FC236}">
                      <a16:creationId xmlns:a16="http://schemas.microsoft.com/office/drawing/2014/main" id="{CB2794D8-4832-CE3C-A0FE-CFCB888575FD}"/>
                    </a:ext>
                  </a:extLst>
                </p:cNvPr>
                <p:cNvSpPr txBox="1">
                  <a:spLocks noRot="1" noChangeAspect="1" noMove="1" noResize="1" noEditPoints="1" noAdjustHandles="1" noChangeArrowheads="1" noChangeShapeType="1" noTextEdit="1"/>
                </p:cNvSpPr>
                <p:nvPr/>
              </p:nvSpPr>
              <p:spPr>
                <a:xfrm>
                  <a:off x="7041494" y="3358973"/>
                  <a:ext cx="400751" cy="369332"/>
                </a:xfrm>
                <a:prstGeom prst="rect">
                  <a:avLst/>
                </a:prstGeom>
                <a:blipFill>
                  <a:blip r:embed="rId6"/>
                  <a:stretch>
                    <a:fillRect/>
                  </a:stretch>
                </a:blipFill>
              </p:spPr>
              <p:txBody>
                <a:bodyPr/>
                <a:lstStyle/>
                <a:p>
                  <a:r>
                    <a:rPr lang="en-US">
                      <a:noFill/>
                    </a:rPr>
                    <a:t> </a:t>
                  </a:r>
                </a:p>
              </p:txBody>
            </p:sp>
          </mc:Fallback>
        </mc:AlternateContent>
      </p:grpSp>
      <p:sp>
        <p:nvSpPr>
          <p:cNvPr id="82" name="Rectangle 81">
            <a:extLst>
              <a:ext uri="{FF2B5EF4-FFF2-40B4-BE49-F238E27FC236}">
                <a16:creationId xmlns:a16="http://schemas.microsoft.com/office/drawing/2014/main" id="{46A37E95-130F-E634-EF9E-676D141E7F18}"/>
              </a:ext>
            </a:extLst>
          </p:cNvPr>
          <p:cNvSpPr/>
          <p:nvPr/>
        </p:nvSpPr>
        <p:spPr>
          <a:xfrm>
            <a:off x="4465681" y="1898435"/>
            <a:ext cx="566928" cy="134069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I</a:t>
            </a:r>
          </a:p>
        </p:txBody>
      </p:sp>
      <p:sp>
        <p:nvSpPr>
          <p:cNvPr id="83" name="Rectangle 82">
            <a:extLst>
              <a:ext uri="{FF2B5EF4-FFF2-40B4-BE49-F238E27FC236}">
                <a16:creationId xmlns:a16="http://schemas.microsoft.com/office/drawing/2014/main" id="{361D5297-3B35-2E37-A3D2-209C6DD0C917}"/>
              </a:ext>
            </a:extLst>
          </p:cNvPr>
          <p:cNvSpPr/>
          <p:nvPr/>
        </p:nvSpPr>
        <p:spPr>
          <a:xfrm>
            <a:off x="3847047" y="1610591"/>
            <a:ext cx="566928" cy="1975288"/>
          </a:xfrm>
          <a:prstGeom prst="rect">
            <a:avLst/>
          </a:prstGeom>
          <a:solidFill>
            <a:srgbClr val="BDD7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zh-CN" altLang="en-US" sz="1400" dirty="0"/>
              <a:t> </a:t>
            </a:r>
            <a:r>
              <a:rPr lang="en-US" altLang="zh-CN" sz="1400" dirty="0"/>
              <a:t>like </a:t>
            </a:r>
            <a:endParaRPr lang="en-US" sz="1400" dirty="0"/>
          </a:p>
        </p:txBody>
      </p:sp>
      <p:sp>
        <p:nvSpPr>
          <p:cNvPr id="84" name="Rectangle 83">
            <a:extLst>
              <a:ext uri="{FF2B5EF4-FFF2-40B4-BE49-F238E27FC236}">
                <a16:creationId xmlns:a16="http://schemas.microsoft.com/office/drawing/2014/main" id="{F9DB5C2C-8E1B-0A93-D50E-EB5F554B56CF}"/>
              </a:ext>
            </a:extLst>
          </p:cNvPr>
          <p:cNvSpPr/>
          <p:nvPr/>
        </p:nvSpPr>
        <p:spPr>
          <a:xfrm>
            <a:off x="2609779" y="1610591"/>
            <a:ext cx="566928" cy="1975288"/>
          </a:xfrm>
          <a:prstGeom prst="rect">
            <a:avLst/>
          </a:prstGeom>
          <a:solidFill>
            <a:srgbClr val="BDD7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dirty="0"/>
              <a:t>movie</a:t>
            </a:r>
          </a:p>
        </p:txBody>
      </p:sp>
      <p:sp>
        <p:nvSpPr>
          <p:cNvPr id="85" name="Rectangle 84">
            <a:extLst>
              <a:ext uri="{FF2B5EF4-FFF2-40B4-BE49-F238E27FC236}">
                <a16:creationId xmlns:a16="http://schemas.microsoft.com/office/drawing/2014/main" id="{3FFF5067-AF0D-EF6E-ED8C-A7224E68F6C0}"/>
              </a:ext>
            </a:extLst>
          </p:cNvPr>
          <p:cNvSpPr/>
          <p:nvPr/>
        </p:nvSpPr>
        <p:spPr>
          <a:xfrm>
            <a:off x="1991145" y="1610591"/>
            <a:ext cx="566928" cy="1975288"/>
          </a:xfrm>
          <a:prstGeom prst="rect">
            <a:avLst/>
          </a:prstGeom>
          <a:solidFill>
            <a:srgbClr val="BDD7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but</a:t>
            </a:r>
          </a:p>
        </p:txBody>
      </p:sp>
      <p:sp>
        <p:nvSpPr>
          <p:cNvPr id="86" name="Rectangle 85">
            <a:extLst>
              <a:ext uri="{FF2B5EF4-FFF2-40B4-BE49-F238E27FC236}">
                <a16:creationId xmlns:a16="http://schemas.microsoft.com/office/drawing/2014/main" id="{8049170B-64D2-4321-01B9-E3C776F70183}"/>
              </a:ext>
            </a:extLst>
          </p:cNvPr>
          <p:cNvSpPr/>
          <p:nvPr/>
        </p:nvSpPr>
        <p:spPr>
          <a:xfrm>
            <a:off x="1372511" y="1610591"/>
            <a:ext cx="566928" cy="1975288"/>
          </a:xfrm>
          <a:prstGeom prst="rect">
            <a:avLst/>
          </a:prstGeom>
          <a:solidFill>
            <a:srgbClr val="BDD7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hate</a:t>
            </a:r>
          </a:p>
        </p:txBody>
      </p:sp>
      <p:sp>
        <p:nvSpPr>
          <p:cNvPr id="87" name="Rectangle 86">
            <a:extLst>
              <a:ext uri="{FF2B5EF4-FFF2-40B4-BE49-F238E27FC236}">
                <a16:creationId xmlns:a16="http://schemas.microsoft.com/office/drawing/2014/main" id="{B3117B9E-1F3F-D7FF-1BE6-6D085D79ED58}"/>
              </a:ext>
            </a:extLst>
          </p:cNvPr>
          <p:cNvSpPr/>
          <p:nvPr/>
        </p:nvSpPr>
        <p:spPr>
          <a:xfrm>
            <a:off x="3228413" y="1610591"/>
            <a:ext cx="566928" cy="1975288"/>
          </a:xfrm>
          <a:prstGeom prst="rect">
            <a:avLst/>
          </a:prstGeom>
          <a:solidFill>
            <a:srgbClr val="BDD7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the</a:t>
            </a:r>
          </a:p>
        </p:txBody>
      </p:sp>
      <p:sp>
        <p:nvSpPr>
          <p:cNvPr id="88" name="Rectangle 87">
            <a:extLst>
              <a:ext uri="{FF2B5EF4-FFF2-40B4-BE49-F238E27FC236}">
                <a16:creationId xmlns:a16="http://schemas.microsoft.com/office/drawing/2014/main" id="{8590C553-8B6B-A1D8-F0D5-22CC9780E28A}"/>
              </a:ext>
            </a:extLst>
          </p:cNvPr>
          <p:cNvSpPr/>
          <p:nvPr/>
        </p:nvSpPr>
        <p:spPr>
          <a:xfrm>
            <a:off x="753877" y="1610591"/>
            <a:ext cx="566928" cy="1975288"/>
          </a:xfrm>
          <a:prstGeom prst="rect">
            <a:avLst/>
          </a:prstGeom>
          <a:solidFill>
            <a:srgbClr val="BDD7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the</a:t>
            </a:r>
          </a:p>
        </p:txBody>
      </p:sp>
      <p:sp>
        <p:nvSpPr>
          <p:cNvPr id="89" name="Rectangle 88">
            <a:extLst>
              <a:ext uri="{FF2B5EF4-FFF2-40B4-BE49-F238E27FC236}">
                <a16:creationId xmlns:a16="http://schemas.microsoft.com/office/drawing/2014/main" id="{91270F21-B574-F3F1-351F-F30171B4B770}"/>
              </a:ext>
            </a:extLst>
          </p:cNvPr>
          <p:cNvSpPr/>
          <p:nvPr/>
        </p:nvSpPr>
        <p:spPr>
          <a:xfrm>
            <a:off x="135243" y="1610591"/>
            <a:ext cx="566928" cy="1975288"/>
          </a:xfrm>
          <a:prstGeom prst="rect">
            <a:avLst/>
          </a:prstGeom>
          <a:solidFill>
            <a:srgbClr val="BDD7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actor</a:t>
            </a:r>
          </a:p>
        </p:txBody>
      </p:sp>
      <p:sp>
        <p:nvSpPr>
          <p:cNvPr id="91" name="Rectangle 90">
            <a:extLst>
              <a:ext uri="{FF2B5EF4-FFF2-40B4-BE49-F238E27FC236}">
                <a16:creationId xmlns:a16="http://schemas.microsoft.com/office/drawing/2014/main" id="{02B74706-ECD9-2BF1-D649-D9CA6730A535}"/>
              </a:ext>
            </a:extLst>
          </p:cNvPr>
          <p:cNvSpPr/>
          <p:nvPr/>
        </p:nvSpPr>
        <p:spPr>
          <a:xfrm>
            <a:off x="4465681" y="1610591"/>
            <a:ext cx="566928" cy="1975288"/>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zh-CN" sz="1400" dirty="0"/>
              <a:t>   I</a:t>
            </a:r>
            <a:endParaRPr lang="en-US" sz="1400" dirty="0"/>
          </a:p>
        </p:txBody>
      </p:sp>
      <p:grpSp>
        <p:nvGrpSpPr>
          <p:cNvPr id="103" name="Group 102">
            <a:extLst>
              <a:ext uri="{FF2B5EF4-FFF2-40B4-BE49-F238E27FC236}">
                <a16:creationId xmlns:a16="http://schemas.microsoft.com/office/drawing/2014/main" id="{6B762823-8136-EE4B-AAAF-37C19437F208}"/>
              </a:ext>
            </a:extLst>
          </p:cNvPr>
          <p:cNvGrpSpPr/>
          <p:nvPr/>
        </p:nvGrpSpPr>
        <p:grpSpPr>
          <a:xfrm>
            <a:off x="7445825" y="3653892"/>
            <a:ext cx="231228" cy="1089973"/>
            <a:chOff x="8551317" y="2344227"/>
            <a:chExt cx="231228" cy="1089973"/>
          </a:xfrm>
        </p:grpSpPr>
        <p:sp>
          <p:nvSpPr>
            <p:cNvPr id="104" name="Oval 103">
              <a:extLst>
                <a:ext uri="{FF2B5EF4-FFF2-40B4-BE49-F238E27FC236}">
                  <a16:creationId xmlns:a16="http://schemas.microsoft.com/office/drawing/2014/main" id="{F06401A7-9411-AC6A-DDD7-D673CEB8A52B}"/>
                </a:ext>
              </a:extLst>
            </p:cNvPr>
            <p:cNvSpPr/>
            <p:nvPr/>
          </p:nvSpPr>
          <p:spPr>
            <a:xfrm>
              <a:off x="8551317" y="2344227"/>
              <a:ext cx="231228" cy="228600"/>
            </a:xfrm>
            <a:prstGeom prst="ellipse">
              <a:avLst/>
            </a:prstGeom>
            <a:solidFill>
              <a:srgbClr val="D17ECA">
                <a:alpha val="7979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Oval 104">
              <a:extLst>
                <a:ext uri="{FF2B5EF4-FFF2-40B4-BE49-F238E27FC236}">
                  <a16:creationId xmlns:a16="http://schemas.microsoft.com/office/drawing/2014/main" id="{A39E7D1F-FEE7-8D2B-12A9-7665F73FBE56}"/>
                </a:ext>
              </a:extLst>
            </p:cNvPr>
            <p:cNvSpPr/>
            <p:nvPr/>
          </p:nvSpPr>
          <p:spPr>
            <a:xfrm>
              <a:off x="8551317" y="2631351"/>
              <a:ext cx="231228" cy="228600"/>
            </a:xfrm>
            <a:prstGeom prst="ellipse">
              <a:avLst/>
            </a:prstGeom>
            <a:solidFill>
              <a:srgbClr val="D17ECA">
                <a:alpha val="7979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 name="Oval 105">
              <a:extLst>
                <a:ext uri="{FF2B5EF4-FFF2-40B4-BE49-F238E27FC236}">
                  <a16:creationId xmlns:a16="http://schemas.microsoft.com/office/drawing/2014/main" id="{010E64BF-C6DD-39F1-8E49-E5D7DCBFD55C}"/>
                </a:ext>
              </a:extLst>
            </p:cNvPr>
            <p:cNvSpPr/>
            <p:nvPr/>
          </p:nvSpPr>
          <p:spPr>
            <a:xfrm>
              <a:off x="8551317" y="2918475"/>
              <a:ext cx="231228" cy="228600"/>
            </a:xfrm>
            <a:prstGeom prst="ellipse">
              <a:avLst/>
            </a:prstGeom>
            <a:solidFill>
              <a:srgbClr val="D17ECA">
                <a:alpha val="7979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 name="Oval 106">
              <a:extLst>
                <a:ext uri="{FF2B5EF4-FFF2-40B4-BE49-F238E27FC236}">
                  <a16:creationId xmlns:a16="http://schemas.microsoft.com/office/drawing/2014/main" id="{6ED1FF61-31F4-15B9-E1A3-435B71DECC1C}"/>
                </a:ext>
              </a:extLst>
            </p:cNvPr>
            <p:cNvSpPr/>
            <p:nvPr/>
          </p:nvSpPr>
          <p:spPr>
            <a:xfrm>
              <a:off x="8551317" y="3205600"/>
              <a:ext cx="231228" cy="228600"/>
            </a:xfrm>
            <a:prstGeom prst="ellipse">
              <a:avLst/>
            </a:prstGeom>
            <a:solidFill>
              <a:srgbClr val="D17ECA">
                <a:alpha val="7979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13" name="Oval 112">
            <a:extLst>
              <a:ext uri="{FF2B5EF4-FFF2-40B4-BE49-F238E27FC236}">
                <a16:creationId xmlns:a16="http://schemas.microsoft.com/office/drawing/2014/main" id="{C5F0BDB9-2CE3-5232-E46B-FA1A2E997B74}"/>
              </a:ext>
            </a:extLst>
          </p:cNvPr>
          <p:cNvSpPr/>
          <p:nvPr/>
        </p:nvSpPr>
        <p:spPr>
          <a:xfrm>
            <a:off x="9318740" y="4055316"/>
            <a:ext cx="231228" cy="228600"/>
          </a:xfrm>
          <a:prstGeom prst="ellipse">
            <a:avLst/>
          </a:prstGeom>
          <a:solidFill>
            <a:schemeClr val="accent6">
              <a:lumMod val="75000"/>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6" name="Right Arrow 115">
            <a:extLst>
              <a:ext uri="{FF2B5EF4-FFF2-40B4-BE49-F238E27FC236}">
                <a16:creationId xmlns:a16="http://schemas.microsoft.com/office/drawing/2014/main" id="{075B075A-B8B3-3C68-70B8-1B86BF2C1836}"/>
              </a:ext>
            </a:extLst>
          </p:cNvPr>
          <p:cNvSpPr/>
          <p:nvPr/>
        </p:nvSpPr>
        <p:spPr>
          <a:xfrm flipV="1">
            <a:off x="9656491" y="4133293"/>
            <a:ext cx="370114" cy="114300"/>
          </a:xfrm>
          <a:prstGeom prst="rightArrow">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 name="Group 40">
            <a:extLst>
              <a:ext uri="{FF2B5EF4-FFF2-40B4-BE49-F238E27FC236}">
                <a16:creationId xmlns:a16="http://schemas.microsoft.com/office/drawing/2014/main" id="{690339D3-0EB0-75AF-9166-22FD21238D9B}"/>
              </a:ext>
            </a:extLst>
          </p:cNvPr>
          <p:cNvGrpSpPr/>
          <p:nvPr/>
        </p:nvGrpSpPr>
        <p:grpSpPr>
          <a:xfrm>
            <a:off x="8002809" y="3575822"/>
            <a:ext cx="301049" cy="1256897"/>
            <a:chOff x="2057320" y="4383545"/>
            <a:chExt cx="301049" cy="1256897"/>
          </a:xfrm>
        </p:grpSpPr>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E227D5D-8D70-E213-DD6F-F3AD2D5FB1E4}"/>
                    </a:ext>
                  </a:extLst>
                </p:cNvPr>
                <p:cNvSpPr txBox="1"/>
                <p:nvPr/>
              </p:nvSpPr>
              <p:spPr>
                <a:xfrm>
                  <a:off x="2102849" y="4745401"/>
                  <a:ext cx="220638" cy="17274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sz="1100" b="0" i="1" smtClean="0">
                                <a:latin typeface="Cambria Math" panose="02040503050406030204" pitchFamily="18" charset="0"/>
                              </a:rPr>
                              <m:t>8</m:t>
                            </m:r>
                          </m:sub>
                          <m:sup>
                            <m:r>
                              <a:rPr lang="en-US" sz="1100" b="0" i="1" smtClean="0">
                                <a:latin typeface="Cambria Math" panose="02040503050406030204" pitchFamily="18" charset="0"/>
                              </a:rPr>
                              <m:t>2</m:t>
                            </m:r>
                          </m:sup>
                        </m:sSubSup>
                      </m:oMath>
                    </m:oMathPara>
                  </a14:m>
                  <a:endParaRPr lang="en-US" sz="1100" b="0" dirty="0"/>
                </a:p>
              </p:txBody>
            </p:sp>
          </mc:Choice>
          <mc:Fallback xmlns="">
            <p:sp>
              <p:nvSpPr>
                <p:cNvPr id="58" name="TextBox 57">
                  <a:extLst>
                    <a:ext uri="{FF2B5EF4-FFF2-40B4-BE49-F238E27FC236}">
                      <a16:creationId xmlns:a16="http://schemas.microsoft.com/office/drawing/2014/main" id="{3E227D5D-8D70-E213-DD6F-F3AD2D5FB1E4}"/>
                    </a:ext>
                  </a:extLst>
                </p:cNvPr>
                <p:cNvSpPr txBox="1">
                  <a:spLocks noRot="1" noChangeAspect="1" noMove="1" noResize="1" noEditPoints="1" noAdjustHandles="1" noChangeArrowheads="1" noChangeShapeType="1" noTextEdit="1"/>
                </p:cNvSpPr>
                <p:nvPr/>
              </p:nvSpPr>
              <p:spPr>
                <a:xfrm>
                  <a:off x="2102849" y="4745401"/>
                  <a:ext cx="220638" cy="172740"/>
                </a:xfrm>
                <a:prstGeom prst="rect">
                  <a:avLst/>
                </a:prstGeom>
                <a:blipFill>
                  <a:blip r:embed="rId7"/>
                  <a:stretch>
                    <a:fillRect l="-16667" r="-11111" b="-2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A9AE6725-9AA2-256E-8327-B9B9F91B8F5B}"/>
                    </a:ext>
                  </a:extLst>
                </p:cNvPr>
                <p:cNvSpPr txBox="1"/>
                <p:nvPr/>
              </p:nvSpPr>
              <p:spPr>
                <a:xfrm>
                  <a:off x="2102849" y="4449305"/>
                  <a:ext cx="220638" cy="17235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sz="1100" b="0" i="1" smtClean="0">
                                <a:latin typeface="Cambria Math" panose="02040503050406030204" pitchFamily="18" charset="0"/>
                              </a:rPr>
                              <m:t>8</m:t>
                            </m:r>
                          </m:sub>
                          <m:sup>
                            <m:r>
                              <a:rPr lang="en-US" sz="1100" b="0" i="1" smtClean="0">
                                <a:latin typeface="Cambria Math" panose="02040503050406030204" pitchFamily="18" charset="0"/>
                              </a:rPr>
                              <m:t>1</m:t>
                            </m:r>
                          </m:sup>
                        </m:sSubSup>
                      </m:oMath>
                    </m:oMathPara>
                  </a14:m>
                  <a:endParaRPr lang="en-US" sz="1100" b="0" dirty="0"/>
                </a:p>
              </p:txBody>
            </p:sp>
          </mc:Choice>
          <mc:Fallback xmlns="">
            <p:sp>
              <p:nvSpPr>
                <p:cNvPr id="59" name="TextBox 58">
                  <a:extLst>
                    <a:ext uri="{FF2B5EF4-FFF2-40B4-BE49-F238E27FC236}">
                      <a16:creationId xmlns:a16="http://schemas.microsoft.com/office/drawing/2014/main" id="{A9AE6725-9AA2-256E-8327-B9B9F91B8F5B}"/>
                    </a:ext>
                  </a:extLst>
                </p:cNvPr>
                <p:cNvSpPr txBox="1">
                  <a:spLocks noRot="1" noChangeAspect="1" noMove="1" noResize="1" noEditPoints="1" noAdjustHandles="1" noChangeArrowheads="1" noChangeShapeType="1" noTextEdit="1"/>
                </p:cNvSpPr>
                <p:nvPr/>
              </p:nvSpPr>
              <p:spPr>
                <a:xfrm>
                  <a:off x="2102849" y="4449305"/>
                  <a:ext cx="220638" cy="172355"/>
                </a:xfrm>
                <a:prstGeom prst="rect">
                  <a:avLst/>
                </a:prstGeom>
                <a:blipFill>
                  <a:blip r:embed="rId8"/>
                  <a:stretch>
                    <a:fillRect l="-16667" r="-11111"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6C8B6400-76BD-2D78-A7AD-12D1F4BA0D35}"/>
                    </a:ext>
                  </a:extLst>
                </p:cNvPr>
                <p:cNvSpPr txBox="1"/>
                <p:nvPr/>
              </p:nvSpPr>
              <p:spPr>
                <a:xfrm>
                  <a:off x="2102849" y="5041881"/>
                  <a:ext cx="220638" cy="17357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sz="1100" b="0" i="1" smtClean="0">
                                <a:latin typeface="Cambria Math" panose="02040503050406030204" pitchFamily="18" charset="0"/>
                              </a:rPr>
                              <m:t>8</m:t>
                            </m:r>
                          </m:sub>
                          <m:sup>
                            <m:r>
                              <a:rPr lang="en-US" sz="1100" b="0" i="1" smtClean="0">
                                <a:latin typeface="Cambria Math" panose="02040503050406030204" pitchFamily="18" charset="0"/>
                              </a:rPr>
                              <m:t>3</m:t>
                            </m:r>
                          </m:sup>
                        </m:sSubSup>
                      </m:oMath>
                    </m:oMathPara>
                  </a14:m>
                  <a:endParaRPr lang="en-US" sz="1100" b="0" dirty="0"/>
                </a:p>
              </p:txBody>
            </p:sp>
          </mc:Choice>
          <mc:Fallback xmlns="">
            <p:sp>
              <p:nvSpPr>
                <p:cNvPr id="60" name="TextBox 59">
                  <a:extLst>
                    <a:ext uri="{FF2B5EF4-FFF2-40B4-BE49-F238E27FC236}">
                      <a16:creationId xmlns:a16="http://schemas.microsoft.com/office/drawing/2014/main" id="{6C8B6400-76BD-2D78-A7AD-12D1F4BA0D35}"/>
                    </a:ext>
                  </a:extLst>
                </p:cNvPr>
                <p:cNvSpPr txBox="1">
                  <a:spLocks noRot="1" noChangeAspect="1" noMove="1" noResize="1" noEditPoints="1" noAdjustHandles="1" noChangeArrowheads="1" noChangeShapeType="1" noTextEdit="1"/>
                </p:cNvSpPr>
                <p:nvPr/>
              </p:nvSpPr>
              <p:spPr>
                <a:xfrm>
                  <a:off x="2102849" y="5041881"/>
                  <a:ext cx="220638" cy="173574"/>
                </a:xfrm>
                <a:prstGeom prst="rect">
                  <a:avLst/>
                </a:prstGeom>
                <a:blipFill>
                  <a:blip r:embed="rId9"/>
                  <a:stretch>
                    <a:fillRect l="-16667" r="-11111"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EA0C485F-0C5E-0F0F-29BF-67A5B80CED95}"/>
                    </a:ext>
                  </a:extLst>
                </p:cNvPr>
                <p:cNvSpPr txBox="1"/>
                <p:nvPr/>
              </p:nvSpPr>
              <p:spPr>
                <a:xfrm>
                  <a:off x="2102849" y="5339195"/>
                  <a:ext cx="220638" cy="17203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sz="1100" b="0" i="1" smtClean="0">
                                <a:latin typeface="Cambria Math" panose="02040503050406030204" pitchFamily="18" charset="0"/>
                              </a:rPr>
                              <m:t>8</m:t>
                            </m:r>
                          </m:sub>
                          <m:sup>
                            <m:r>
                              <a:rPr lang="en-US" sz="1100" b="0" i="1" smtClean="0">
                                <a:latin typeface="Cambria Math" panose="02040503050406030204" pitchFamily="18" charset="0"/>
                              </a:rPr>
                              <m:t>4</m:t>
                            </m:r>
                          </m:sup>
                        </m:sSubSup>
                      </m:oMath>
                    </m:oMathPara>
                  </a14:m>
                  <a:endParaRPr lang="en-US" sz="1100" b="0" dirty="0"/>
                </a:p>
              </p:txBody>
            </p:sp>
          </mc:Choice>
          <mc:Fallback xmlns="">
            <p:sp>
              <p:nvSpPr>
                <p:cNvPr id="70" name="TextBox 69">
                  <a:extLst>
                    <a:ext uri="{FF2B5EF4-FFF2-40B4-BE49-F238E27FC236}">
                      <a16:creationId xmlns:a16="http://schemas.microsoft.com/office/drawing/2014/main" id="{EA0C485F-0C5E-0F0F-29BF-67A5B80CED95}"/>
                    </a:ext>
                  </a:extLst>
                </p:cNvPr>
                <p:cNvSpPr txBox="1">
                  <a:spLocks noRot="1" noChangeAspect="1" noMove="1" noResize="1" noEditPoints="1" noAdjustHandles="1" noChangeArrowheads="1" noChangeShapeType="1" noTextEdit="1"/>
                </p:cNvSpPr>
                <p:nvPr/>
              </p:nvSpPr>
              <p:spPr>
                <a:xfrm>
                  <a:off x="2102849" y="5339195"/>
                  <a:ext cx="220638" cy="172035"/>
                </a:xfrm>
                <a:prstGeom prst="rect">
                  <a:avLst/>
                </a:prstGeom>
                <a:blipFill>
                  <a:blip r:embed="rId10"/>
                  <a:stretch>
                    <a:fillRect l="-16667" r="-11111" b="-20000"/>
                  </a:stretch>
                </a:blipFill>
              </p:spPr>
              <p:txBody>
                <a:bodyPr/>
                <a:lstStyle/>
                <a:p>
                  <a:r>
                    <a:rPr lang="en-US">
                      <a:noFill/>
                    </a:rPr>
                    <a:t> </a:t>
                  </a:r>
                </a:p>
              </p:txBody>
            </p:sp>
          </mc:Fallback>
        </mc:AlternateContent>
        <p:sp>
          <p:nvSpPr>
            <p:cNvPr id="71" name="Left Bracket 70">
              <a:extLst>
                <a:ext uri="{FF2B5EF4-FFF2-40B4-BE49-F238E27FC236}">
                  <a16:creationId xmlns:a16="http://schemas.microsoft.com/office/drawing/2014/main" id="{9498B501-541A-A0B0-A9E6-5DB08A65412A}"/>
                </a:ext>
              </a:extLst>
            </p:cNvPr>
            <p:cNvSpPr/>
            <p:nvPr/>
          </p:nvSpPr>
          <p:spPr>
            <a:xfrm rot="10800000">
              <a:off x="2312650" y="4383545"/>
              <a:ext cx="45719" cy="1256897"/>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2" name="Left Bracket 71">
              <a:extLst>
                <a:ext uri="{FF2B5EF4-FFF2-40B4-BE49-F238E27FC236}">
                  <a16:creationId xmlns:a16="http://schemas.microsoft.com/office/drawing/2014/main" id="{856DCAB1-BF25-779E-5720-35E9368949FA}"/>
                </a:ext>
              </a:extLst>
            </p:cNvPr>
            <p:cNvSpPr/>
            <p:nvPr/>
          </p:nvSpPr>
          <p:spPr>
            <a:xfrm>
              <a:off x="2057320" y="4383545"/>
              <a:ext cx="45720" cy="1256890"/>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sp>
        <p:nvSpPr>
          <p:cNvPr id="18" name="TextBox 17">
            <a:extLst>
              <a:ext uri="{FF2B5EF4-FFF2-40B4-BE49-F238E27FC236}">
                <a16:creationId xmlns:a16="http://schemas.microsoft.com/office/drawing/2014/main" id="{9C0940D5-1FB2-8FD4-A99E-9813D42D125D}"/>
              </a:ext>
            </a:extLst>
          </p:cNvPr>
          <p:cNvSpPr txBox="1"/>
          <p:nvPr/>
        </p:nvSpPr>
        <p:spPr>
          <a:xfrm>
            <a:off x="5990602" y="3631963"/>
            <a:ext cx="184731" cy="369332"/>
          </a:xfrm>
          <a:prstGeom prst="rect">
            <a:avLst/>
          </a:prstGeom>
          <a:noFill/>
        </p:spPr>
        <p:txBody>
          <a:bodyPr wrap="none" rtlCol="0">
            <a:spAutoFit/>
          </a:bodyPr>
          <a:lstStyle/>
          <a:p>
            <a:endParaRPr lang="en-US" dirty="0"/>
          </a:p>
        </p:txBody>
      </p:sp>
      <p:grpSp>
        <p:nvGrpSpPr>
          <p:cNvPr id="37" name="Group 36">
            <a:extLst>
              <a:ext uri="{FF2B5EF4-FFF2-40B4-BE49-F238E27FC236}">
                <a16:creationId xmlns:a16="http://schemas.microsoft.com/office/drawing/2014/main" id="{0600F08E-5444-64F8-A00F-DB43B066B1B2}"/>
              </a:ext>
            </a:extLst>
          </p:cNvPr>
          <p:cNvGrpSpPr/>
          <p:nvPr/>
        </p:nvGrpSpPr>
        <p:grpSpPr>
          <a:xfrm>
            <a:off x="7672083" y="3768192"/>
            <a:ext cx="301059" cy="863048"/>
            <a:chOff x="7672083" y="3768192"/>
            <a:chExt cx="301059" cy="863048"/>
          </a:xfrm>
        </p:grpSpPr>
        <p:cxnSp>
          <p:nvCxnSpPr>
            <p:cNvPr id="11" name="Straight Arrow Connector 10">
              <a:extLst>
                <a:ext uri="{FF2B5EF4-FFF2-40B4-BE49-F238E27FC236}">
                  <a16:creationId xmlns:a16="http://schemas.microsoft.com/office/drawing/2014/main" id="{F13B066A-A7ED-FEC3-1102-BA44A4410D07}"/>
                </a:ext>
              </a:extLst>
            </p:cNvPr>
            <p:cNvCxnSpPr>
              <a:cxnSpLocks/>
              <a:stCxn id="104" idx="6"/>
            </p:cNvCxnSpPr>
            <p:nvPr/>
          </p:nvCxnSpPr>
          <p:spPr>
            <a:xfrm>
              <a:off x="7677053" y="3768192"/>
              <a:ext cx="2960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87A5733-58C0-AE58-6C08-54BB2E2241CE}"/>
                </a:ext>
              </a:extLst>
            </p:cNvPr>
            <p:cNvCxnSpPr>
              <a:cxnSpLocks/>
            </p:cNvCxnSpPr>
            <p:nvPr/>
          </p:nvCxnSpPr>
          <p:spPr>
            <a:xfrm>
              <a:off x="7672083" y="4067482"/>
              <a:ext cx="2960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9B0DA339-2730-0953-D1ED-77D9A8DCBDA6}"/>
                </a:ext>
              </a:extLst>
            </p:cNvPr>
            <p:cNvCxnSpPr>
              <a:cxnSpLocks/>
            </p:cNvCxnSpPr>
            <p:nvPr/>
          </p:nvCxnSpPr>
          <p:spPr>
            <a:xfrm>
              <a:off x="7672083" y="4351276"/>
              <a:ext cx="2960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88E1582-3BD9-5A51-5ED3-6074C6AA57CB}"/>
                </a:ext>
              </a:extLst>
            </p:cNvPr>
            <p:cNvCxnSpPr>
              <a:cxnSpLocks/>
            </p:cNvCxnSpPr>
            <p:nvPr/>
          </p:nvCxnSpPr>
          <p:spPr>
            <a:xfrm>
              <a:off x="7672083" y="4631240"/>
              <a:ext cx="2960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3BCA2D89-B4E5-E38E-CBD9-07DDD4A15A96}"/>
                  </a:ext>
                </a:extLst>
              </p:cNvPr>
              <p:cNvSpPr txBox="1"/>
              <p:nvPr/>
            </p:nvSpPr>
            <p:spPr>
              <a:xfrm>
                <a:off x="4559029" y="3687010"/>
                <a:ext cx="416011"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1</m:t>
                          </m:r>
                        </m:sub>
                      </m:sSub>
                    </m:oMath>
                  </m:oMathPara>
                </a14:m>
                <a:endParaRPr lang="en-US" altLang="zh-CN" dirty="0"/>
              </a:p>
            </p:txBody>
          </p:sp>
        </mc:Choice>
        <mc:Fallback xmlns="">
          <p:sp>
            <p:nvSpPr>
              <p:cNvPr id="28" name="TextBox 27">
                <a:extLst>
                  <a:ext uri="{FF2B5EF4-FFF2-40B4-BE49-F238E27FC236}">
                    <a16:creationId xmlns:a16="http://schemas.microsoft.com/office/drawing/2014/main" id="{3BCA2D89-B4E5-E38E-CBD9-07DDD4A15A96}"/>
                  </a:ext>
                </a:extLst>
              </p:cNvPr>
              <p:cNvSpPr txBox="1">
                <a:spLocks noRot="1" noChangeAspect="1" noMove="1" noResize="1" noEditPoints="1" noAdjustHandles="1" noChangeArrowheads="1" noChangeShapeType="1" noTextEdit="1"/>
              </p:cNvSpPr>
              <p:nvPr/>
            </p:nvSpPr>
            <p:spPr>
              <a:xfrm>
                <a:off x="4559029" y="3687010"/>
                <a:ext cx="416011" cy="338554"/>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C7D2A44F-073D-0270-1556-ED9DBF91C440}"/>
                  </a:ext>
                </a:extLst>
              </p:cNvPr>
              <p:cNvSpPr txBox="1"/>
              <p:nvPr/>
            </p:nvSpPr>
            <p:spPr>
              <a:xfrm>
                <a:off x="3933360" y="3687010"/>
                <a:ext cx="40498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2</m:t>
                          </m:r>
                        </m:sub>
                      </m:sSub>
                    </m:oMath>
                  </m:oMathPara>
                </a14:m>
                <a:endParaRPr lang="en-US" altLang="zh-CN" dirty="0"/>
              </a:p>
            </p:txBody>
          </p:sp>
        </mc:Choice>
        <mc:Fallback xmlns="">
          <p:sp>
            <p:nvSpPr>
              <p:cNvPr id="29" name="TextBox 28">
                <a:extLst>
                  <a:ext uri="{FF2B5EF4-FFF2-40B4-BE49-F238E27FC236}">
                    <a16:creationId xmlns:a16="http://schemas.microsoft.com/office/drawing/2014/main" id="{C7D2A44F-073D-0270-1556-ED9DBF91C440}"/>
                  </a:ext>
                </a:extLst>
              </p:cNvPr>
              <p:cNvSpPr txBox="1">
                <a:spLocks noRot="1" noChangeAspect="1" noMove="1" noResize="1" noEditPoints="1" noAdjustHandles="1" noChangeArrowheads="1" noChangeShapeType="1" noTextEdit="1"/>
              </p:cNvSpPr>
              <p:nvPr/>
            </p:nvSpPr>
            <p:spPr>
              <a:xfrm>
                <a:off x="3933360" y="3687010"/>
                <a:ext cx="404983" cy="338554"/>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84EF7840-335F-6624-D02E-493FBE770AD6}"/>
                  </a:ext>
                </a:extLst>
              </p:cNvPr>
              <p:cNvSpPr txBox="1"/>
              <p:nvPr/>
            </p:nvSpPr>
            <p:spPr>
              <a:xfrm>
                <a:off x="3307688" y="3687010"/>
                <a:ext cx="40498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3</m:t>
                          </m:r>
                        </m:sub>
                      </m:sSub>
                    </m:oMath>
                  </m:oMathPara>
                </a14:m>
                <a:endParaRPr lang="en-US" altLang="zh-CN" dirty="0"/>
              </a:p>
            </p:txBody>
          </p:sp>
        </mc:Choice>
        <mc:Fallback xmlns="">
          <p:sp>
            <p:nvSpPr>
              <p:cNvPr id="30" name="TextBox 29">
                <a:extLst>
                  <a:ext uri="{FF2B5EF4-FFF2-40B4-BE49-F238E27FC236}">
                    <a16:creationId xmlns:a16="http://schemas.microsoft.com/office/drawing/2014/main" id="{84EF7840-335F-6624-D02E-493FBE770AD6}"/>
                  </a:ext>
                </a:extLst>
              </p:cNvPr>
              <p:cNvSpPr txBox="1">
                <a:spLocks noRot="1" noChangeAspect="1" noMove="1" noResize="1" noEditPoints="1" noAdjustHandles="1" noChangeArrowheads="1" noChangeShapeType="1" noTextEdit="1"/>
              </p:cNvSpPr>
              <p:nvPr/>
            </p:nvSpPr>
            <p:spPr>
              <a:xfrm>
                <a:off x="3307688" y="3687010"/>
                <a:ext cx="404983" cy="338554"/>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92DE2552-D6B2-D147-A347-C5C29C20C5A4}"/>
                  </a:ext>
                </a:extLst>
              </p:cNvPr>
              <p:cNvSpPr txBox="1"/>
              <p:nvPr/>
            </p:nvSpPr>
            <p:spPr>
              <a:xfrm>
                <a:off x="2670988" y="3687010"/>
                <a:ext cx="416011"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4</m:t>
                          </m:r>
                        </m:sub>
                      </m:sSub>
                    </m:oMath>
                  </m:oMathPara>
                </a14:m>
                <a:endParaRPr lang="en-US" altLang="zh-CN" dirty="0"/>
              </a:p>
            </p:txBody>
          </p:sp>
        </mc:Choice>
        <mc:Fallback xmlns="">
          <p:sp>
            <p:nvSpPr>
              <p:cNvPr id="31" name="TextBox 30">
                <a:extLst>
                  <a:ext uri="{FF2B5EF4-FFF2-40B4-BE49-F238E27FC236}">
                    <a16:creationId xmlns:a16="http://schemas.microsoft.com/office/drawing/2014/main" id="{92DE2552-D6B2-D147-A347-C5C29C20C5A4}"/>
                  </a:ext>
                </a:extLst>
              </p:cNvPr>
              <p:cNvSpPr txBox="1">
                <a:spLocks noRot="1" noChangeAspect="1" noMove="1" noResize="1" noEditPoints="1" noAdjustHandles="1" noChangeArrowheads="1" noChangeShapeType="1" noTextEdit="1"/>
              </p:cNvSpPr>
              <p:nvPr/>
            </p:nvSpPr>
            <p:spPr>
              <a:xfrm>
                <a:off x="2670988" y="3687010"/>
                <a:ext cx="416011" cy="338554"/>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41BBB26D-D86E-A646-C0A9-1B09A918270B}"/>
                  </a:ext>
                </a:extLst>
              </p:cNvPr>
              <p:cNvSpPr txBox="1"/>
              <p:nvPr/>
            </p:nvSpPr>
            <p:spPr>
              <a:xfrm>
                <a:off x="2045316" y="3687010"/>
                <a:ext cx="40498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5</m:t>
                          </m:r>
                        </m:sub>
                      </m:sSub>
                    </m:oMath>
                  </m:oMathPara>
                </a14:m>
                <a:endParaRPr lang="en-US" altLang="zh-CN" dirty="0"/>
              </a:p>
            </p:txBody>
          </p:sp>
        </mc:Choice>
        <mc:Fallback xmlns="">
          <p:sp>
            <p:nvSpPr>
              <p:cNvPr id="33" name="TextBox 32">
                <a:extLst>
                  <a:ext uri="{FF2B5EF4-FFF2-40B4-BE49-F238E27FC236}">
                    <a16:creationId xmlns:a16="http://schemas.microsoft.com/office/drawing/2014/main" id="{41BBB26D-D86E-A646-C0A9-1B09A918270B}"/>
                  </a:ext>
                </a:extLst>
              </p:cNvPr>
              <p:cNvSpPr txBox="1">
                <a:spLocks noRot="1" noChangeAspect="1" noMove="1" noResize="1" noEditPoints="1" noAdjustHandles="1" noChangeArrowheads="1" noChangeShapeType="1" noTextEdit="1"/>
              </p:cNvSpPr>
              <p:nvPr/>
            </p:nvSpPr>
            <p:spPr>
              <a:xfrm>
                <a:off x="2045316" y="3687010"/>
                <a:ext cx="404983" cy="338554"/>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222337AF-6E8D-7480-1B5F-633F571961E1}"/>
                  </a:ext>
                </a:extLst>
              </p:cNvPr>
              <p:cNvSpPr txBox="1"/>
              <p:nvPr/>
            </p:nvSpPr>
            <p:spPr>
              <a:xfrm>
                <a:off x="1419644" y="3687010"/>
                <a:ext cx="40498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6</m:t>
                          </m:r>
                        </m:sub>
                      </m:sSub>
                    </m:oMath>
                  </m:oMathPara>
                </a14:m>
                <a:endParaRPr lang="en-US" altLang="zh-CN" dirty="0"/>
              </a:p>
            </p:txBody>
          </p:sp>
        </mc:Choice>
        <mc:Fallback xmlns="">
          <p:sp>
            <p:nvSpPr>
              <p:cNvPr id="34" name="TextBox 33">
                <a:extLst>
                  <a:ext uri="{FF2B5EF4-FFF2-40B4-BE49-F238E27FC236}">
                    <a16:creationId xmlns:a16="http://schemas.microsoft.com/office/drawing/2014/main" id="{222337AF-6E8D-7480-1B5F-633F571961E1}"/>
                  </a:ext>
                </a:extLst>
              </p:cNvPr>
              <p:cNvSpPr txBox="1">
                <a:spLocks noRot="1" noChangeAspect="1" noMove="1" noResize="1" noEditPoints="1" noAdjustHandles="1" noChangeArrowheads="1" noChangeShapeType="1" noTextEdit="1"/>
              </p:cNvSpPr>
              <p:nvPr/>
            </p:nvSpPr>
            <p:spPr>
              <a:xfrm>
                <a:off x="1419644" y="3687010"/>
                <a:ext cx="404983" cy="338554"/>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97CB420E-4BE5-897D-4376-E1C358DCFA2A}"/>
                  </a:ext>
                </a:extLst>
              </p:cNvPr>
              <p:cNvSpPr txBox="1"/>
              <p:nvPr/>
            </p:nvSpPr>
            <p:spPr>
              <a:xfrm>
                <a:off x="793972" y="3687010"/>
                <a:ext cx="40498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7</m:t>
                          </m:r>
                        </m:sub>
                      </m:sSub>
                    </m:oMath>
                  </m:oMathPara>
                </a14:m>
                <a:endParaRPr lang="en-US" altLang="zh-CN" dirty="0"/>
              </a:p>
            </p:txBody>
          </p:sp>
        </mc:Choice>
        <mc:Fallback xmlns="">
          <p:sp>
            <p:nvSpPr>
              <p:cNvPr id="35" name="TextBox 34">
                <a:extLst>
                  <a:ext uri="{FF2B5EF4-FFF2-40B4-BE49-F238E27FC236}">
                    <a16:creationId xmlns:a16="http://schemas.microsoft.com/office/drawing/2014/main" id="{97CB420E-4BE5-897D-4376-E1C358DCFA2A}"/>
                  </a:ext>
                </a:extLst>
              </p:cNvPr>
              <p:cNvSpPr txBox="1">
                <a:spLocks noRot="1" noChangeAspect="1" noMove="1" noResize="1" noEditPoints="1" noAdjustHandles="1" noChangeArrowheads="1" noChangeShapeType="1" noTextEdit="1"/>
              </p:cNvSpPr>
              <p:nvPr/>
            </p:nvSpPr>
            <p:spPr>
              <a:xfrm>
                <a:off x="793972" y="3687010"/>
                <a:ext cx="404983" cy="338554"/>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F3ABB1AC-35DA-E053-0296-DC8272DDAB14}"/>
                  </a:ext>
                </a:extLst>
              </p:cNvPr>
              <p:cNvSpPr txBox="1"/>
              <p:nvPr/>
            </p:nvSpPr>
            <p:spPr>
              <a:xfrm>
                <a:off x="179875" y="3687010"/>
                <a:ext cx="40498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8</m:t>
                          </m:r>
                        </m:sub>
                      </m:sSub>
                    </m:oMath>
                  </m:oMathPara>
                </a14:m>
                <a:endParaRPr lang="en-US" altLang="zh-CN" dirty="0"/>
              </a:p>
            </p:txBody>
          </p:sp>
        </mc:Choice>
        <mc:Fallback xmlns="">
          <p:sp>
            <p:nvSpPr>
              <p:cNvPr id="36" name="TextBox 35">
                <a:extLst>
                  <a:ext uri="{FF2B5EF4-FFF2-40B4-BE49-F238E27FC236}">
                    <a16:creationId xmlns:a16="http://schemas.microsoft.com/office/drawing/2014/main" id="{F3ABB1AC-35DA-E053-0296-DC8272DDAB14}"/>
                  </a:ext>
                </a:extLst>
              </p:cNvPr>
              <p:cNvSpPr txBox="1">
                <a:spLocks noRot="1" noChangeAspect="1" noMove="1" noResize="1" noEditPoints="1" noAdjustHandles="1" noChangeArrowheads="1" noChangeShapeType="1" noTextEdit="1"/>
              </p:cNvSpPr>
              <p:nvPr/>
            </p:nvSpPr>
            <p:spPr>
              <a:xfrm>
                <a:off x="179875" y="3687010"/>
                <a:ext cx="404983" cy="338554"/>
              </a:xfrm>
              <a:prstGeom prst="rect">
                <a:avLst/>
              </a:prstGeom>
              <a:blipFill>
                <a:blip r:embed="rId18"/>
                <a:stretch>
                  <a:fillRect/>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F8B44ACF-98DE-CCBE-D97B-D0C945BFE86C}"/>
              </a:ext>
            </a:extLst>
          </p:cNvPr>
          <p:cNvGrpSpPr/>
          <p:nvPr/>
        </p:nvGrpSpPr>
        <p:grpSpPr>
          <a:xfrm>
            <a:off x="217840" y="1946304"/>
            <a:ext cx="396781" cy="1740963"/>
            <a:chOff x="5428256" y="1880159"/>
            <a:chExt cx="396781" cy="1740963"/>
          </a:xfrm>
        </p:grpSpPr>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5E2B228-308D-9301-046F-AA68AF078926}"/>
                    </a:ext>
                  </a:extLst>
                </p:cNvPr>
                <p:cNvSpPr txBox="1"/>
                <p:nvPr/>
              </p:nvSpPr>
              <p:spPr>
                <a:xfrm>
                  <a:off x="5488633" y="2310268"/>
                  <a:ext cx="241092" cy="44973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𝑥</m:t>
                            </m:r>
                          </m:e>
                          <m:sub>
                            <m:r>
                              <a:rPr lang="en-US" sz="1100" b="0" i="1" smtClean="0">
                                <a:latin typeface="Cambria Math" panose="02040503050406030204" pitchFamily="18" charset="0"/>
                              </a:rPr>
                              <m:t>𝑡</m:t>
                            </m:r>
                            <m:r>
                              <a:rPr lang="en-US" sz="1100" b="0" i="1" smtClean="0">
                                <a:latin typeface="Cambria Math" panose="02040503050406030204" pitchFamily="18" charset="0"/>
                              </a:rPr>
                              <m:t>8</m:t>
                            </m:r>
                          </m:sub>
                          <m:sup>
                            <m:r>
                              <a:rPr lang="en-US" sz="1100" b="0" i="1" smtClean="0">
                                <a:latin typeface="Cambria Math" panose="02040503050406030204" pitchFamily="18" charset="0"/>
                              </a:rPr>
                              <m:t>2</m:t>
                            </m:r>
                          </m:sup>
                        </m:sSubSup>
                      </m:oMath>
                    </m:oMathPara>
                  </a14:m>
                  <a:endParaRPr lang="en-US" sz="1100" b="0" dirty="0"/>
                </a:p>
                <a:p>
                  <a:endParaRPr lang="en-US" dirty="0"/>
                </a:p>
              </p:txBody>
            </p:sp>
          </mc:Choice>
          <mc:Fallback xmlns="">
            <p:sp>
              <p:nvSpPr>
                <p:cNvPr id="12" name="TextBox 11">
                  <a:extLst>
                    <a:ext uri="{FF2B5EF4-FFF2-40B4-BE49-F238E27FC236}">
                      <a16:creationId xmlns:a16="http://schemas.microsoft.com/office/drawing/2014/main" id="{25E2B228-308D-9301-046F-AA68AF078926}"/>
                    </a:ext>
                  </a:extLst>
                </p:cNvPr>
                <p:cNvSpPr txBox="1">
                  <a:spLocks noRot="1" noChangeAspect="1" noMove="1" noResize="1" noEditPoints="1" noAdjustHandles="1" noChangeArrowheads="1" noChangeShapeType="1" noTextEdit="1"/>
                </p:cNvSpPr>
                <p:nvPr/>
              </p:nvSpPr>
              <p:spPr>
                <a:xfrm>
                  <a:off x="5488633" y="2310268"/>
                  <a:ext cx="241092" cy="449739"/>
                </a:xfrm>
                <a:prstGeom prst="rect">
                  <a:avLst/>
                </a:prstGeom>
                <a:blipFill>
                  <a:blip r:embed="rId19"/>
                  <a:stretch>
                    <a:fillRect l="-5263" r="-52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02F6AF7C-CA35-1D7F-27E9-5605EFEFC185}"/>
                    </a:ext>
                  </a:extLst>
                </p:cNvPr>
                <p:cNvSpPr txBox="1"/>
                <p:nvPr/>
              </p:nvSpPr>
              <p:spPr>
                <a:xfrm>
                  <a:off x="5488633" y="1880159"/>
                  <a:ext cx="241092" cy="4493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𝑥</m:t>
                            </m:r>
                          </m:e>
                          <m:sub>
                            <m:r>
                              <a:rPr lang="en-US" sz="1100" b="0" i="1" smtClean="0">
                                <a:latin typeface="Cambria Math" panose="02040503050406030204" pitchFamily="18" charset="0"/>
                              </a:rPr>
                              <m:t>𝑡</m:t>
                            </m:r>
                            <m:r>
                              <a:rPr lang="en-US" sz="1100" b="0" i="1" smtClean="0">
                                <a:latin typeface="Cambria Math" panose="02040503050406030204" pitchFamily="18" charset="0"/>
                              </a:rPr>
                              <m:t>8</m:t>
                            </m:r>
                          </m:sub>
                          <m:sup>
                            <m:r>
                              <a:rPr lang="en-US" sz="1100" b="0" i="1" smtClean="0">
                                <a:latin typeface="Cambria Math" panose="02040503050406030204" pitchFamily="18" charset="0"/>
                              </a:rPr>
                              <m:t>1</m:t>
                            </m:r>
                          </m:sup>
                        </m:sSubSup>
                      </m:oMath>
                    </m:oMathPara>
                  </a14:m>
                  <a:endParaRPr lang="en-US" sz="1100" b="0" dirty="0"/>
                </a:p>
                <a:p>
                  <a:endParaRPr lang="en-US" dirty="0"/>
                </a:p>
              </p:txBody>
            </p:sp>
          </mc:Choice>
          <mc:Fallback xmlns="">
            <p:sp>
              <p:nvSpPr>
                <p:cNvPr id="38" name="TextBox 37">
                  <a:extLst>
                    <a:ext uri="{FF2B5EF4-FFF2-40B4-BE49-F238E27FC236}">
                      <a16:creationId xmlns:a16="http://schemas.microsoft.com/office/drawing/2014/main" id="{02F6AF7C-CA35-1D7F-27E9-5605EFEFC185}"/>
                    </a:ext>
                  </a:extLst>
                </p:cNvPr>
                <p:cNvSpPr txBox="1">
                  <a:spLocks noRot="1" noChangeAspect="1" noMove="1" noResize="1" noEditPoints="1" noAdjustHandles="1" noChangeArrowheads="1" noChangeShapeType="1" noTextEdit="1"/>
                </p:cNvSpPr>
                <p:nvPr/>
              </p:nvSpPr>
              <p:spPr>
                <a:xfrm>
                  <a:off x="5488633" y="1880159"/>
                  <a:ext cx="241092" cy="449354"/>
                </a:xfrm>
                <a:prstGeom prst="rect">
                  <a:avLst/>
                </a:prstGeom>
                <a:blipFill>
                  <a:blip r:embed="rId20"/>
                  <a:stretch>
                    <a:fillRect l="-5263" r="-52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A95EB9C5-C8F8-AD32-8F9A-17E24865B41D}"/>
                    </a:ext>
                  </a:extLst>
                </p:cNvPr>
                <p:cNvSpPr txBox="1"/>
                <p:nvPr/>
              </p:nvSpPr>
              <p:spPr>
                <a:xfrm>
                  <a:off x="5477135" y="2740761"/>
                  <a:ext cx="238655" cy="4505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𝑥</m:t>
                            </m:r>
                          </m:e>
                          <m:sub>
                            <m:r>
                              <a:rPr lang="en-US" sz="1100" b="0" i="1" smtClean="0">
                                <a:latin typeface="Cambria Math" panose="02040503050406030204" pitchFamily="18" charset="0"/>
                              </a:rPr>
                              <m:t>𝑡</m:t>
                            </m:r>
                            <m:r>
                              <a:rPr lang="en-US" sz="1100" b="0" i="1" smtClean="0">
                                <a:latin typeface="Cambria Math" panose="02040503050406030204" pitchFamily="18" charset="0"/>
                              </a:rPr>
                              <m:t>8</m:t>
                            </m:r>
                          </m:sub>
                          <m:sup>
                            <m:r>
                              <a:rPr lang="en-US" sz="1100" b="0" i="1" smtClean="0">
                                <a:latin typeface="Cambria Math" panose="02040503050406030204" pitchFamily="18" charset="0"/>
                              </a:rPr>
                              <m:t>3</m:t>
                            </m:r>
                          </m:sup>
                        </m:sSubSup>
                      </m:oMath>
                    </m:oMathPara>
                  </a14:m>
                  <a:endParaRPr lang="en-US" sz="1100" b="0" dirty="0"/>
                </a:p>
                <a:p>
                  <a:endParaRPr lang="en-US" dirty="0"/>
                </a:p>
              </p:txBody>
            </p:sp>
          </mc:Choice>
          <mc:Fallback xmlns="">
            <p:sp>
              <p:nvSpPr>
                <p:cNvPr id="39" name="TextBox 38">
                  <a:extLst>
                    <a:ext uri="{FF2B5EF4-FFF2-40B4-BE49-F238E27FC236}">
                      <a16:creationId xmlns:a16="http://schemas.microsoft.com/office/drawing/2014/main" id="{A95EB9C5-C8F8-AD32-8F9A-17E24865B41D}"/>
                    </a:ext>
                  </a:extLst>
                </p:cNvPr>
                <p:cNvSpPr txBox="1">
                  <a:spLocks noRot="1" noChangeAspect="1" noMove="1" noResize="1" noEditPoints="1" noAdjustHandles="1" noChangeArrowheads="1" noChangeShapeType="1" noTextEdit="1"/>
                </p:cNvSpPr>
                <p:nvPr/>
              </p:nvSpPr>
              <p:spPr>
                <a:xfrm>
                  <a:off x="5477135" y="2740761"/>
                  <a:ext cx="238655" cy="450573"/>
                </a:xfrm>
                <a:prstGeom prst="rect">
                  <a:avLst/>
                </a:prstGeom>
                <a:blipFill>
                  <a:blip r:embed="rId21"/>
                  <a:stretch>
                    <a:fillRect l="-5263" r="-52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6B9EB78F-C862-604B-EEA3-1C78ABA40F95}"/>
                    </a:ext>
                  </a:extLst>
                </p:cNvPr>
                <p:cNvSpPr txBox="1"/>
                <p:nvPr/>
              </p:nvSpPr>
              <p:spPr>
                <a:xfrm>
                  <a:off x="5480063" y="3172088"/>
                  <a:ext cx="238655" cy="4490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𝑥</m:t>
                            </m:r>
                          </m:e>
                          <m:sub>
                            <m:r>
                              <a:rPr lang="en-US" sz="1100" b="0" i="1" smtClean="0">
                                <a:latin typeface="Cambria Math" panose="02040503050406030204" pitchFamily="18" charset="0"/>
                              </a:rPr>
                              <m:t>𝑡</m:t>
                            </m:r>
                            <m:r>
                              <a:rPr lang="en-US" sz="1100" b="0" i="1" smtClean="0">
                                <a:latin typeface="Cambria Math" panose="02040503050406030204" pitchFamily="18" charset="0"/>
                              </a:rPr>
                              <m:t>8</m:t>
                            </m:r>
                          </m:sub>
                          <m:sup>
                            <m:r>
                              <a:rPr lang="en-US" sz="1100" b="0" i="1" smtClean="0">
                                <a:latin typeface="Cambria Math" panose="02040503050406030204" pitchFamily="18" charset="0"/>
                              </a:rPr>
                              <m:t>4</m:t>
                            </m:r>
                          </m:sup>
                        </m:sSubSup>
                      </m:oMath>
                    </m:oMathPara>
                  </a14:m>
                  <a:endParaRPr lang="en-US" sz="1100" b="0" dirty="0"/>
                </a:p>
                <a:p>
                  <a:endParaRPr lang="en-US" dirty="0"/>
                </a:p>
              </p:txBody>
            </p:sp>
          </mc:Choice>
          <mc:Fallback xmlns="">
            <p:sp>
              <p:nvSpPr>
                <p:cNvPr id="40" name="TextBox 39">
                  <a:extLst>
                    <a:ext uri="{FF2B5EF4-FFF2-40B4-BE49-F238E27FC236}">
                      <a16:creationId xmlns:a16="http://schemas.microsoft.com/office/drawing/2014/main" id="{6B9EB78F-C862-604B-EEA3-1C78ABA40F95}"/>
                    </a:ext>
                  </a:extLst>
                </p:cNvPr>
                <p:cNvSpPr txBox="1">
                  <a:spLocks noRot="1" noChangeAspect="1" noMove="1" noResize="1" noEditPoints="1" noAdjustHandles="1" noChangeArrowheads="1" noChangeShapeType="1" noTextEdit="1"/>
                </p:cNvSpPr>
                <p:nvPr/>
              </p:nvSpPr>
              <p:spPr>
                <a:xfrm>
                  <a:off x="5480063" y="3172088"/>
                  <a:ext cx="238655" cy="449034"/>
                </a:xfrm>
                <a:prstGeom prst="rect">
                  <a:avLst/>
                </a:prstGeom>
                <a:blipFill>
                  <a:blip r:embed="rId22"/>
                  <a:stretch>
                    <a:fillRect l="-5263" r="-5263"/>
                  </a:stretch>
                </a:blipFill>
              </p:spPr>
              <p:txBody>
                <a:bodyPr/>
                <a:lstStyle/>
                <a:p>
                  <a:r>
                    <a:rPr lang="en-US">
                      <a:noFill/>
                    </a:rPr>
                    <a:t> </a:t>
                  </a:r>
                </a:p>
              </p:txBody>
            </p:sp>
          </mc:Fallback>
        </mc:AlternateContent>
        <p:sp>
          <p:nvSpPr>
            <p:cNvPr id="42" name="Left Bracket 41">
              <a:extLst>
                <a:ext uri="{FF2B5EF4-FFF2-40B4-BE49-F238E27FC236}">
                  <a16:creationId xmlns:a16="http://schemas.microsoft.com/office/drawing/2014/main" id="{FDFF9D91-76DC-A67F-E95E-886D24C7F6C0}"/>
                </a:ext>
              </a:extLst>
            </p:cNvPr>
            <p:cNvSpPr/>
            <p:nvPr/>
          </p:nvSpPr>
          <p:spPr>
            <a:xfrm>
              <a:off x="5428256" y="1994015"/>
              <a:ext cx="51707" cy="1300274"/>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3" name="Left Bracket 42">
              <a:extLst>
                <a:ext uri="{FF2B5EF4-FFF2-40B4-BE49-F238E27FC236}">
                  <a16:creationId xmlns:a16="http://schemas.microsoft.com/office/drawing/2014/main" id="{7D2A3309-989A-2DD5-DE5C-CCE19A34BD4F}"/>
                </a:ext>
              </a:extLst>
            </p:cNvPr>
            <p:cNvSpPr/>
            <p:nvPr/>
          </p:nvSpPr>
          <p:spPr>
            <a:xfrm rot="10800000">
              <a:off x="5773330" y="1988146"/>
              <a:ext cx="51707" cy="1300274"/>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51" name="Group 50">
            <a:extLst>
              <a:ext uri="{FF2B5EF4-FFF2-40B4-BE49-F238E27FC236}">
                <a16:creationId xmlns:a16="http://schemas.microsoft.com/office/drawing/2014/main" id="{167F13B7-ECBC-6A18-F295-463972B00E26}"/>
              </a:ext>
            </a:extLst>
          </p:cNvPr>
          <p:cNvGrpSpPr/>
          <p:nvPr/>
        </p:nvGrpSpPr>
        <p:grpSpPr>
          <a:xfrm>
            <a:off x="6296974" y="2089912"/>
            <a:ext cx="381797" cy="1738654"/>
            <a:chOff x="2027653" y="4269689"/>
            <a:chExt cx="381797" cy="1738654"/>
          </a:xfrm>
        </p:grpSpPr>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B9704428-9AB1-C0C5-5042-4AFEC0A588C4}"/>
                    </a:ext>
                  </a:extLst>
                </p:cNvPr>
                <p:cNvSpPr txBox="1"/>
                <p:nvPr/>
              </p:nvSpPr>
              <p:spPr>
                <a:xfrm>
                  <a:off x="2071130" y="4699798"/>
                  <a:ext cx="243336" cy="4485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sz="1100" b="0" i="1" smtClean="0">
                                <a:latin typeface="Cambria Math" panose="02040503050406030204" pitchFamily="18" charset="0"/>
                              </a:rPr>
                              <m:t>7</m:t>
                            </m:r>
                          </m:sub>
                          <m:sup>
                            <m:r>
                              <a:rPr lang="en-US" sz="1100" b="0" i="1" smtClean="0">
                                <a:latin typeface="Cambria Math" panose="02040503050406030204" pitchFamily="18" charset="0"/>
                              </a:rPr>
                              <m:t>2</m:t>
                            </m:r>
                          </m:sup>
                        </m:sSubSup>
                      </m:oMath>
                    </m:oMathPara>
                  </a14:m>
                  <a:endParaRPr lang="en-US" sz="1100" b="0" dirty="0"/>
                </a:p>
                <a:p>
                  <a:endParaRPr lang="en-US" dirty="0"/>
                </a:p>
              </p:txBody>
            </p:sp>
          </mc:Choice>
          <mc:Fallback xmlns="">
            <p:sp>
              <p:nvSpPr>
                <p:cNvPr id="52" name="TextBox 51">
                  <a:extLst>
                    <a:ext uri="{FF2B5EF4-FFF2-40B4-BE49-F238E27FC236}">
                      <a16:creationId xmlns:a16="http://schemas.microsoft.com/office/drawing/2014/main" id="{B9704428-9AB1-C0C5-5042-4AFEC0A588C4}"/>
                    </a:ext>
                  </a:extLst>
                </p:cNvPr>
                <p:cNvSpPr txBox="1">
                  <a:spLocks noRot="1" noChangeAspect="1" noMove="1" noResize="1" noEditPoints="1" noAdjustHandles="1" noChangeArrowheads="1" noChangeShapeType="1" noTextEdit="1"/>
                </p:cNvSpPr>
                <p:nvPr/>
              </p:nvSpPr>
              <p:spPr>
                <a:xfrm>
                  <a:off x="2071130" y="4699798"/>
                  <a:ext cx="243336" cy="448521"/>
                </a:xfrm>
                <a:prstGeom prst="rect">
                  <a:avLst/>
                </a:prstGeom>
                <a:blipFill>
                  <a:blip r:embed="rId23"/>
                  <a:stretch>
                    <a:fillRect l="-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EE4CFDE-0DFC-E1BB-4206-9538ADD39BC6}"/>
                    </a:ext>
                  </a:extLst>
                </p:cNvPr>
                <p:cNvSpPr txBox="1"/>
                <p:nvPr/>
              </p:nvSpPr>
              <p:spPr>
                <a:xfrm>
                  <a:off x="2071932" y="4269689"/>
                  <a:ext cx="244939" cy="4481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sz="1100" b="0" i="1" smtClean="0">
                                <a:latin typeface="Cambria Math" panose="02040503050406030204" pitchFamily="18" charset="0"/>
                              </a:rPr>
                              <m:t>7</m:t>
                            </m:r>
                          </m:sub>
                          <m:sup>
                            <m:r>
                              <a:rPr lang="en-US" sz="1100" b="0" i="1" smtClean="0">
                                <a:latin typeface="Cambria Math" panose="02040503050406030204" pitchFamily="18" charset="0"/>
                              </a:rPr>
                              <m:t>1</m:t>
                            </m:r>
                          </m:sup>
                        </m:sSubSup>
                      </m:oMath>
                    </m:oMathPara>
                  </a14:m>
                  <a:endParaRPr lang="en-US" sz="1100" b="0" dirty="0"/>
                </a:p>
                <a:p>
                  <a:endParaRPr lang="en-US" dirty="0"/>
                </a:p>
              </p:txBody>
            </p:sp>
          </mc:Choice>
          <mc:Fallback xmlns="">
            <p:sp>
              <p:nvSpPr>
                <p:cNvPr id="53" name="TextBox 52">
                  <a:extLst>
                    <a:ext uri="{FF2B5EF4-FFF2-40B4-BE49-F238E27FC236}">
                      <a16:creationId xmlns:a16="http://schemas.microsoft.com/office/drawing/2014/main" id="{7EE4CFDE-0DFC-E1BB-4206-9538ADD39BC6}"/>
                    </a:ext>
                  </a:extLst>
                </p:cNvPr>
                <p:cNvSpPr txBox="1">
                  <a:spLocks noRot="1" noChangeAspect="1" noMove="1" noResize="1" noEditPoints="1" noAdjustHandles="1" noChangeArrowheads="1" noChangeShapeType="1" noTextEdit="1"/>
                </p:cNvSpPr>
                <p:nvPr/>
              </p:nvSpPr>
              <p:spPr>
                <a:xfrm>
                  <a:off x="2071932" y="4269689"/>
                  <a:ext cx="244939" cy="448136"/>
                </a:xfrm>
                <a:prstGeom prst="rect">
                  <a:avLst/>
                </a:prstGeom>
                <a:blipFill>
                  <a:blip r:embed="rId24"/>
                  <a:stretch>
                    <a:fillRect l="-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F2AD8CB8-946B-7A54-5FF3-4E5024189262}"/>
                    </a:ext>
                  </a:extLst>
                </p:cNvPr>
                <p:cNvSpPr txBox="1"/>
                <p:nvPr/>
              </p:nvSpPr>
              <p:spPr>
                <a:xfrm>
                  <a:off x="2081935" y="5130291"/>
                  <a:ext cx="252570" cy="4482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sz="1100" b="0" i="1" smtClean="0">
                                <a:latin typeface="Cambria Math" panose="02040503050406030204" pitchFamily="18" charset="0"/>
                              </a:rPr>
                              <m:t>7</m:t>
                            </m:r>
                          </m:sub>
                          <m:sup>
                            <m:r>
                              <a:rPr lang="en-US" sz="1100" b="0" i="1" smtClean="0">
                                <a:latin typeface="Cambria Math" panose="02040503050406030204" pitchFamily="18" charset="0"/>
                              </a:rPr>
                              <m:t>3</m:t>
                            </m:r>
                          </m:sup>
                        </m:sSubSup>
                      </m:oMath>
                    </m:oMathPara>
                  </a14:m>
                  <a:endParaRPr lang="en-US" sz="1100" b="0" dirty="0"/>
                </a:p>
                <a:p>
                  <a:endParaRPr lang="en-US" dirty="0"/>
                </a:p>
              </p:txBody>
            </p:sp>
          </mc:Choice>
          <mc:Fallback xmlns="">
            <p:sp>
              <p:nvSpPr>
                <p:cNvPr id="54" name="TextBox 53">
                  <a:extLst>
                    <a:ext uri="{FF2B5EF4-FFF2-40B4-BE49-F238E27FC236}">
                      <a16:creationId xmlns:a16="http://schemas.microsoft.com/office/drawing/2014/main" id="{F2AD8CB8-946B-7A54-5FF3-4E5024189262}"/>
                    </a:ext>
                  </a:extLst>
                </p:cNvPr>
                <p:cNvSpPr txBox="1">
                  <a:spLocks noRot="1" noChangeAspect="1" noMove="1" noResize="1" noEditPoints="1" noAdjustHandles="1" noChangeArrowheads="1" noChangeShapeType="1" noTextEdit="1"/>
                </p:cNvSpPr>
                <p:nvPr/>
              </p:nvSpPr>
              <p:spPr>
                <a:xfrm>
                  <a:off x="2081935" y="5130291"/>
                  <a:ext cx="252570" cy="448200"/>
                </a:xfrm>
                <a:prstGeom prst="rect">
                  <a:avLst/>
                </a:prstGeom>
                <a:blipFill>
                  <a:blip r:embed="rId25"/>
                  <a:stretch>
                    <a:fillRect l="-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00755D58-3BC4-67C8-8A20-0D7E82A3BB2F}"/>
                    </a:ext>
                  </a:extLst>
                </p:cNvPr>
                <p:cNvSpPr txBox="1"/>
                <p:nvPr/>
              </p:nvSpPr>
              <p:spPr>
                <a:xfrm>
                  <a:off x="2071547" y="5561618"/>
                  <a:ext cx="252570" cy="44672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sz="1100" b="0" i="1" smtClean="0">
                                <a:latin typeface="Cambria Math" panose="02040503050406030204" pitchFamily="18" charset="0"/>
                              </a:rPr>
                              <m:t>7</m:t>
                            </m:r>
                          </m:sub>
                          <m:sup>
                            <m:r>
                              <a:rPr lang="en-US" sz="1100" b="0" i="1" smtClean="0">
                                <a:latin typeface="Cambria Math" panose="02040503050406030204" pitchFamily="18" charset="0"/>
                              </a:rPr>
                              <m:t>4</m:t>
                            </m:r>
                          </m:sup>
                        </m:sSubSup>
                      </m:oMath>
                    </m:oMathPara>
                  </a14:m>
                  <a:endParaRPr lang="en-US" sz="1100" b="0" dirty="0"/>
                </a:p>
                <a:p>
                  <a:endParaRPr lang="en-US" dirty="0"/>
                </a:p>
              </p:txBody>
            </p:sp>
          </mc:Choice>
          <mc:Fallback xmlns="">
            <p:sp>
              <p:nvSpPr>
                <p:cNvPr id="55" name="TextBox 54">
                  <a:extLst>
                    <a:ext uri="{FF2B5EF4-FFF2-40B4-BE49-F238E27FC236}">
                      <a16:creationId xmlns:a16="http://schemas.microsoft.com/office/drawing/2014/main" id="{00755D58-3BC4-67C8-8A20-0D7E82A3BB2F}"/>
                    </a:ext>
                  </a:extLst>
                </p:cNvPr>
                <p:cNvSpPr txBox="1">
                  <a:spLocks noRot="1" noChangeAspect="1" noMove="1" noResize="1" noEditPoints="1" noAdjustHandles="1" noChangeArrowheads="1" noChangeShapeType="1" noTextEdit="1"/>
                </p:cNvSpPr>
                <p:nvPr/>
              </p:nvSpPr>
              <p:spPr>
                <a:xfrm>
                  <a:off x="2071547" y="5561618"/>
                  <a:ext cx="252570" cy="446725"/>
                </a:xfrm>
                <a:prstGeom prst="rect">
                  <a:avLst/>
                </a:prstGeom>
                <a:blipFill>
                  <a:blip r:embed="rId26"/>
                  <a:stretch>
                    <a:fillRect l="-9524"/>
                  </a:stretch>
                </a:blipFill>
              </p:spPr>
              <p:txBody>
                <a:bodyPr/>
                <a:lstStyle/>
                <a:p>
                  <a:r>
                    <a:rPr lang="en-US">
                      <a:noFill/>
                    </a:rPr>
                    <a:t> </a:t>
                  </a:r>
                </a:p>
              </p:txBody>
            </p:sp>
          </mc:Fallback>
        </mc:AlternateContent>
        <p:sp>
          <p:nvSpPr>
            <p:cNvPr id="56" name="Left Bracket 55">
              <a:extLst>
                <a:ext uri="{FF2B5EF4-FFF2-40B4-BE49-F238E27FC236}">
                  <a16:creationId xmlns:a16="http://schemas.microsoft.com/office/drawing/2014/main" id="{B9097581-7D52-C375-9857-FDF0FD6C34AB}"/>
                </a:ext>
              </a:extLst>
            </p:cNvPr>
            <p:cNvSpPr/>
            <p:nvPr/>
          </p:nvSpPr>
          <p:spPr>
            <a:xfrm rot="10800000">
              <a:off x="2357743" y="4383545"/>
              <a:ext cx="51707" cy="1300274"/>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7" name="Left Bracket 56">
              <a:extLst>
                <a:ext uri="{FF2B5EF4-FFF2-40B4-BE49-F238E27FC236}">
                  <a16:creationId xmlns:a16="http://schemas.microsoft.com/office/drawing/2014/main" id="{365E1713-DE85-3CAE-FD9C-9CF6F0DCF39C}"/>
                </a:ext>
              </a:extLst>
            </p:cNvPr>
            <p:cNvSpPr/>
            <p:nvPr/>
          </p:nvSpPr>
          <p:spPr>
            <a:xfrm>
              <a:off x="2027653" y="4383545"/>
              <a:ext cx="51707" cy="1300274"/>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3258866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0.0099 -0.0044 L 0.5017 0.37639 " pathEditMode="relative" rAng="0" ptsTypes="AA">
                                      <p:cBhvr>
                                        <p:cTn id="6" dur="500" fill="hold"/>
                                        <p:tgtEl>
                                          <p:spTgt spid="3"/>
                                        </p:tgtEl>
                                        <p:attrNameLst>
                                          <p:attrName>ppt_x</p:attrName>
                                          <p:attrName>ppt_y</p:attrName>
                                        </p:attrNameLst>
                                      </p:cBhvr>
                                      <p:rCtr x="24583" y="19028"/>
                                    </p:animMotion>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3" grpId="0" animBg="1"/>
      <p:bldP spid="11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16AA103E-A368-6C91-0ED5-820FD56EAEB7}"/>
                  </a:ext>
                </a:extLst>
              </p:cNvPr>
              <p:cNvSpPr>
                <a:spLocks noGrp="1"/>
              </p:cNvSpPr>
              <p:nvPr>
                <p:ph type="title"/>
              </p:nvPr>
            </p:nvSpPr>
            <p:spPr/>
            <p:txBody>
              <a:bodyPr/>
              <a:lstStyle/>
              <a:p>
                <a:r>
                  <a:rPr lang="en-US" dirty="0"/>
                  <a:t>Step 8:</a:t>
                </a:r>
                <a:r>
                  <a:rPr lang="zh-CN" altLang="en-US" dirty="0"/>
                  <a:t> </a:t>
                </a:r>
                <a:r>
                  <a:rPr lang="en-US" altLang="zh-CN" dirty="0"/>
                  <a:t>Update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h</m:t>
                        </m:r>
                      </m:e>
                      <m:sub>
                        <m:r>
                          <a:rPr lang="en-US" altLang="zh-CN" b="0" i="1" smtClean="0">
                            <a:latin typeface="Cambria Math" panose="02040503050406030204" pitchFamily="18" charset="0"/>
                          </a:rPr>
                          <m:t>𝑡</m:t>
                        </m:r>
                        <m:r>
                          <a:rPr lang="en-US" altLang="zh-CN" b="0" i="1" smtClean="0">
                            <a:latin typeface="Cambria Math" panose="02040503050406030204" pitchFamily="18" charset="0"/>
                          </a:rPr>
                          <m:t>7</m:t>
                        </m:r>
                      </m:sub>
                    </m:sSub>
                  </m:oMath>
                </a14:m>
                <a:r>
                  <a:rPr lang="en-US" b="1" dirty="0"/>
                  <a:t> to </a:t>
                </a:r>
                <a14:m>
                  <m:oMath xmlns:m="http://schemas.openxmlformats.org/officeDocument/2006/math">
                    <m:sSub>
                      <m:sSubPr>
                        <m:ctrlPr>
                          <a:rPr lang="en-US" altLang="zh-CN" b="0" i="1">
                            <a:latin typeface="Cambria Math" panose="02040503050406030204" pitchFamily="18" charset="0"/>
                          </a:rPr>
                        </m:ctrlPr>
                      </m:sSubPr>
                      <m:e>
                        <m:r>
                          <a:rPr lang="en-US" altLang="zh-CN" b="0" i="1">
                            <a:latin typeface="Cambria Math" panose="02040503050406030204" pitchFamily="18" charset="0"/>
                          </a:rPr>
                          <m:t>h</m:t>
                        </m:r>
                      </m:e>
                      <m:sub>
                        <m:r>
                          <a:rPr lang="en-US" altLang="zh-CN" b="0" i="1">
                            <a:latin typeface="Cambria Math" panose="02040503050406030204" pitchFamily="18" charset="0"/>
                          </a:rPr>
                          <m:t>𝑡</m:t>
                        </m:r>
                        <m:r>
                          <a:rPr lang="en-US" altLang="zh-CN" b="0" i="1" smtClean="0">
                            <a:latin typeface="Cambria Math" panose="02040503050406030204" pitchFamily="18" charset="0"/>
                          </a:rPr>
                          <m:t>8</m:t>
                        </m:r>
                      </m:sub>
                    </m:sSub>
                  </m:oMath>
                </a14:m>
                <a:r>
                  <a:rPr lang="en-US" dirty="0"/>
                  <a:t> </a:t>
                </a:r>
              </a:p>
            </p:txBody>
          </p:sp>
        </mc:Choice>
        <mc:Fallback xmlns="">
          <p:sp>
            <p:nvSpPr>
              <p:cNvPr id="2" name="Title 1">
                <a:extLst>
                  <a:ext uri="{FF2B5EF4-FFF2-40B4-BE49-F238E27FC236}">
                    <a16:creationId xmlns:a16="http://schemas.microsoft.com/office/drawing/2014/main" id="{16AA103E-A368-6C91-0ED5-820FD56EAEB7}"/>
                  </a:ext>
                </a:extLst>
              </p:cNvPr>
              <p:cNvSpPr>
                <a:spLocks noGrp="1" noRot="1" noChangeAspect="1" noMove="1" noResize="1" noEditPoints="1" noAdjustHandles="1" noChangeArrowheads="1" noChangeShapeType="1" noTextEdit="1"/>
              </p:cNvSpPr>
              <p:nvPr>
                <p:ph type="title"/>
              </p:nvPr>
            </p:nvSpPr>
            <p:spPr>
              <a:blipFill>
                <a:blip r:embed="rId3"/>
                <a:stretch>
                  <a:fillRect l="-1938" t="-5882" b="-1911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4B1F9F87-CD6F-BE52-1730-2D0B97CCD0F6}"/>
              </a:ext>
            </a:extLst>
          </p:cNvPr>
          <p:cNvSpPr>
            <a:spLocks noGrp="1"/>
          </p:cNvSpPr>
          <p:nvPr>
            <p:ph type="sldNum" sz="quarter" idx="12"/>
          </p:nvPr>
        </p:nvSpPr>
        <p:spPr/>
        <p:txBody>
          <a:bodyPr/>
          <a:lstStyle/>
          <a:p>
            <a:fld id="{ACE956E7-2A6A-4E70-9F41-09A4B3DE69AA}" type="slidenum">
              <a:rPr lang="en-US" smtClean="0"/>
              <a:t>13</a:t>
            </a:fld>
            <a:endParaRPr lang="en-US" dirty="0"/>
          </a:p>
        </p:txBody>
      </p:sp>
      <p:sp>
        <p:nvSpPr>
          <p:cNvPr id="5" name="Slide Number Placeholder 3">
            <a:extLst>
              <a:ext uri="{FF2B5EF4-FFF2-40B4-BE49-F238E27FC236}">
                <a16:creationId xmlns:a16="http://schemas.microsoft.com/office/drawing/2014/main" id="{518197FD-DA27-30EA-B2B6-3D8664A450C9}"/>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CE956E7-2A6A-4E70-9F41-09A4B3DE69AA}" type="slidenum">
              <a:rPr lang="en-US" smtClean="0"/>
              <a:pPr/>
              <a:t>13</a:t>
            </a:fld>
            <a:endParaRPr lang="en-US" dirty="0"/>
          </a:p>
        </p:txBody>
      </p:sp>
      <p:grpSp>
        <p:nvGrpSpPr>
          <p:cNvPr id="22" name="Group 21">
            <a:extLst>
              <a:ext uri="{FF2B5EF4-FFF2-40B4-BE49-F238E27FC236}">
                <a16:creationId xmlns:a16="http://schemas.microsoft.com/office/drawing/2014/main" id="{F2360789-5E3F-30AA-7650-59E1617DEACF}"/>
              </a:ext>
            </a:extLst>
          </p:cNvPr>
          <p:cNvGrpSpPr/>
          <p:nvPr/>
        </p:nvGrpSpPr>
        <p:grpSpPr>
          <a:xfrm>
            <a:off x="8380421" y="3620480"/>
            <a:ext cx="971045" cy="1212239"/>
            <a:chOff x="10240238" y="3945675"/>
            <a:chExt cx="971045" cy="1212239"/>
          </a:xfrm>
        </p:grpSpPr>
        <p:cxnSp>
          <p:nvCxnSpPr>
            <p:cNvPr id="23" name="Straight Connector 22">
              <a:extLst>
                <a:ext uri="{FF2B5EF4-FFF2-40B4-BE49-F238E27FC236}">
                  <a16:creationId xmlns:a16="http://schemas.microsoft.com/office/drawing/2014/main" id="{6A15015F-44CA-2707-42E9-B11F0BDA5E85}"/>
                </a:ext>
              </a:extLst>
            </p:cNvPr>
            <p:cNvCxnSpPr>
              <a:cxnSpLocks/>
            </p:cNvCxnSpPr>
            <p:nvPr/>
          </p:nvCxnSpPr>
          <p:spPr>
            <a:xfrm>
              <a:off x="10240238" y="3945675"/>
              <a:ext cx="927341" cy="409057"/>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DF04727-8075-F395-3A2F-5A7EE9D197E8}"/>
                </a:ext>
              </a:extLst>
            </p:cNvPr>
            <p:cNvCxnSpPr>
              <a:cxnSpLocks/>
            </p:cNvCxnSpPr>
            <p:nvPr/>
          </p:nvCxnSpPr>
          <p:spPr>
            <a:xfrm flipV="1">
              <a:off x="10240238" y="4622244"/>
              <a:ext cx="971045" cy="53567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C89D3CE5-C8CC-9E87-749A-FFDC9A7795B4}"/>
                    </a:ext>
                  </a:extLst>
                </p:cNvPr>
                <p:cNvSpPr txBox="1"/>
                <p:nvPr/>
              </p:nvSpPr>
              <p:spPr>
                <a:xfrm>
                  <a:off x="10391225" y="4315544"/>
                  <a:ext cx="37702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i="1" smtClean="0">
                            <a:latin typeface="Cambria Math" panose="02040503050406030204" pitchFamily="18" charset="0"/>
                          </a:rPr>
                          <m:t>V</m:t>
                        </m:r>
                      </m:oMath>
                    </m:oMathPara>
                  </a14:m>
                  <a:endParaRPr lang="en-US" dirty="0"/>
                </a:p>
              </p:txBody>
            </p:sp>
          </mc:Choice>
          <mc:Fallback xmlns="">
            <p:sp>
              <p:nvSpPr>
                <p:cNvPr id="25" name="TextBox 24">
                  <a:extLst>
                    <a:ext uri="{FF2B5EF4-FFF2-40B4-BE49-F238E27FC236}">
                      <a16:creationId xmlns:a16="http://schemas.microsoft.com/office/drawing/2014/main" id="{C89D3CE5-C8CC-9E87-749A-FFDC9A7795B4}"/>
                    </a:ext>
                  </a:extLst>
                </p:cNvPr>
                <p:cNvSpPr txBox="1">
                  <a:spLocks noRot="1" noChangeAspect="1" noMove="1" noResize="1" noEditPoints="1" noAdjustHandles="1" noChangeArrowheads="1" noChangeShapeType="1" noTextEdit="1"/>
                </p:cNvSpPr>
                <p:nvPr/>
              </p:nvSpPr>
              <p:spPr>
                <a:xfrm>
                  <a:off x="10391225" y="4315544"/>
                  <a:ext cx="377026" cy="369332"/>
                </a:xfrm>
                <a:prstGeom prst="rect">
                  <a:avLst/>
                </a:prstGeom>
                <a:blipFill>
                  <a:blip r:embed="rId5"/>
                  <a:stretch>
                    <a:fillRect/>
                  </a:stretch>
                </a:blipFill>
              </p:spPr>
              <p:txBody>
                <a:bodyPr/>
                <a:lstStyle/>
                <a:p>
                  <a:r>
                    <a:rPr lang="en-US">
                      <a:noFill/>
                    </a:rPr>
                    <a:t> </a:t>
                  </a:r>
                </a:p>
              </p:txBody>
            </p:sp>
          </mc:Fallback>
        </mc:AlternateContent>
      </p:grpSp>
      <p:grpSp>
        <p:nvGrpSpPr>
          <p:cNvPr id="20" name="Group 19">
            <a:extLst>
              <a:ext uri="{FF2B5EF4-FFF2-40B4-BE49-F238E27FC236}">
                <a16:creationId xmlns:a16="http://schemas.microsoft.com/office/drawing/2014/main" id="{B22C198A-AA5C-80B8-13D7-718C27F07DBC}"/>
              </a:ext>
            </a:extLst>
          </p:cNvPr>
          <p:cNvGrpSpPr/>
          <p:nvPr/>
        </p:nvGrpSpPr>
        <p:grpSpPr>
          <a:xfrm>
            <a:off x="6786866" y="2692500"/>
            <a:ext cx="774573" cy="2826369"/>
            <a:chOff x="6786866" y="2692500"/>
            <a:chExt cx="774573" cy="2826369"/>
          </a:xfrm>
        </p:grpSpPr>
        <p:cxnSp>
          <p:nvCxnSpPr>
            <p:cNvPr id="14" name="Straight Connector 13">
              <a:extLst>
                <a:ext uri="{FF2B5EF4-FFF2-40B4-BE49-F238E27FC236}">
                  <a16:creationId xmlns:a16="http://schemas.microsoft.com/office/drawing/2014/main" id="{03BE0FDD-AAE4-F764-54AC-4D72A2B6706D}"/>
                </a:ext>
              </a:extLst>
            </p:cNvPr>
            <p:cNvCxnSpPr>
              <a:cxnSpLocks/>
              <a:endCxn id="104" idx="0"/>
            </p:cNvCxnSpPr>
            <p:nvPr/>
          </p:nvCxnSpPr>
          <p:spPr>
            <a:xfrm>
              <a:off x="6869316" y="2692500"/>
              <a:ext cx="692123" cy="9613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335103F-8DD5-413B-065C-94455C925E13}"/>
                </a:ext>
              </a:extLst>
            </p:cNvPr>
            <p:cNvCxnSpPr>
              <a:cxnSpLocks/>
              <a:endCxn id="107" idx="3"/>
            </p:cNvCxnSpPr>
            <p:nvPr/>
          </p:nvCxnSpPr>
          <p:spPr>
            <a:xfrm flipV="1">
              <a:off x="6786866" y="4710387"/>
              <a:ext cx="692822" cy="808482"/>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1F5C0E7-B675-CE30-8510-D909A6592970}"/>
                    </a:ext>
                  </a:extLst>
                </p:cNvPr>
                <p:cNvSpPr txBox="1"/>
                <p:nvPr/>
              </p:nvSpPr>
              <p:spPr>
                <a:xfrm>
                  <a:off x="7002253" y="4346701"/>
                  <a:ext cx="46621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𝑊</m:t>
                        </m:r>
                      </m:oMath>
                    </m:oMathPara>
                  </a14:m>
                  <a:endParaRPr lang="en-US" dirty="0"/>
                </a:p>
              </p:txBody>
            </p:sp>
          </mc:Choice>
          <mc:Fallback xmlns="">
            <p:sp>
              <p:nvSpPr>
                <p:cNvPr id="16" name="TextBox 15">
                  <a:extLst>
                    <a:ext uri="{FF2B5EF4-FFF2-40B4-BE49-F238E27FC236}">
                      <a16:creationId xmlns:a16="http://schemas.microsoft.com/office/drawing/2014/main" id="{11F5C0E7-B675-CE30-8510-D909A6592970}"/>
                    </a:ext>
                  </a:extLst>
                </p:cNvPr>
                <p:cNvSpPr txBox="1">
                  <a:spLocks noRot="1" noChangeAspect="1" noMove="1" noResize="1" noEditPoints="1" noAdjustHandles="1" noChangeArrowheads="1" noChangeShapeType="1" noTextEdit="1"/>
                </p:cNvSpPr>
                <p:nvPr/>
              </p:nvSpPr>
              <p:spPr>
                <a:xfrm>
                  <a:off x="7002253" y="4346701"/>
                  <a:ext cx="466217"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CB2794D8-4832-CE3C-A0FE-CFCB888575FD}"/>
                    </a:ext>
                  </a:extLst>
                </p:cNvPr>
                <p:cNvSpPr txBox="1"/>
                <p:nvPr/>
              </p:nvSpPr>
              <p:spPr>
                <a:xfrm>
                  <a:off x="7041494" y="3358973"/>
                  <a:ext cx="40075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𝑈</m:t>
                        </m:r>
                      </m:oMath>
                    </m:oMathPara>
                  </a14:m>
                  <a:endParaRPr lang="en-US" dirty="0"/>
                </a:p>
              </p:txBody>
            </p:sp>
          </mc:Choice>
          <mc:Fallback xmlns="">
            <p:sp>
              <p:nvSpPr>
                <p:cNvPr id="61" name="TextBox 60">
                  <a:extLst>
                    <a:ext uri="{FF2B5EF4-FFF2-40B4-BE49-F238E27FC236}">
                      <a16:creationId xmlns:a16="http://schemas.microsoft.com/office/drawing/2014/main" id="{CB2794D8-4832-CE3C-A0FE-CFCB888575FD}"/>
                    </a:ext>
                  </a:extLst>
                </p:cNvPr>
                <p:cNvSpPr txBox="1">
                  <a:spLocks noRot="1" noChangeAspect="1" noMove="1" noResize="1" noEditPoints="1" noAdjustHandles="1" noChangeArrowheads="1" noChangeShapeType="1" noTextEdit="1"/>
                </p:cNvSpPr>
                <p:nvPr/>
              </p:nvSpPr>
              <p:spPr>
                <a:xfrm>
                  <a:off x="7041494" y="3358973"/>
                  <a:ext cx="400751" cy="369332"/>
                </a:xfrm>
                <a:prstGeom prst="rect">
                  <a:avLst/>
                </a:prstGeom>
                <a:blipFill>
                  <a:blip r:embed="rId7"/>
                  <a:stretch>
                    <a:fillRect/>
                  </a:stretch>
                </a:blipFill>
              </p:spPr>
              <p:txBody>
                <a:bodyPr/>
                <a:lstStyle/>
                <a:p>
                  <a:r>
                    <a:rPr lang="en-US">
                      <a:noFill/>
                    </a:rPr>
                    <a:t> </a:t>
                  </a:r>
                </a:p>
              </p:txBody>
            </p:sp>
          </mc:Fallback>
        </mc:AlternateContent>
      </p:grpSp>
      <p:grpSp>
        <p:nvGrpSpPr>
          <p:cNvPr id="103" name="Group 102">
            <a:extLst>
              <a:ext uri="{FF2B5EF4-FFF2-40B4-BE49-F238E27FC236}">
                <a16:creationId xmlns:a16="http://schemas.microsoft.com/office/drawing/2014/main" id="{6B762823-8136-EE4B-AAAF-37C19437F208}"/>
              </a:ext>
            </a:extLst>
          </p:cNvPr>
          <p:cNvGrpSpPr/>
          <p:nvPr/>
        </p:nvGrpSpPr>
        <p:grpSpPr>
          <a:xfrm>
            <a:off x="7445825" y="3653892"/>
            <a:ext cx="231228" cy="1089973"/>
            <a:chOff x="8551317" y="2344227"/>
            <a:chExt cx="231228" cy="1089973"/>
          </a:xfrm>
        </p:grpSpPr>
        <p:sp>
          <p:nvSpPr>
            <p:cNvPr id="104" name="Oval 103">
              <a:extLst>
                <a:ext uri="{FF2B5EF4-FFF2-40B4-BE49-F238E27FC236}">
                  <a16:creationId xmlns:a16="http://schemas.microsoft.com/office/drawing/2014/main" id="{F06401A7-9411-AC6A-DDD7-D673CEB8A52B}"/>
                </a:ext>
              </a:extLst>
            </p:cNvPr>
            <p:cNvSpPr/>
            <p:nvPr/>
          </p:nvSpPr>
          <p:spPr>
            <a:xfrm>
              <a:off x="8551317" y="2344227"/>
              <a:ext cx="231228" cy="228600"/>
            </a:xfrm>
            <a:prstGeom prst="ellipse">
              <a:avLst/>
            </a:prstGeom>
            <a:solidFill>
              <a:srgbClr val="D17ECA">
                <a:alpha val="7979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Oval 104">
              <a:extLst>
                <a:ext uri="{FF2B5EF4-FFF2-40B4-BE49-F238E27FC236}">
                  <a16:creationId xmlns:a16="http://schemas.microsoft.com/office/drawing/2014/main" id="{A39E7D1F-FEE7-8D2B-12A9-7665F73FBE56}"/>
                </a:ext>
              </a:extLst>
            </p:cNvPr>
            <p:cNvSpPr/>
            <p:nvPr/>
          </p:nvSpPr>
          <p:spPr>
            <a:xfrm>
              <a:off x="8551317" y="2631351"/>
              <a:ext cx="231228" cy="228600"/>
            </a:xfrm>
            <a:prstGeom prst="ellipse">
              <a:avLst/>
            </a:prstGeom>
            <a:solidFill>
              <a:srgbClr val="D17ECA">
                <a:alpha val="7979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 name="Oval 105">
              <a:extLst>
                <a:ext uri="{FF2B5EF4-FFF2-40B4-BE49-F238E27FC236}">
                  <a16:creationId xmlns:a16="http://schemas.microsoft.com/office/drawing/2014/main" id="{010E64BF-C6DD-39F1-8E49-E5D7DCBFD55C}"/>
                </a:ext>
              </a:extLst>
            </p:cNvPr>
            <p:cNvSpPr/>
            <p:nvPr/>
          </p:nvSpPr>
          <p:spPr>
            <a:xfrm>
              <a:off x="8551317" y="2918475"/>
              <a:ext cx="231228" cy="228600"/>
            </a:xfrm>
            <a:prstGeom prst="ellipse">
              <a:avLst/>
            </a:prstGeom>
            <a:solidFill>
              <a:srgbClr val="D17ECA">
                <a:alpha val="7979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 name="Oval 106">
              <a:extLst>
                <a:ext uri="{FF2B5EF4-FFF2-40B4-BE49-F238E27FC236}">
                  <a16:creationId xmlns:a16="http://schemas.microsoft.com/office/drawing/2014/main" id="{6ED1FF61-31F4-15B9-E1A3-435B71DECC1C}"/>
                </a:ext>
              </a:extLst>
            </p:cNvPr>
            <p:cNvSpPr/>
            <p:nvPr/>
          </p:nvSpPr>
          <p:spPr>
            <a:xfrm>
              <a:off x="8551317" y="3205600"/>
              <a:ext cx="231228" cy="228600"/>
            </a:xfrm>
            <a:prstGeom prst="ellipse">
              <a:avLst/>
            </a:prstGeom>
            <a:solidFill>
              <a:srgbClr val="D17ECA">
                <a:alpha val="7979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8" name="TextBox 17">
            <a:extLst>
              <a:ext uri="{FF2B5EF4-FFF2-40B4-BE49-F238E27FC236}">
                <a16:creationId xmlns:a16="http://schemas.microsoft.com/office/drawing/2014/main" id="{9C0940D5-1FB2-8FD4-A99E-9813D42D125D}"/>
              </a:ext>
            </a:extLst>
          </p:cNvPr>
          <p:cNvSpPr txBox="1"/>
          <p:nvPr/>
        </p:nvSpPr>
        <p:spPr>
          <a:xfrm>
            <a:off x="5990602" y="3631963"/>
            <a:ext cx="184731" cy="369332"/>
          </a:xfrm>
          <a:prstGeom prst="rect">
            <a:avLst/>
          </a:prstGeom>
          <a:noFill/>
        </p:spPr>
        <p:txBody>
          <a:bodyPr wrap="none" rtlCol="0">
            <a:spAutoFit/>
          </a:bodyPr>
          <a:lstStyle/>
          <a:p>
            <a:endParaRPr lang="en-US" dirty="0"/>
          </a:p>
        </p:txBody>
      </p:sp>
      <p:sp>
        <p:nvSpPr>
          <p:cNvPr id="3" name="Bent Arrow 2">
            <a:extLst>
              <a:ext uri="{FF2B5EF4-FFF2-40B4-BE49-F238E27FC236}">
                <a16:creationId xmlns:a16="http://schemas.microsoft.com/office/drawing/2014/main" id="{2FBDF920-94ED-2022-97C9-C0CA3002EEA5}"/>
              </a:ext>
            </a:extLst>
          </p:cNvPr>
          <p:cNvSpPr/>
          <p:nvPr/>
        </p:nvSpPr>
        <p:spPr>
          <a:xfrm flipH="1">
            <a:off x="7054946" y="2099469"/>
            <a:ext cx="1098341" cy="1388274"/>
          </a:xfrm>
          <a:prstGeom prst="bentArrow">
            <a:avLst>
              <a:gd name="adj1" fmla="val 5105"/>
              <a:gd name="adj2" fmla="val 6783"/>
              <a:gd name="adj3" fmla="val 13038"/>
              <a:gd name="adj4" fmla="val 28628"/>
            </a:avLst>
          </a:prstGeom>
          <a:gradFill flip="none" rotWithShape="1">
            <a:gsLst>
              <a:gs pos="98000">
                <a:srgbClr val="A6BCE4"/>
              </a:gs>
              <a:gs pos="50000">
                <a:srgbClr val="A6BCE4"/>
              </a:gs>
              <a:gs pos="2000">
                <a:srgbClr val="800EE2">
                  <a:alpha val="68277"/>
                </a:srgbClr>
              </a:gs>
            </a:gsLst>
            <a:path path="circle">
              <a:fillToRect t="100000" r="100000"/>
            </a:path>
            <a:tileRect l="-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TextBox 10">
            <a:extLst>
              <a:ext uri="{FF2B5EF4-FFF2-40B4-BE49-F238E27FC236}">
                <a16:creationId xmlns:a16="http://schemas.microsoft.com/office/drawing/2014/main" id="{C332B5F5-F160-02FA-183B-696B9AA4FF2A}"/>
              </a:ext>
            </a:extLst>
          </p:cNvPr>
          <p:cNvSpPr txBox="1"/>
          <p:nvPr/>
        </p:nvSpPr>
        <p:spPr>
          <a:xfrm>
            <a:off x="7404681" y="2042003"/>
            <a:ext cx="1098342" cy="369332"/>
          </a:xfrm>
          <a:prstGeom prst="rect">
            <a:avLst/>
          </a:prstGeom>
          <a:noFill/>
        </p:spPr>
        <p:txBody>
          <a:bodyPr wrap="square" rtlCol="0">
            <a:spAutoFit/>
          </a:bodyPr>
          <a:lstStyle/>
          <a:p>
            <a:r>
              <a:rPr lang="en-US" dirty="0"/>
              <a:t>update</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99FB8B7-F10F-8D36-A66E-864FD907CEFE}"/>
                  </a:ext>
                </a:extLst>
              </p:cNvPr>
              <p:cNvSpPr txBox="1"/>
              <p:nvPr/>
            </p:nvSpPr>
            <p:spPr>
              <a:xfrm>
                <a:off x="4559029" y="3687010"/>
                <a:ext cx="416011"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1</m:t>
                          </m:r>
                        </m:sub>
                      </m:sSub>
                    </m:oMath>
                  </m:oMathPara>
                </a14:m>
                <a:endParaRPr lang="en-US" altLang="zh-CN" dirty="0"/>
              </a:p>
            </p:txBody>
          </p:sp>
        </mc:Choice>
        <mc:Fallback xmlns="">
          <p:sp>
            <p:nvSpPr>
              <p:cNvPr id="6" name="TextBox 5">
                <a:extLst>
                  <a:ext uri="{FF2B5EF4-FFF2-40B4-BE49-F238E27FC236}">
                    <a16:creationId xmlns:a16="http://schemas.microsoft.com/office/drawing/2014/main" id="{199FB8B7-F10F-8D36-A66E-864FD907CEFE}"/>
                  </a:ext>
                </a:extLst>
              </p:cNvPr>
              <p:cNvSpPr txBox="1">
                <a:spLocks noRot="1" noChangeAspect="1" noMove="1" noResize="1" noEditPoints="1" noAdjustHandles="1" noChangeArrowheads="1" noChangeShapeType="1" noTextEdit="1"/>
              </p:cNvSpPr>
              <p:nvPr/>
            </p:nvSpPr>
            <p:spPr>
              <a:xfrm>
                <a:off x="4559029" y="3687010"/>
                <a:ext cx="416011" cy="338554"/>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D970E02-8748-2486-A1C9-2F985257E8E4}"/>
                  </a:ext>
                </a:extLst>
              </p:cNvPr>
              <p:cNvSpPr txBox="1"/>
              <p:nvPr/>
            </p:nvSpPr>
            <p:spPr>
              <a:xfrm>
                <a:off x="3933360" y="3687010"/>
                <a:ext cx="40498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2</m:t>
                          </m:r>
                        </m:sub>
                      </m:sSub>
                    </m:oMath>
                  </m:oMathPara>
                </a14:m>
                <a:endParaRPr lang="en-US" altLang="zh-CN" dirty="0"/>
              </a:p>
            </p:txBody>
          </p:sp>
        </mc:Choice>
        <mc:Fallback xmlns="">
          <p:sp>
            <p:nvSpPr>
              <p:cNvPr id="7" name="TextBox 6">
                <a:extLst>
                  <a:ext uri="{FF2B5EF4-FFF2-40B4-BE49-F238E27FC236}">
                    <a16:creationId xmlns:a16="http://schemas.microsoft.com/office/drawing/2014/main" id="{7D970E02-8748-2486-A1C9-2F985257E8E4}"/>
                  </a:ext>
                </a:extLst>
              </p:cNvPr>
              <p:cNvSpPr txBox="1">
                <a:spLocks noRot="1" noChangeAspect="1" noMove="1" noResize="1" noEditPoints="1" noAdjustHandles="1" noChangeArrowheads="1" noChangeShapeType="1" noTextEdit="1"/>
              </p:cNvSpPr>
              <p:nvPr/>
            </p:nvSpPr>
            <p:spPr>
              <a:xfrm>
                <a:off x="3933360" y="3687010"/>
                <a:ext cx="404983" cy="338554"/>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3A747AB-F8D7-6923-6059-043B9028A891}"/>
                  </a:ext>
                </a:extLst>
              </p:cNvPr>
              <p:cNvSpPr txBox="1"/>
              <p:nvPr/>
            </p:nvSpPr>
            <p:spPr>
              <a:xfrm>
                <a:off x="3307688" y="3687010"/>
                <a:ext cx="40498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3</m:t>
                          </m:r>
                        </m:sub>
                      </m:sSub>
                    </m:oMath>
                  </m:oMathPara>
                </a14:m>
                <a:endParaRPr lang="en-US" altLang="zh-CN" dirty="0"/>
              </a:p>
            </p:txBody>
          </p:sp>
        </mc:Choice>
        <mc:Fallback xmlns="">
          <p:sp>
            <p:nvSpPr>
              <p:cNvPr id="9" name="TextBox 8">
                <a:extLst>
                  <a:ext uri="{FF2B5EF4-FFF2-40B4-BE49-F238E27FC236}">
                    <a16:creationId xmlns:a16="http://schemas.microsoft.com/office/drawing/2014/main" id="{E3A747AB-F8D7-6923-6059-043B9028A891}"/>
                  </a:ext>
                </a:extLst>
              </p:cNvPr>
              <p:cNvSpPr txBox="1">
                <a:spLocks noRot="1" noChangeAspect="1" noMove="1" noResize="1" noEditPoints="1" noAdjustHandles="1" noChangeArrowheads="1" noChangeShapeType="1" noTextEdit="1"/>
              </p:cNvSpPr>
              <p:nvPr/>
            </p:nvSpPr>
            <p:spPr>
              <a:xfrm>
                <a:off x="3307688" y="3687010"/>
                <a:ext cx="404983" cy="338554"/>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686DBA3-DD91-38A7-30B8-0EBB3E890166}"/>
                  </a:ext>
                </a:extLst>
              </p:cNvPr>
              <p:cNvSpPr txBox="1"/>
              <p:nvPr/>
            </p:nvSpPr>
            <p:spPr>
              <a:xfrm>
                <a:off x="2670988" y="3687010"/>
                <a:ext cx="416011"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4</m:t>
                          </m:r>
                        </m:sub>
                      </m:sSub>
                    </m:oMath>
                  </m:oMathPara>
                </a14:m>
                <a:endParaRPr lang="en-US" altLang="zh-CN" dirty="0"/>
              </a:p>
            </p:txBody>
          </p:sp>
        </mc:Choice>
        <mc:Fallback xmlns="">
          <p:sp>
            <p:nvSpPr>
              <p:cNvPr id="10" name="TextBox 9">
                <a:extLst>
                  <a:ext uri="{FF2B5EF4-FFF2-40B4-BE49-F238E27FC236}">
                    <a16:creationId xmlns:a16="http://schemas.microsoft.com/office/drawing/2014/main" id="{D686DBA3-DD91-38A7-30B8-0EBB3E890166}"/>
                  </a:ext>
                </a:extLst>
              </p:cNvPr>
              <p:cNvSpPr txBox="1">
                <a:spLocks noRot="1" noChangeAspect="1" noMove="1" noResize="1" noEditPoints="1" noAdjustHandles="1" noChangeArrowheads="1" noChangeShapeType="1" noTextEdit="1"/>
              </p:cNvSpPr>
              <p:nvPr/>
            </p:nvSpPr>
            <p:spPr>
              <a:xfrm>
                <a:off x="2670988" y="3687010"/>
                <a:ext cx="416011" cy="338554"/>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02E8479-75E1-1129-F430-03F27BFFDD8E}"/>
                  </a:ext>
                </a:extLst>
              </p:cNvPr>
              <p:cNvSpPr txBox="1"/>
              <p:nvPr/>
            </p:nvSpPr>
            <p:spPr>
              <a:xfrm>
                <a:off x="2045316" y="3687010"/>
                <a:ext cx="40498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5</m:t>
                          </m:r>
                        </m:sub>
                      </m:sSub>
                    </m:oMath>
                  </m:oMathPara>
                </a14:m>
                <a:endParaRPr lang="en-US" altLang="zh-CN" dirty="0"/>
              </a:p>
            </p:txBody>
          </p:sp>
        </mc:Choice>
        <mc:Fallback xmlns="">
          <p:sp>
            <p:nvSpPr>
              <p:cNvPr id="13" name="TextBox 12">
                <a:extLst>
                  <a:ext uri="{FF2B5EF4-FFF2-40B4-BE49-F238E27FC236}">
                    <a16:creationId xmlns:a16="http://schemas.microsoft.com/office/drawing/2014/main" id="{902E8479-75E1-1129-F430-03F27BFFDD8E}"/>
                  </a:ext>
                </a:extLst>
              </p:cNvPr>
              <p:cNvSpPr txBox="1">
                <a:spLocks noRot="1" noChangeAspect="1" noMove="1" noResize="1" noEditPoints="1" noAdjustHandles="1" noChangeArrowheads="1" noChangeShapeType="1" noTextEdit="1"/>
              </p:cNvSpPr>
              <p:nvPr/>
            </p:nvSpPr>
            <p:spPr>
              <a:xfrm>
                <a:off x="2045316" y="3687010"/>
                <a:ext cx="404983" cy="338554"/>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0640965-FA37-EEC0-60DA-C9800A7AD258}"/>
                  </a:ext>
                </a:extLst>
              </p:cNvPr>
              <p:cNvSpPr txBox="1"/>
              <p:nvPr/>
            </p:nvSpPr>
            <p:spPr>
              <a:xfrm>
                <a:off x="1419644" y="3687010"/>
                <a:ext cx="40498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6</m:t>
                          </m:r>
                        </m:sub>
                      </m:sSub>
                    </m:oMath>
                  </m:oMathPara>
                </a14:m>
                <a:endParaRPr lang="en-US" altLang="zh-CN" dirty="0"/>
              </a:p>
            </p:txBody>
          </p:sp>
        </mc:Choice>
        <mc:Fallback xmlns="">
          <p:sp>
            <p:nvSpPr>
              <p:cNvPr id="17" name="TextBox 16">
                <a:extLst>
                  <a:ext uri="{FF2B5EF4-FFF2-40B4-BE49-F238E27FC236}">
                    <a16:creationId xmlns:a16="http://schemas.microsoft.com/office/drawing/2014/main" id="{50640965-FA37-EEC0-60DA-C9800A7AD258}"/>
                  </a:ext>
                </a:extLst>
              </p:cNvPr>
              <p:cNvSpPr txBox="1">
                <a:spLocks noRot="1" noChangeAspect="1" noMove="1" noResize="1" noEditPoints="1" noAdjustHandles="1" noChangeArrowheads="1" noChangeShapeType="1" noTextEdit="1"/>
              </p:cNvSpPr>
              <p:nvPr/>
            </p:nvSpPr>
            <p:spPr>
              <a:xfrm>
                <a:off x="1419644" y="3687010"/>
                <a:ext cx="404983" cy="338554"/>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DCD4AD6A-43FB-80C8-9BE1-AF4E1B64E334}"/>
                  </a:ext>
                </a:extLst>
              </p:cNvPr>
              <p:cNvSpPr txBox="1"/>
              <p:nvPr/>
            </p:nvSpPr>
            <p:spPr>
              <a:xfrm>
                <a:off x="793972" y="3687010"/>
                <a:ext cx="40498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7</m:t>
                          </m:r>
                        </m:sub>
                      </m:sSub>
                    </m:oMath>
                  </m:oMathPara>
                </a14:m>
                <a:endParaRPr lang="en-US" altLang="zh-CN" dirty="0"/>
              </a:p>
            </p:txBody>
          </p:sp>
        </mc:Choice>
        <mc:Fallback xmlns="">
          <p:sp>
            <p:nvSpPr>
              <p:cNvPr id="19" name="TextBox 18">
                <a:extLst>
                  <a:ext uri="{FF2B5EF4-FFF2-40B4-BE49-F238E27FC236}">
                    <a16:creationId xmlns:a16="http://schemas.microsoft.com/office/drawing/2014/main" id="{DCD4AD6A-43FB-80C8-9BE1-AF4E1B64E334}"/>
                  </a:ext>
                </a:extLst>
              </p:cNvPr>
              <p:cNvSpPr txBox="1">
                <a:spLocks noRot="1" noChangeAspect="1" noMove="1" noResize="1" noEditPoints="1" noAdjustHandles="1" noChangeArrowheads="1" noChangeShapeType="1" noTextEdit="1"/>
              </p:cNvSpPr>
              <p:nvPr/>
            </p:nvSpPr>
            <p:spPr>
              <a:xfrm>
                <a:off x="793972" y="3687010"/>
                <a:ext cx="404983" cy="338554"/>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95F72E66-3B84-6970-BEFE-833F575BA93B}"/>
                  </a:ext>
                </a:extLst>
              </p:cNvPr>
              <p:cNvSpPr txBox="1"/>
              <p:nvPr/>
            </p:nvSpPr>
            <p:spPr>
              <a:xfrm>
                <a:off x="179875" y="3687010"/>
                <a:ext cx="40498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8</m:t>
                          </m:r>
                        </m:sub>
                      </m:sSub>
                    </m:oMath>
                  </m:oMathPara>
                </a14:m>
                <a:endParaRPr lang="en-US" altLang="zh-CN" dirty="0"/>
              </a:p>
            </p:txBody>
          </p:sp>
        </mc:Choice>
        <mc:Fallback xmlns="">
          <p:sp>
            <p:nvSpPr>
              <p:cNvPr id="31" name="TextBox 30">
                <a:extLst>
                  <a:ext uri="{FF2B5EF4-FFF2-40B4-BE49-F238E27FC236}">
                    <a16:creationId xmlns:a16="http://schemas.microsoft.com/office/drawing/2014/main" id="{95F72E66-3B84-6970-BEFE-833F575BA93B}"/>
                  </a:ext>
                </a:extLst>
              </p:cNvPr>
              <p:cNvSpPr txBox="1">
                <a:spLocks noRot="1" noChangeAspect="1" noMove="1" noResize="1" noEditPoints="1" noAdjustHandles="1" noChangeArrowheads="1" noChangeShapeType="1" noTextEdit="1"/>
              </p:cNvSpPr>
              <p:nvPr/>
            </p:nvSpPr>
            <p:spPr>
              <a:xfrm>
                <a:off x="179875" y="3687010"/>
                <a:ext cx="404983" cy="338554"/>
              </a:xfrm>
              <a:prstGeom prst="rect">
                <a:avLst/>
              </a:prstGeom>
              <a:blipFill>
                <a:blip r:embed="rId15"/>
                <a:stretch>
                  <a:fillRect/>
                </a:stretch>
              </a:blipFill>
            </p:spPr>
            <p:txBody>
              <a:bodyPr/>
              <a:lstStyle/>
              <a:p>
                <a:r>
                  <a:rPr lang="en-US">
                    <a:noFill/>
                  </a:rPr>
                  <a:t> </a:t>
                </a:r>
              </a:p>
            </p:txBody>
          </p:sp>
        </mc:Fallback>
      </mc:AlternateContent>
      <p:grpSp>
        <p:nvGrpSpPr>
          <p:cNvPr id="65" name="Group 64">
            <a:extLst>
              <a:ext uri="{FF2B5EF4-FFF2-40B4-BE49-F238E27FC236}">
                <a16:creationId xmlns:a16="http://schemas.microsoft.com/office/drawing/2014/main" id="{55B74E7B-D02D-AC31-B5B6-328D0A8AE973}"/>
              </a:ext>
            </a:extLst>
          </p:cNvPr>
          <p:cNvGrpSpPr/>
          <p:nvPr/>
        </p:nvGrpSpPr>
        <p:grpSpPr>
          <a:xfrm>
            <a:off x="7672083" y="3768192"/>
            <a:ext cx="301059" cy="863048"/>
            <a:chOff x="7672083" y="3768192"/>
            <a:chExt cx="301059" cy="863048"/>
          </a:xfrm>
        </p:grpSpPr>
        <p:cxnSp>
          <p:nvCxnSpPr>
            <p:cNvPr id="66" name="Straight Arrow Connector 65">
              <a:extLst>
                <a:ext uri="{FF2B5EF4-FFF2-40B4-BE49-F238E27FC236}">
                  <a16:creationId xmlns:a16="http://schemas.microsoft.com/office/drawing/2014/main" id="{C85518AF-9525-7F93-66D4-B8C479795C60}"/>
                </a:ext>
              </a:extLst>
            </p:cNvPr>
            <p:cNvCxnSpPr>
              <a:cxnSpLocks/>
            </p:cNvCxnSpPr>
            <p:nvPr/>
          </p:nvCxnSpPr>
          <p:spPr>
            <a:xfrm>
              <a:off x="7677053" y="3768192"/>
              <a:ext cx="2960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AA7C553E-CEAD-89AE-A84D-285D47EB1A92}"/>
                </a:ext>
              </a:extLst>
            </p:cNvPr>
            <p:cNvCxnSpPr>
              <a:cxnSpLocks/>
            </p:cNvCxnSpPr>
            <p:nvPr/>
          </p:nvCxnSpPr>
          <p:spPr>
            <a:xfrm>
              <a:off x="7672083" y="4067482"/>
              <a:ext cx="2960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29DC8BA1-F75E-9AD3-3C4F-20E92587FA06}"/>
                </a:ext>
              </a:extLst>
            </p:cNvPr>
            <p:cNvCxnSpPr>
              <a:cxnSpLocks/>
            </p:cNvCxnSpPr>
            <p:nvPr/>
          </p:nvCxnSpPr>
          <p:spPr>
            <a:xfrm>
              <a:off x="7672083" y="4351276"/>
              <a:ext cx="2960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8AFF571F-EF8B-0EA3-2947-A082871D5519}"/>
                </a:ext>
              </a:extLst>
            </p:cNvPr>
            <p:cNvCxnSpPr>
              <a:cxnSpLocks/>
            </p:cNvCxnSpPr>
            <p:nvPr/>
          </p:nvCxnSpPr>
          <p:spPr>
            <a:xfrm>
              <a:off x="7672083" y="4631240"/>
              <a:ext cx="2960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74" name="Oval 73">
            <a:extLst>
              <a:ext uri="{FF2B5EF4-FFF2-40B4-BE49-F238E27FC236}">
                <a16:creationId xmlns:a16="http://schemas.microsoft.com/office/drawing/2014/main" id="{094BFB19-3A92-52B4-FE66-4A9F664DD9F0}"/>
              </a:ext>
            </a:extLst>
          </p:cNvPr>
          <p:cNvSpPr/>
          <p:nvPr/>
        </p:nvSpPr>
        <p:spPr>
          <a:xfrm>
            <a:off x="9318740" y="4055316"/>
            <a:ext cx="231228" cy="228600"/>
          </a:xfrm>
          <a:prstGeom prst="ellipse">
            <a:avLst/>
          </a:prstGeom>
          <a:solidFill>
            <a:schemeClr val="accent6">
              <a:lumMod val="75000"/>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Right Arrow 74">
            <a:extLst>
              <a:ext uri="{FF2B5EF4-FFF2-40B4-BE49-F238E27FC236}">
                <a16:creationId xmlns:a16="http://schemas.microsoft.com/office/drawing/2014/main" id="{A0F56982-A947-F536-9498-A0F19EB95419}"/>
              </a:ext>
            </a:extLst>
          </p:cNvPr>
          <p:cNvSpPr/>
          <p:nvPr/>
        </p:nvSpPr>
        <p:spPr>
          <a:xfrm flipV="1">
            <a:off x="9656491" y="4133293"/>
            <a:ext cx="370114" cy="114300"/>
          </a:xfrm>
          <a:prstGeom prst="rightArrow">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5" name="Group 44">
            <a:extLst>
              <a:ext uri="{FF2B5EF4-FFF2-40B4-BE49-F238E27FC236}">
                <a16:creationId xmlns:a16="http://schemas.microsoft.com/office/drawing/2014/main" id="{FB066EED-DE39-DEF7-8663-5755254BA076}"/>
              </a:ext>
            </a:extLst>
          </p:cNvPr>
          <p:cNvGrpSpPr/>
          <p:nvPr/>
        </p:nvGrpSpPr>
        <p:grpSpPr>
          <a:xfrm>
            <a:off x="6300015" y="4571783"/>
            <a:ext cx="396781" cy="1740963"/>
            <a:chOff x="5428256" y="1880159"/>
            <a:chExt cx="396781" cy="1740963"/>
          </a:xfrm>
        </p:grpSpPr>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D3DC4493-FF2C-B319-3976-46830A79106D}"/>
                    </a:ext>
                  </a:extLst>
                </p:cNvPr>
                <p:cNvSpPr txBox="1"/>
                <p:nvPr/>
              </p:nvSpPr>
              <p:spPr>
                <a:xfrm>
                  <a:off x="5488633" y="2310268"/>
                  <a:ext cx="241092" cy="44973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𝑥</m:t>
                            </m:r>
                          </m:e>
                          <m:sub>
                            <m:r>
                              <a:rPr lang="en-US" sz="1100" b="0" i="1" smtClean="0">
                                <a:latin typeface="Cambria Math" panose="02040503050406030204" pitchFamily="18" charset="0"/>
                              </a:rPr>
                              <m:t>𝑡</m:t>
                            </m:r>
                            <m:r>
                              <a:rPr lang="en-US" sz="1100" b="0" i="1" smtClean="0">
                                <a:latin typeface="Cambria Math" panose="02040503050406030204" pitchFamily="18" charset="0"/>
                              </a:rPr>
                              <m:t>8</m:t>
                            </m:r>
                          </m:sub>
                          <m:sup>
                            <m:r>
                              <a:rPr lang="en-US" sz="1100" b="0" i="1" smtClean="0">
                                <a:latin typeface="Cambria Math" panose="02040503050406030204" pitchFamily="18" charset="0"/>
                              </a:rPr>
                              <m:t>2</m:t>
                            </m:r>
                          </m:sup>
                        </m:sSubSup>
                      </m:oMath>
                    </m:oMathPara>
                  </a14:m>
                  <a:endParaRPr lang="en-US" sz="1100" b="0" dirty="0"/>
                </a:p>
                <a:p>
                  <a:endParaRPr lang="en-US" dirty="0"/>
                </a:p>
              </p:txBody>
            </p:sp>
          </mc:Choice>
          <mc:Fallback xmlns="">
            <p:sp>
              <p:nvSpPr>
                <p:cNvPr id="46" name="TextBox 45">
                  <a:extLst>
                    <a:ext uri="{FF2B5EF4-FFF2-40B4-BE49-F238E27FC236}">
                      <a16:creationId xmlns:a16="http://schemas.microsoft.com/office/drawing/2014/main" id="{D3DC4493-FF2C-B319-3976-46830A79106D}"/>
                    </a:ext>
                  </a:extLst>
                </p:cNvPr>
                <p:cNvSpPr txBox="1">
                  <a:spLocks noRot="1" noChangeAspect="1" noMove="1" noResize="1" noEditPoints="1" noAdjustHandles="1" noChangeArrowheads="1" noChangeShapeType="1" noTextEdit="1"/>
                </p:cNvSpPr>
                <p:nvPr/>
              </p:nvSpPr>
              <p:spPr>
                <a:xfrm>
                  <a:off x="5488633" y="2310268"/>
                  <a:ext cx="241092" cy="449739"/>
                </a:xfrm>
                <a:prstGeom prst="rect">
                  <a:avLst/>
                </a:prstGeom>
                <a:blipFill>
                  <a:blip r:embed="rId16"/>
                  <a:stretch>
                    <a:fillRect r="-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7ACB3B57-4107-78B8-04F1-BF435BC42B7D}"/>
                    </a:ext>
                  </a:extLst>
                </p:cNvPr>
                <p:cNvSpPr txBox="1"/>
                <p:nvPr/>
              </p:nvSpPr>
              <p:spPr>
                <a:xfrm>
                  <a:off x="5488633" y="1880159"/>
                  <a:ext cx="241092" cy="4493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𝑥</m:t>
                            </m:r>
                          </m:e>
                          <m:sub>
                            <m:r>
                              <a:rPr lang="en-US" sz="1100" b="0" i="1" smtClean="0">
                                <a:latin typeface="Cambria Math" panose="02040503050406030204" pitchFamily="18" charset="0"/>
                              </a:rPr>
                              <m:t>𝑡</m:t>
                            </m:r>
                            <m:r>
                              <a:rPr lang="en-US" sz="1100" b="0" i="1" smtClean="0">
                                <a:latin typeface="Cambria Math" panose="02040503050406030204" pitchFamily="18" charset="0"/>
                              </a:rPr>
                              <m:t>8</m:t>
                            </m:r>
                          </m:sub>
                          <m:sup>
                            <m:r>
                              <a:rPr lang="en-US" sz="1100" b="0" i="1" smtClean="0">
                                <a:latin typeface="Cambria Math" panose="02040503050406030204" pitchFamily="18" charset="0"/>
                              </a:rPr>
                              <m:t>1</m:t>
                            </m:r>
                          </m:sup>
                        </m:sSubSup>
                      </m:oMath>
                    </m:oMathPara>
                  </a14:m>
                  <a:endParaRPr lang="en-US" sz="1100" b="0" dirty="0"/>
                </a:p>
                <a:p>
                  <a:endParaRPr lang="en-US" dirty="0"/>
                </a:p>
              </p:txBody>
            </p:sp>
          </mc:Choice>
          <mc:Fallback xmlns="">
            <p:sp>
              <p:nvSpPr>
                <p:cNvPr id="47" name="TextBox 46">
                  <a:extLst>
                    <a:ext uri="{FF2B5EF4-FFF2-40B4-BE49-F238E27FC236}">
                      <a16:creationId xmlns:a16="http://schemas.microsoft.com/office/drawing/2014/main" id="{7ACB3B57-4107-78B8-04F1-BF435BC42B7D}"/>
                    </a:ext>
                  </a:extLst>
                </p:cNvPr>
                <p:cNvSpPr txBox="1">
                  <a:spLocks noRot="1" noChangeAspect="1" noMove="1" noResize="1" noEditPoints="1" noAdjustHandles="1" noChangeArrowheads="1" noChangeShapeType="1" noTextEdit="1"/>
                </p:cNvSpPr>
                <p:nvPr/>
              </p:nvSpPr>
              <p:spPr>
                <a:xfrm>
                  <a:off x="5488633" y="1880159"/>
                  <a:ext cx="241092" cy="449354"/>
                </a:xfrm>
                <a:prstGeom prst="rect">
                  <a:avLst/>
                </a:prstGeom>
                <a:blipFill>
                  <a:blip r:embed="rId17"/>
                  <a:stretch>
                    <a:fillRect r="-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403E19EC-1F5D-F598-B057-F3B4B8E846CE}"/>
                    </a:ext>
                  </a:extLst>
                </p:cNvPr>
                <p:cNvSpPr txBox="1"/>
                <p:nvPr/>
              </p:nvSpPr>
              <p:spPr>
                <a:xfrm>
                  <a:off x="5477135" y="2740761"/>
                  <a:ext cx="238655" cy="4505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𝑥</m:t>
                            </m:r>
                          </m:e>
                          <m:sub>
                            <m:r>
                              <a:rPr lang="en-US" sz="1100" b="0" i="1" smtClean="0">
                                <a:latin typeface="Cambria Math" panose="02040503050406030204" pitchFamily="18" charset="0"/>
                              </a:rPr>
                              <m:t>𝑡</m:t>
                            </m:r>
                            <m:r>
                              <a:rPr lang="en-US" sz="1100" b="0" i="1" smtClean="0">
                                <a:latin typeface="Cambria Math" panose="02040503050406030204" pitchFamily="18" charset="0"/>
                              </a:rPr>
                              <m:t>8</m:t>
                            </m:r>
                          </m:sub>
                          <m:sup>
                            <m:r>
                              <a:rPr lang="en-US" sz="1100" b="0" i="1" smtClean="0">
                                <a:latin typeface="Cambria Math" panose="02040503050406030204" pitchFamily="18" charset="0"/>
                              </a:rPr>
                              <m:t>3</m:t>
                            </m:r>
                          </m:sup>
                        </m:sSubSup>
                      </m:oMath>
                    </m:oMathPara>
                  </a14:m>
                  <a:endParaRPr lang="en-US" sz="1100" b="0" dirty="0"/>
                </a:p>
                <a:p>
                  <a:endParaRPr lang="en-US" dirty="0"/>
                </a:p>
              </p:txBody>
            </p:sp>
          </mc:Choice>
          <mc:Fallback xmlns="">
            <p:sp>
              <p:nvSpPr>
                <p:cNvPr id="48" name="TextBox 47">
                  <a:extLst>
                    <a:ext uri="{FF2B5EF4-FFF2-40B4-BE49-F238E27FC236}">
                      <a16:creationId xmlns:a16="http://schemas.microsoft.com/office/drawing/2014/main" id="{403E19EC-1F5D-F598-B057-F3B4B8E846CE}"/>
                    </a:ext>
                  </a:extLst>
                </p:cNvPr>
                <p:cNvSpPr txBox="1">
                  <a:spLocks noRot="1" noChangeAspect="1" noMove="1" noResize="1" noEditPoints="1" noAdjustHandles="1" noChangeArrowheads="1" noChangeShapeType="1" noTextEdit="1"/>
                </p:cNvSpPr>
                <p:nvPr/>
              </p:nvSpPr>
              <p:spPr>
                <a:xfrm>
                  <a:off x="5477135" y="2740761"/>
                  <a:ext cx="238655" cy="450573"/>
                </a:xfrm>
                <a:prstGeom prst="rect">
                  <a:avLst/>
                </a:prstGeom>
                <a:blipFill>
                  <a:blip r:embed="rId18"/>
                  <a:stretch>
                    <a:fillRect r="-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DDD57A86-A9C2-3D8C-8634-FF6B81DFD55D}"/>
                    </a:ext>
                  </a:extLst>
                </p:cNvPr>
                <p:cNvSpPr txBox="1"/>
                <p:nvPr/>
              </p:nvSpPr>
              <p:spPr>
                <a:xfrm>
                  <a:off x="5480063" y="3172088"/>
                  <a:ext cx="238655" cy="4490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𝑥</m:t>
                            </m:r>
                          </m:e>
                          <m:sub>
                            <m:r>
                              <a:rPr lang="en-US" sz="1100" b="0" i="1" smtClean="0">
                                <a:latin typeface="Cambria Math" panose="02040503050406030204" pitchFamily="18" charset="0"/>
                              </a:rPr>
                              <m:t>𝑡</m:t>
                            </m:r>
                            <m:r>
                              <a:rPr lang="en-US" sz="1100" b="0" i="1" smtClean="0">
                                <a:latin typeface="Cambria Math" panose="02040503050406030204" pitchFamily="18" charset="0"/>
                              </a:rPr>
                              <m:t>8</m:t>
                            </m:r>
                          </m:sub>
                          <m:sup>
                            <m:r>
                              <a:rPr lang="en-US" sz="1100" b="0" i="1" smtClean="0">
                                <a:latin typeface="Cambria Math" panose="02040503050406030204" pitchFamily="18" charset="0"/>
                              </a:rPr>
                              <m:t>4</m:t>
                            </m:r>
                          </m:sup>
                        </m:sSubSup>
                      </m:oMath>
                    </m:oMathPara>
                  </a14:m>
                  <a:endParaRPr lang="en-US" sz="1100" b="0" dirty="0"/>
                </a:p>
                <a:p>
                  <a:endParaRPr lang="en-US" dirty="0"/>
                </a:p>
              </p:txBody>
            </p:sp>
          </mc:Choice>
          <mc:Fallback xmlns="">
            <p:sp>
              <p:nvSpPr>
                <p:cNvPr id="49" name="TextBox 48">
                  <a:extLst>
                    <a:ext uri="{FF2B5EF4-FFF2-40B4-BE49-F238E27FC236}">
                      <a16:creationId xmlns:a16="http://schemas.microsoft.com/office/drawing/2014/main" id="{DDD57A86-A9C2-3D8C-8634-FF6B81DFD55D}"/>
                    </a:ext>
                  </a:extLst>
                </p:cNvPr>
                <p:cNvSpPr txBox="1">
                  <a:spLocks noRot="1" noChangeAspect="1" noMove="1" noResize="1" noEditPoints="1" noAdjustHandles="1" noChangeArrowheads="1" noChangeShapeType="1" noTextEdit="1"/>
                </p:cNvSpPr>
                <p:nvPr/>
              </p:nvSpPr>
              <p:spPr>
                <a:xfrm>
                  <a:off x="5480063" y="3172088"/>
                  <a:ext cx="238655" cy="449034"/>
                </a:xfrm>
                <a:prstGeom prst="rect">
                  <a:avLst/>
                </a:prstGeom>
                <a:blipFill>
                  <a:blip r:embed="rId19"/>
                  <a:stretch>
                    <a:fillRect l="-5263" r="-5263"/>
                  </a:stretch>
                </a:blipFill>
              </p:spPr>
              <p:txBody>
                <a:bodyPr/>
                <a:lstStyle/>
                <a:p>
                  <a:r>
                    <a:rPr lang="en-US">
                      <a:noFill/>
                    </a:rPr>
                    <a:t> </a:t>
                  </a:r>
                </a:p>
              </p:txBody>
            </p:sp>
          </mc:Fallback>
        </mc:AlternateContent>
        <p:sp>
          <p:nvSpPr>
            <p:cNvPr id="50" name="Left Bracket 49">
              <a:extLst>
                <a:ext uri="{FF2B5EF4-FFF2-40B4-BE49-F238E27FC236}">
                  <a16:creationId xmlns:a16="http://schemas.microsoft.com/office/drawing/2014/main" id="{995F1B8F-EE6C-2A7B-55A3-EAF8EAC266A4}"/>
                </a:ext>
              </a:extLst>
            </p:cNvPr>
            <p:cNvSpPr/>
            <p:nvPr/>
          </p:nvSpPr>
          <p:spPr>
            <a:xfrm>
              <a:off x="5428256" y="1994015"/>
              <a:ext cx="51707" cy="1300274"/>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Left Bracket 50">
              <a:extLst>
                <a:ext uri="{FF2B5EF4-FFF2-40B4-BE49-F238E27FC236}">
                  <a16:creationId xmlns:a16="http://schemas.microsoft.com/office/drawing/2014/main" id="{80A05D99-092D-FFF1-F1E9-5A545A7082D8}"/>
                </a:ext>
              </a:extLst>
            </p:cNvPr>
            <p:cNvSpPr/>
            <p:nvPr/>
          </p:nvSpPr>
          <p:spPr>
            <a:xfrm rot="10800000">
              <a:off x="5773330" y="1988146"/>
              <a:ext cx="51707" cy="1300274"/>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30" name="Rectangle 29">
            <a:extLst>
              <a:ext uri="{FF2B5EF4-FFF2-40B4-BE49-F238E27FC236}">
                <a16:creationId xmlns:a16="http://schemas.microsoft.com/office/drawing/2014/main" id="{8854FEFA-B8D9-8412-80F8-F9FAAE593A97}"/>
              </a:ext>
            </a:extLst>
          </p:cNvPr>
          <p:cNvSpPr/>
          <p:nvPr/>
        </p:nvSpPr>
        <p:spPr>
          <a:xfrm>
            <a:off x="3847047" y="1610591"/>
            <a:ext cx="566928" cy="1975288"/>
          </a:xfrm>
          <a:prstGeom prst="rect">
            <a:avLst/>
          </a:prstGeom>
          <a:solidFill>
            <a:srgbClr val="BDD7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zh-CN" altLang="en-US" sz="1400" dirty="0"/>
              <a:t> </a:t>
            </a:r>
            <a:r>
              <a:rPr lang="en-US" altLang="zh-CN" sz="1400" dirty="0"/>
              <a:t>like </a:t>
            </a:r>
            <a:endParaRPr lang="en-US" sz="1400" dirty="0"/>
          </a:p>
        </p:txBody>
      </p:sp>
      <p:sp>
        <p:nvSpPr>
          <p:cNvPr id="32" name="Rectangle 31">
            <a:extLst>
              <a:ext uri="{FF2B5EF4-FFF2-40B4-BE49-F238E27FC236}">
                <a16:creationId xmlns:a16="http://schemas.microsoft.com/office/drawing/2014/main" id="{B19A7080-E15C-EE9C-ACFB-B98A2EB5FCD3}"/>
              </a:ext>
            </a:extLst>
          </p:cNvPr>
          <p:cNvSpPr/>
          <p:nvPr/>
        </p:nvSpPr>
        <p:spPr>
          <a:xfrm>
            <a:off x="2609779" y="1610591"/>
            <a:ext cx="566928" cy="1975288"/>
          </a:xfrm>
          <a:prstGeom prst="rect">
            <a:avLst/>
          </a:prstGeom>
          <a:solidFill>
            <a:srgbClr val="BDD7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dirty="0"/>
              <a:t>movie</a:t>
            </a:r>
          </a:p>
        </p:txBody>
      </p:sp>
      <p:sp>
        <p:nvSpPr>
          <p:cNvPr id="33" name="Rectangle 32">
            <a:extLst>
              <a:ext uri="{FF2B5EF4-FFF2-40B4-BE49-F238E27FC236}">
                <a16:creationId xmlns:a16="http://schemas.microsoft.com/office/drawing/2014/main" id="{0E583836-DC87-2336-6E1D-2747ED83ECB4}"/>
              </a:ext>
            </a:extLst>
          </p:cNvPr>
          <p:cNvSpPr/>
          <p:nvPr/>
        </p:nvSpPr>
        <p:spPr>
          <a:xfrm>
            <a:off x="1991145" y="1610591"/>
            <a:ext cx="566928" cy="1975288"/>
          </a:xfrm>
          <a:prstGeom prst="rect">
            <a:avLst/>
          </a:prstGeom>
          <a:solidFill>
            <a:srgbClr val="BDD7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but</a:t>
            </a:r>
          </a:p>
        </p:txBody>
      </p:sp>
      <p:sp>
        <p:nvSpPr>
          <p:cNvPr id="34" name="Rectangle 33">
            <a:extLst>
              <a:ext uri="{FF2B5EF4-FFF2-40B4-BE49-F238E27FC236}">
                <a16:creationId xmlns:a16="http://schemas.microsoft.com/office/drawing/2014/main" id="{43FCB34D-3652-44C7-B22E-18F854C808E2}"/>
              </a:ext>
            </a:extLst>
          </p:cNvPr>
          <p:cNvSpPr/>
          <p:nvPr/>
        </p:nvSpPr>
        <p:spPr>
          <a:xfrm>
            <a:off x="1372511" y="1610591"/>
            <a:ext cx="566928" cy="1975288"/>
          </a:xfrm>
          <a:prstGeom prst="rect">
            <a:avLst/>
          </a:prstGeom>
          <a:solidFill>
            <a:srgbClr val="BDD7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hate</a:t>
            </a:r>
          </a:p>
        </p:txBody>
      </p:sp>
      <p:sp>
        <p:nvSpPr>
          <p:cNvPr id="35" name="Rectangle 34">
            <a:extLst>
              <a:ext uri="{FF2B5EF4-FFF2-40B4-BE49-F238E27FC236}">
                <a16:creationId xmlns:a16="http://schemas.microsoft.com/office/drawing/2014/main" id="{E30B7FBC-C8B8-FC1C-397D-56113B7C2777}"/>
              </a:ext>
            </a:extLst>
          </p:cNvPr>
          <p:cNvSpPr/>
          <p:nvPr/>
        </p:nvSpPr>
        <p:spPr>
          <a:xfrm>
            <a:off x="3228413" y="1610591"/>
            <a:ext cx="566928" cy="1975288"/>
          </a:xfrm>
          <a:prstGeom prst="rect">
            <a:avLst/>
          </a:prstGeom>
          <a:solidFill>
            <a:srgbClr val="BDD7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the</a:t>
            </a:r>
          </a:p>
        </p:txBody>
      </p:sp>
      <p:sp>
        <p:nvSpPr>
          <p:cNvPr id="36" name="Rectangle 35">
            <a:extLst>
              <a:ext uri="{FF2B5EF4-FFF2-40B4-BE49-F238E27FC236}">
                <a16:creationId xmlns:a16="http://schemas.microsoft.com/office/drawing/2014/main" id="{8C43F304-97F5-07CE-7EDD-31AE2D468787}"/>
              </a:ext>
            </a:extLst>
          </p:cNvPr>
          <p:cNvSpPr/>
          <p:nvPr/>
        </p:nvSpPr>
        <p:spPr>
          <a:xfrm>
            <a:off x="753877" y="1610591"/>
            <a:ext cx="566928" cy="1975288"/>
          </a:xfrm>
          <a:prstGeom prst="rect">
            <a:avLst/>
          </a:prstGeom>
          <a:solidFill>
            <a:srgbClr val="BDD7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the</a:t>
            </a:r>
          </a:p>
        </p:txBody>
      </p:sp>
      <p:sp>
        <p:nvSpPr>
          <p:cNvPr id="37" name="Rectangle 36">
            <a:extLst>
              <a:ext uri="{FF2B5EF4-FFF2-40B4-BE49-F238E27FC236}">
                <a16:creationId xmlns:a16="http://schemas.microsoft.com/office/drawing/2014/main" id="{AA40D353-67F2-8D67-C77D-6ABB2053334E}"/>
              </a:ext>
            </a:extLst>
          </p:cNvPr>
          <p:cNvSpPr/>
          <p:nvPr/>
        </p:nvSpPr>
        <p:spPr>
          <a:xfrm>
            <a:off x="135243" y="1610591"/>
            <a:ext cx="566928" cy="1975288"/>
          </a:xfrm>
          <a:prstGeom prst="rect">
            <a:avLst/>
          </a:prstGeom>
          <a:solidFill>
            <a:srgbClr val="BDD7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t>actor</a:t>
            </a:r>
          </a:p>
        </p:txBody>
      </p:sp>
      <p:sp>
        <p:nvSpPr>
          <p:cNvPr id="38" name="Rectangle 37">
            <a:extLst>
              <a:ext uri="{FF2B5EF4-FFF2-40B4-BE49-F238E27FC236}">
                <a16:creationId xmlns:a16="http://schemas.microsoft.com/office/drawing/2014/main" id="{73567AD6-E622-97B8-A97D-DF1804F1753B}"/>
              </a:ext>
            </a:extLst>
          </p:cNvPr>
          <p:cNvSpPr/>
          <p:nvPr/>
        </p:nvSpPr>
        <p:spPr>
          <a:xfrm>
            <a:off x="4465681" y="1610591"/>
            <a:ext cx="566928" cy="1975288"/>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zh-CN" sz="1400" dirty="0"/>
              <a:t>   I</a:t>
            </a:r>
            <a:endParaRPr lang="en-US" sz="1400" dirty="0"/>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B4E5B114-DA2C-FA48-23A7-98A4AA1615D7}"/>
                  </a:ext>
                </a:extLst>
              </p:cNvPr>
              <p:cNvSpPr txBox="1"/>
              <p:nvPr/>
            </p:nvSpPr>
            <p:spPr>
              <a:xfrm>
                <a:off x="10154544" y="4001485"/>
                <a:ext cx="51643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m:t>
                          </m:r>
                          <m:r>
                            <a:rPr lang="en-US" b="0" i="1" smtClean="0">
                              <a:latin typeface="Cambria Math" panose="02040503050406030204" pitchFamily="18" charset="0"/>
                            </a:rPr>
                            <m:t>=8</m:t>
                          </m:r>
                        </m:sub>
                      </m:sSub>
                    </m:oMath>
                  </m:oMathPara>
                </a14:m>
                <a:endParaRPr lang="en-US" dirty="0"/>
              </a:p>
            </p:txBody>
          </p:sp>
        </mc:Choice>
        <mc:Fallback xmlns="">
          <p:sp>
            <p:nvSpPr>
              <p:cNvPr id="39" name="TextBox 38">
                <a:extLst>
                  <a:ext uri="{FF2B5EF4-FFF2-40B4-BE49-F238E27FC236}">
                    <a16:creationId xmlns:a16="http://schemas.microsoft.com/office/drawing/2014/main" id="{B4E5B114-DA2C-FA48-23A7-98A4AA1615D7}"/>
                  </a:ext>
                </a:extLst>
              </p:cNvPr>
              <p:cNvSpPr txBox="1">
                <a:spLocks noRot="1" noChangeAspect="1" noMove="1" noResize="1" noEditPoints="1" noAdjustHandles="1" noChangeArrowheads="1" noChangeShapeType="1" noTextEdit="1"/>
              </p:cNvSpPr>
              <p:nvPr/>
            </p:nvSpPr>
            <p:spPr>
              <a:xfrm>
                <a:off x="10154544" y="4001485"/>
                <a:ext cx="516434" cy="369332"/>
              </a:xfrm>
              <a:prstGeom prst="rect">
                <a:avLst/>
              </a:prstGeom>
              <a:blipFill>
                <a:blip r:embed="rId20"/>
                <a:stretch>
                  <a:fillRect r="-7143" b="-6452"/>
                </a:stretch>
              </a:blipFill>
            </p:spPr>
            <p:txBody>
              <a:bodyPr/>
              <a:lstStyle/>
              <a:p>
                <a:r>
                  <a:rPr lang="en-US">
                    <a:noFill/>
                  </a:rPr>
                  <a:t> </a:t>
                </a:r>
              </a:p>
            </p:txBody>
          </p:sp>
        </mc:Fallback>
      </mc:AlternateContent>
      <p:grpSp>
        <p:nvGrpSpPr>
          <p:cNvPr id="40" name="Group 39">
            <a:extLst>
              <a:ext uri="{FF2B5EF4-FFF2-40B4-BE49-F238E27FC236}">
                <a16:creationId xmlns:a16="http://schemas.microsoft.com/office/drawing/2014/main" id="{64AD8109-4DC5-03AF-7BA4-7FDC91478CEF}"/>
              </a:ext>
            </a:extLst>
          </p:cNvPr>
          <p:cNvGrpSpPr/>
          <p:nvPr/>
        </p:nvGrpSpPr>
        <p:grpSpPr>
          <a:xfrm>
            <a:off x="8002809" y="3575822"/>
            <a:ext cx="301049" cy="1256897"/>
            <a:chOff x="2057320" y="4383545"/>
            <a:chExt cx="301049" cy="1256897"/>
          </a:xfrm>
        </p:grpSpPr>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2C57F5FF-A806-B768-893D-8176BE5FB3C3}"/>
                    </a:ext>
                  </a:extLst>
                </p:cNvPr>
                <p:cNvSpPr txBox="1"/>
                <p:nvPr/>
              </p:nvSpPr>
              <p:spPr>
                <a:xfrm>
                  <a:off x="2102849" y="4745401"/>
                  <a:ext cx="220638" cy="17274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sz="1100" b="0" i="1" smtClean="0">
                                <a:latin typeface="Cambria Math" panose="02040503050406030204" pitchFamily="18" charset="0"/>
                              </a:rPr>
                              <m:t>8</m:t>
                            </m:r>
                          </m:sub>
                          <m:sup>
                            <m:r>
                              <a:rPr lang="en-US" sz="1100" b="0" i="1" smtClean="0">
                                <a:latin typeface="Cambria Math" panose="02040503050406030204" pitchFamily="18" charset="0"/>
                              </a:rPr>
                              <m:t>2</m:t>
                            </m:r>
                          </m:sup>
                        </m:sSubSup>
                      </m:oMath>
                    </m:oMathPara>
                  </a14:m>
                  <a:endParaRPr lang="en-US" sz="1100" b="0" dirty="0"/>
                </a:p>
              </p:txBody>
            </p:sp>
          </mc:Choice>
          <mc:Fallback xmlns="">
            <p:sp>
              <p:nvSpPr>
                <p:cNvPr id="41" name="TextBox 40">
                  <a:extLst>
                    <a:ext uri="{FF2B5EF4-FFF2-40B4-BE49-F238E27FC236}">
                      <a16:creationId xmlns:a16="http://schemas.microsoft.com/office/drawing/2014/main" id="{2C57F5FF-A806-B768-893D-8176BE5FB3C3}"/>
                    </a:ext>
                  </a:extLst>
                </p:cNvPr>
                <p:cNvSpPr txBox="1">
                  <a:spLocks noRot="1" noChangeAspect="1" noMove="1" noResize="1" noEditPoints="1" noAdjustHandles="1" noChangeArrowheads="1" noChangeShapeType="1" noTextEdit="1"/>
                </p:cNvSpPr>
                <p:nvPr/>
              </p:nvSpPr>
              <p:spPr>
                <a:xfrm>
                  <a:off x="2102849" y="4745401"/>
                  <a:ext cx="220638" cy="172740"/>
                </a:xfrm>
                <a:prstGeom prst="rect">
                  <a:avLst/>
                </a:prstGeom>
                <a:blipFill>
                  <a:blip r:embed="rId21"/>
                  <a:stretch>
                    <a:fillRect l="-16667" r="-11111" b="-2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9C77F9D9-D038-79A9-61A1-6A2FEBB71368}"/>
                    </a:ext>
                  </a:extLst>
                </p:cNvPr>
                <p:cNvSpPr txBox="1"/>
                <p:nvPr/>
              </p:nvSpPr>
              <p:spPr>
                <a:xfrm>
                  <a:off x="2102849" y="4449305"/>
                  <a:ext cx="220638" cy="17235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sz="1100" b="0" i="1" smtClean="0">
                                <a:latin typeface="Cambria Math" panose="02040503050406030204" pitchFamily="18" charset="0"/>
                              </a:rPr>
                              <m:t>8</m:t>
                            </m:r>
                          </m:sub>
                          <m:sup>
                            <m:r>
                              <a:rPr lang="en-US" sz="1100" b="0" i="1" smtClean="0">
                                <a:latin typeface="Cambria Math" panose="02040503050406030204" pitchFamily="18" charset="0"/>
                              </a:rPr>
                              <m:t>1</m:t>
                            </m:r>
                          </m:sup>
                        </m:sSubSup>
                      </m:oMath>
                    </m:oMathPara>
                  </a14:m>
                  <a:endParaRPr lang="en-US" sz="1100" b="0" dirty="0"/>
                </a:p>
              </p:txBody>
            </p:sp>
          </mc:Choice>
          <mc:Fallback xmlns="">
            <p:sp>
              <p:nvSpPr>
                <p:cNvPr id="42" name="TextBox 41">
                  <a:extLst>
                    <a:ext uri="{FF2B5EF4-FFF2-40B4-BE49-F238E27FC236}">
                      <a16:creationId xmlns:a16="http://schemas.microsoft.com/office/drawing/2014/main" id="{9C77F9D9-D038-79A9-61A1-6A2FEBB71368}"/>
                    </a:ext>
                  </a:extLst>
                </p:cNvPr>
                <p:cNvSpPr txBox="1">
                  <a:spLocks noRot="1" noChangeAspect="1" noMove="1" noResize="1" noEditPoints="1" noAdjustHandles="1" noChangeArrowheads="1" noChangeShapeType="1" noTextEdit="1"/>
                </p:cNvSpPr>
                <p:nvPr/>
              </p:nvSpPr>
              <p:spPr>
                <a:xfrm>
                  <a:off x="2102849" y="4449305"/>
                  <a:ext cx="220638" cy="172355"/>
                </a:xfrm>
                <a:prstGeom prst="rect">
                  <a:avLst/>
                </a:prstGeom>
                <a:blipFill>
                  <a:blip r:embed="rId22"/>
                  <a:stretch>
                    <a:fillRect l="-16667" r="-11111"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6DB75304-1FBA-5EC1-1FE6-9D8A24A3C133}"/>
                    </a:ext>
                  </a:extLst>
                </p:cNvPr>
                <p:cNvSpPr txBox="1"/>
                <p:nvPr/>
              </p:nvSpPr>
              <p:spPr>
                <a:xfrm>
                  <a:off x="2102849" y="5041881"/>
                  <a:ext cx="220638" cy="17357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sz="1100" b="0" i="1" smtClean="0">
                                <a:latin typeface="Cambria Math" panose="02040503050406030204" pitchFamily="18" charset="0"/>
                              </a:rPr>
                              <m:t>8</m:t>
                            </m:r>
                          </m:sub>
                          <m:sup>
                            <m:r>
                              <a:rPr lang="en-US" sz="1100" b="0" i="1" smtClean="0">
                                <a:latin typeface="Cambria Math" panose="02040503050406030204" pitchFamily="18" charset="0"/>
                              </a:rPr>
                              <m:t>3</m:t>
                            </m:r>
                          </m:sup>
                        </m:sSubSup>
                      </m:oMath>
                    </m:oMathPara>
                  </a14:m>
                  <a:endParaRPr lang="en-US" sz="1100" b="0" dirty="0"/>
                </a:p>
              </p:txBody>
            </p:sp>
          </mc:Choice>
          <mc:Fallback xmlns="">
            <p:sp>
              <p:nvSpPr>
                <p:cNvPr id="43" name="TextBox 42">
                  <a:extLst>
                    <a:ext uri="{FF2B5EF4-FFF2-40B4-BE49-F238E27FC236}">
                      <a16:creationId xmlns:a16="http://schemas.microsoft.com/office/drawing/2014/main" id="{6DB75304-1FBA-5EC1-1FE6-9D8A24A3C133}"/>
                    </a:ext>
                  </a:extLst>
                </p:cNvPr>
                <p:cNvSpPr txBox="1">
                  <a:spLocks noRot="1" noChangeAspect="1" noMove="1" noResize="1" noEditPoints="1" noAdjustHandles="1" noChangeArrowheads="1" noChangeShapeType="1" noTextEdit="1"/>
                </p:cNvSpPr>
                <p:nvPr/>
              </p:nvSpPr>
              <p:spPr>
                <a:xfrm>
                  <a:off x="2102849" y="5041881"/>
                  <a:ext cx="220638" cy="173574"/>
                </a:xfrm>
                <a:prstGeom prst="rect">
                  <a:avLst/>
                </a:prstGeom>
                <a:blipFill>
                  <a:blip r:embed="rId23"/>
                  <a:stretch>
                    <a:fillRect l="-16667" r="-11111"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C17598E3-E145-1228-AC00-A2910BD1B8EE}"/>
                    </a:ext>
                  </a:extLst>
                </p:cNvPr>
                <p:cNvSpPr txBox="1"/>
                <p:nvPr/>
              </p:nvSpPr>
              <p:spPr>
                <a:xfrm>
                  <a:off x="2102849" y="5339195"/>
                  <a:ext cx="220638" cy="17203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sz="1100" b="0" i="1" smtClean="0">
                                <a:latin typeface="Cambria Math" panose="02040503050406030204" pitchFamily="18" charset="0"/>
                              </a:rPr>
                              <m:t>8</m:t>
                            </m:r>
                          </m:sub>
                          <m:sup>
                            <m:r>
                              <a:rPr lang="en-US" sz="1100" b="0" i="1" smtClean="0">
                                <a:latin typeface="Cambria Math" panose="02040503050406030204" pitchFamily="18" charset="0"/>
                              </a:rPr>
                              <m:t>4</m:t>
                            </m:r>
                          </m:sup>
                        </m:sSubSup>
                      </m:oMath>
                    </m:oMathPara>
                  </a14:m>
                  <a:endParaRPr lang="en-US" sz="1100" b="0" dirty="0"/>
                </a:p>
              </p:txBody>
            </p:sp>
          </mc:Choice>
          <mc:Fallback xmlns="">
            <p:sp>
              <p:nvSpPr>
                <p:cNvPr id="44" name="TextBox 43">
                  <a:extLst>
                    <a:ext uri="{FF2B5EF4-FFF2-40B4-BE49-F238E27FC236}">
                      <a16:creationId xmlns:a16="http://schemas.microsoft.com/office/drawing/2014/main" id="{C17598E3-E145-1228-AC00-A2910BD1B8EE}"/>
                    </a:ext>
                  </a:extLst>
                </p:cNvPr>
                <p:cNvSpPr txBox="1">
                  <a:spLocks noRot="1" noChangeAspect="1" noMove="1" noResize="1" noEditPoints="1" noAdjustHandles="1" noChangeArrowheads="1" noChangeShapeType="1" noTextEdit="1"/>
                </p:cNvSpPr>
                <p:nvPr/>
              </p:nvSpPr>
              <p:spPr>
                <a:xfrm>
                  <a:off x="2102849" y="5339195"/>
                  <a:ext cx="220638" cy="172035"/>
                </a:xfrm>
                <a:prstGeom prst="rect">
                  <a:avLst/>
                </a:prstGeom>
                <a:blipFill>
                  <a:blip r:embed="rId24"/>
                  <a:stretch>
                    <a:fillRect l="-16667" r="-11111" b="-20000"/>
                  </a:stretch>
                </a:blipFill>
              </p:spPr>
              <p:txBody>
                <a:bodyPr/>
                <a:lstStyle/>
                <a:p>
                  <a:r>
                    <a:rPr lang="en-US">
                      <a:noFill/>
                    </a:rPr>
                    <a:t> </a:t>
                  </a:r>
                </a:p>
              </p:txBody>
            </p:sp>
          </mc:Fallback>
        </mc:AlternateContent>
        <p:sp>
          <p:nvSpPr>
            <p:cNvPr id="52" name="Left Bracket 51">
              <a:extLst>
                <a:ext uri="{FF2B5EF4-FFF2-40B4-BE49-F238E27FC236}">
                  <a16:creationId xmlns:a16="http://schemas.microsoft.com/office/drawing/2014/main" id="{4A519BF8-DDFB-E741-06BB-00DA51B59A93}"/>
                </a:ext>
              </a:extLst>
            </p:cNvPr>
            <p:cNvSpPr/>
            <p:nvPr/>
          </p:nvSpPr>
          <p:spPr>
            <a:xfrm rot="10800000">
              <a:off x="2312650" y="4383545"/>
              <a:ext cx="45719" cy="1256897"/>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Left Bracket 52">
              <a:extLst>
                <a:ext uri="{FF2B5EF4-FFF2-40B4-BE49-F238E27FC236}">
                  <a16:creationId xmlns:a16="http://schemas.microsoft.com/office/drawing/2014/main" id="{BEA2EFA7-FC6D-EFBE-76C6-CAE5F977E369}"/>
                </a:ext>
              </a:extLst>
            </p:cNvPr>
            <p:cNvSpPr/>
            <p:nvPr/>
          </p:nvSpPr>
          <p:spPr>
            <a:xfrm>
              <a:off x="2057320" y="4383545"/>
              <a:ext cx="45720" cy="1256890"/>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58" name="Group 57">
            <a:extLst>
              <a:ext uri="{FF2B5EF4-FFF2-40B4-BE49-F238E27FC236}">
                <a16:creationId xmlns:a16="http://schemas.microsoft.com/office/drawing/2014/main" id="{7931C1B7-F05E-D45F-F553-B964AAAFD085}"/>
              </a:ext>
            </a:extLst>
          </p:cNvPr>
          <p:cNvGrpSpPr/>
          <p:nvPr/>
        </p:nvGrpSpPr>
        <p:grpSpPr>
          <a:xfrm>
            <a:off x="6296974" y="2089912"/>
            <a:ext cx="381797" cy="1738654"/>
            <a:chOff x="2027653" y="4269689"/>
            <a:chExt cx="381797" cy="1738654"/>
          </a:xfrm>
        </p:grpSpPr>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3F35E93B-E8EB-3DF1-CDB4-6C4B2A56A738}"/>
                    </a:ext>
                  </a:extLst>
                </p:cNvPr>
                <p:cNvSpPr txBox="1"/>
                <p:nvPr/>
              </p:nvSpPr>
              <p:spPr>
                <a:xfrm>
                  <a:off x="2071130" y="4699798"/>
                  <a:ext cx="243336" cy="4485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sz="1100" b="0" i="1" smtClean="0">
                                <a:latin typeface="Cambria Math" panose="02040503050406030204" pitchFamily="18" charset="0"/>
                              </a:rPr>
                              <m:t>7</m:t>
                            </m:r>
                          </m:sub>
                          <m:sup>
                            <m:r>
                              <a:rPr lang="en-US" sz="1100" b="0" i="1" smtClean="0">
                                <a:latin typeface="Cambria Math" panose="02040503050406030204" pitchFamily="18" charset="0"/>
                              </a:rPr>
                              <m:t>2</m:t>
                            </m:r>
                          </m:sup>
                        </m:sSubSup>
                      </m:oMath>
                    </m:oMathPara>
                  </a14:m>
                  <a:endParaRPr lang="en-US" sz="1100" b="0" dirty="0"/>
                </a:p>
                <a:p>
                  <a:endParaRPr lang="en-US" dirty="0"/>
                </a:p>
              </p:txBody>
            </p:sp>
          </mc:Choice>
          <mc:Fallback xmlns="">
            <p:sp>
              <p:nvSpPr>
                <p:cNvPr id="59" name="TextBox 58">
                  <a:extLst>
                    <a:ext uri="{FF2B5EF4-FFF2-40B4-BE49-F238E27FC236}">
                      <a16:creationId xmlns:a16="http://schemas.microsoft.com/office/drawing/2014/main" id="{3F35E93B-E8EB-3DF1-CDB4-6C4B2A56A738}"/>
                    </a:ext>
                  </a:extLst>
                </p:cNvPr>
                <p:cNvSpPr txBox="1">
                  <a:spLocks noRot="1" noChangeAspect="1" noMove="1" noResize="1" noEditPoints="1" noAdjustHandles="1" noChangeArrowheads="1" noChangeShapeType="1" noTextEdit="1"/>
                </p:cNvSpPr>
                <p:nvPr/>
              </p:nvSpPr>
              <p:spPr>
                <a:xfrm>
                  <a:off x="2071130" y="4699798"/>
                  <a:ext cx="243336" cy="448521"/>
                </a:xfrm>
                <a:prstGeom prst="rect">
                  <a:avLst/>
                </a:prstGeom>
                <a:blipFill>
                  <a:blip r:embed="rId25"/>
                  <a:stretch>
                    <a:fillRect l="-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264CB29F-855F-592E-674D-55091E29EC41}"/>
                    </a:ext>
                  </a:extLst>
                </p:cNvPr>
                <p:cNvSpPr txBox="1"/>
                <p:nvPr/>
              </p:nvSpPr>
              <p:spPr>
                <a:xfrm>
                  <a:off x="2071932" y="4269689"/>
                  <a:ext cx="244939" cy="4481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sz="1100" b="0" i="1" smtClean="0">
                                <a:latin typeface="Cambria Math" panose="02040503050406030204" pitchFamily="18" charset="0"/>
                              </a:rPr>
                              <m:t>7</m:t>
                            </m:r>
                          </m:sub>
                          <m:sup>
                            <m:r>
                              <a:rPr lang="en-US" sz="1100" b="0" i="1" smtClean="0">
                                <a:latin typeface="Cambria Math" panose="02040503050406030204" pitchFamily="18" charset="0"/>
                              </a:rPr>
                              <m:t>1</m:t>
                            </m:r>
                          </m:sup>
                        </m:sSubSup>
                      </m:oMath>
                    </m:oMathPara>
                  </a14:m>
                  <a:endParaRPr lang="en-US" sz="1100" b="0" dirty="0"/>
                </a:p>
                <a:p>
                  <a:endParaRPr lang="en-US" dirty="0"/>
                </a:p>
              </p:txBody>
            </p:sp>
          </mc:Choice>
          <mc:Fallback xmlns="">
            <p:sp>
              <p:nvSpPr>
                <p:cNvPr id="60" name="TextBox 59">
                  <a:extLst>
                    <a:ext uri="{FF2B5EF4-FFF2-40B4-BE49-F238E27FC236}">
                      <a16:creationId xmlns:a16="http://schemas.microsoft.com/office/drawing/2014/main" id="{264CB29F-855F-592E-674D-55091E29EC41}"/>
                    </a:ext>
                  </a:extLst>
                </p:cNvPr>
                <p:cNvSpPr txBox="1">
                  <a:spLocks noRot="1" noChangeAspect="1" noMove="1" noResize="1" noEditPoints="1" noAdjustHandles="1" noChangeArrowheads="1" noChangeShapeType="1" noTextEdit="1"/>
                </p:cNvSpPr>
                <p:nvPr/>
              </p:nvSpPr>
              <p:spPr>
                <a:xfrm>
                  <a:off x="2071932" y="4269689"/>
                  <a:ext cx="244939" cy="448136"/>
                </a:xfrm>
                <a:prstGeom prst="rect">
                  <a:avLst/>
                </a:prstGeom>
                <a:blipFill>
                  <a:blip r:embed="rId26"/>
                  <a:stretch>
                    <a:fillRect l="-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098B05D4-74C8-FDCD-4338-09F06F3BED38}"/>
                    </a:ext>
                  </a:extLst>
                </p:cNvPr>
                <p:cNvSpPr txBox="1"/>
                <p:nvPr/>
              </p:nvSpPr>
              <p:spPr>
                <a:xfrm>
                  <a:off x="2081935" y="5130291"/>
                  <a:ext cx="252570" cy="4482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sz="1100" b="0" i="1" smtClean="0">
                                <a:latin typeface="Cambria Math" panose="02040503050406030204" pitchFamily="18" charset="0"/>
                              </a:rPr>
                              <m:t>7</m:t>
                            </m:r>
                          </m:sub>
                          <m:sup>
                            <m:r>
                              <a:rPr lang="en-US" sz="1100" b="0" i="1" smtClean="0">
                                <a:latin typeface="Cambria Math" panose="02040503050406030204" pitchFamily="18" charset="0"/>
                              </a:rPr>
                              <m:t>3</m:t>
                            </m:r>
                          </m:sup>
                        </m:sSubSup>
                      </m:oMath>
                    </m:oMathPara>
                  </a14:m>
                  <a:endParaRPr lang="en-US" sz="1100" b="0" dirty="0"/>
                </a:p>
                <a:p>
                  <a:endParaRPr lang="en-US" dirty="0"/>
                </a:p>
              </p:txBody>
            </p:sp>
          </mc:Choice>
          <mc:Fallback xmlns="">
            <p:sp>
              <p:nvSpPr>
                <p:cNvPr id="70" name="TextBox 69">
                  <a:extLst>
                    <a:ext uri="{FF2B5EF4-FFF2-40B4-BE49-F238E27FC236}">
                      <a16:creationId xmlns:a16="http://schemas.microsoft.com/office/drawing/2014/main" id="{098B05D4-74C8-FDCD-4338-09F06F3BED38}"/>
                    </a:ext>
                  </a:extLst>
                </p:cNvPr>
                <p:cNvSpPr txBox="1">
                  <a:spLocks noRot="1" noChangeAspect="1" noMove="1" noResize="1" noEditPoints="1" noAdjustHandles="1" noChangeArrowheads="1" noChangeShapeType="1" noTextEdit="1"/>
                </p:cNvSpPr>
                <p:nvPr/>
              </p:nvSpPr>
              <p:spPr>
                <a:xfrm>
                  <a:off x="2081935" y="5130291"/>
                  <a:ext cx="252570" cy="448200"/>
                </a:xfrm>
                <a:prstGeom prst="rect">
                  <a:avLst/>
                </a:prstGeom>
                <a:blipFill>
                  <a:blip r:embed="rId27"/>
                  <a:stretch>
                    <a:fillRect l="-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5A3C510B-B95D-8073-16AA-8364701A81A7}"/>
                    </a:ext>
                  </a:extLst>
                </p:cNvPr>
                <p:cNvSpPr txBox="1"/>
                <p:nvPr/>
              </p:nvSpPr>
              <p:spPr>
                <a:xfrm>
                  <a:off x="2071547" y="5561618"/>
                  <a:ext cx="252570" cy="44672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h</m:t>
                            </m:r>
                          </m:e>
                          <m:sub>
                            <m:r>
                              <a:rPr lang="en-US" sz="1100" b="0" i="1" smtClean="0">
                                <a:latin typeface="Cambria Math" panose="02040503050406030204" pitchFamily="18" charset="0"/>
                              </a:rPr>
                              <m:t>𝑡</m:t>
                            </m:r>
                            <m:r>
                              <a:rPr lang="en-US" sz="1100" b="0" i="1" smtClean="0">
                                <a:latin typeface="Cambria Math" panose="02040503050406030204" pitchFamily="18" charset="0"/>
                              </a:rPr>
                              <m:t>7</m:t>
                            </m:r>
                          </m:sub>
                          <m:sup>
                            <m:r>
                              <a:rPr lang="en-US" sz="1100" b="0" i="1" smtClean="0">
                                <a:latin typeface="Cambria Math" panose="02040503050406030204" pitchFamily="18" charset="0"/>
                              </a:rPr>
                              <m:t>4</m:t>
                            </m:r>
                          </m:sup>
                        </m:sSubSup>
                      </m:oMath>
                    </m:oMathPara>
                  </a14:m>
                  <a:endParaRPr lang="en-US" sz="1100" b="0" dirty="0"/>
                </a:p>
                <a:p>
                  <a:endParaRPr lang="en-US" dirty="0"/>
                </a:p>
              </p:txBody>
            </p:sp>
          </mc:Choice>
          <mc:Fallback xmlns="">
            <p:sp>
              <p:nvSpPr>
                <p:cNvPr id="71" name="TextBox 70">
                  <a:extLst>
                    <a:ext uri="{FF2B5EF4-FFF2-40B4-BE49-F238E27FC236}">
                      <a16:creationId xmlns:a16="http://schemas.microsoft.com/office/drawing/2014/main" id="{5A3C510B-B95D-8073-16AA-8364701A81A7}"/>
                    </a:ext>
                  </a:extLst>
                </p:cNvPr>
                <p:cNvSpPr txBox="1">
                  <a:spLocks noRot="1" noChangeAspect="1" noMove="1" noResize="1" noEditPoints="1" noAdjustHandles="1" noChangeArrowheads="1" noChangeShapeType="1" noTextEdit="1"/>
                </p:cNvSpPr>
                <p:nvPr/>
              </p:nvSpPr>
              <p:spPr>
                <a:xfrm>
                  <a:off x="2071547" y="5561618"/>
                  <a:ext cx="252570" cy="446725"/>
                </a:xfrm>
                <a:prstGeom prst="rect">
                  <a:avLst/>
                </a:prstGeom>
                <a:blipFill>
                  <a:blip r:embed="rId28"/>
                  <a:stretch>
                    <a:fillRect l="-9524"/>
                  </a:stretch>
                </a:blipFill>
              </p:spPr>
              <p:txBody>
                <a:bodyPr/>
                <a:lstStyle/>
                <a:p>
                  <a:r>
                    <a:rPr lang="en-US">
                      <a:noFill/>
                    </a:rPr>
                    <a:t> </a:t>
                  </a:r>
                </a:p>
              </p:txBody>
            </p:sp>
          </mc:Fallback>
        </mc:AlternateContent>
        <p:sp>
          <p:nvSpPr>
            <p:cNvPr id="72" name="Left Bracket 71">
              <a:extLst>
                <a:ext uri="{FF2B5EF4-FFF2-40B4-BE49-F238E27FC236}">
                  <a16:creationId xmlns:a16="http://schemas.microsoft.com/office/drawing/2014/main" id="{79CE2CCD-339C-9D60-CE28-BF0CA550BC79}"/>
                </a:ext>
              </a:extLst>
            </p:cNvPr>
            <p:cNvSpPr/>
            <p:nvPr/>
          </p:nvSpPr>
          <p:spPr>
            <a:xfrm rot="10800000">
              <a:off x="2357743" y="4383545"/>
              <a:ext cx="51707" cy="1300274"/>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6" name="Left Bracket 75">
              <a:extLst>
                <a:ext uri="{FF2B5EF4-FFF2-40B4-BE49-F238E27FC236}">
                  <a16:creationId xmlns:a16="http://schemas.microsoft.com/office/drawing/2014/main" id="{65154C3B-56ED-5568-D5A6-02C90057313B}"/>
                </a:ext>
              </a:extLst>
            </p:cNvPr>
            <p:cNvSpPr/>
            <p:nvPr/>
          </p:nvSpPr>
          <p:spPr>
            <a:xfrm>
              <a:off x="2027653" y="4383545"/>
              <a:ext cx="51707" cy="1300274"/>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588221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39B29-2F3F-8818-BC55-70D629E1AC13}"/>
              </a:ext>
            </a:extLst>
          </p:cNvPr>
          <p:cNvSpPr>
            <a:spLocks noGrp="1"/>
          </p:cNvSpPr>
          <p:nvPr>
            <p:ph type="title"/>
          </p:nvPr>
        </p:nvSpPr>
        <p:spPr/>
        <p:txBody>
          <a:bodyPr/>
          <a:lstStyle/>
          <a:p>
            <a:r>
              <a:rPr lang="en-US" dirty="0"/>
              <a:t>A popular way to present RNN</a:t>
            </a:r>
          </a:p>
        </p:txBody>
      </p:sp>
      <p:sp>
        <p:nvSpPr>
          <p:cNvPr id="3" name="Content Placeholder 2">
            <a:extLst>
              <a:ext uri="{FF2B5EF4-FFF2-40B4-BE49-F238E27FC236}">
                <a16:creationId xmlns:a16="http://schemas.microsoft.com/office/drawing/2014/main" id="{566714F3-59A7-088A-B906-84A55A7BC52B}"/>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D291860B-A56E-8CE8-3846-C861AE47F927}"/>
              </a:ext>
            </a:extLst>
          </p:cNvPr>
          <p:cNvSpPr>
            <a:spLocks noGrp="1"/>
          </p:cNvSpPr>
          <p:nvPr>
            <p:ph type="sldNum" sz="quarter" idx="12"/>
          </p:nvPr>
        </p:nvSpPr>
        <p:spPr/>
        <p:txBody>
          <a:bodyPr/>
          <a:lstStyle/>
          <a:p>
            <a:fld id="{ACE956E7-2A6A-4E70-9F41-09A4B3DE69AA}" type="slidenum">
              <a:rPr lang="en-US" smtClean="0"/>
              <a:t>14</a:t>
            </a:fld>
            <a:endParaRPr lang="en-US"/>
          </a:p>
        </p:txBody>
      </p:sp>
      <p:pic>
        <p:nvPicPr>
          <p:cNvPr id="1026" name="Picture 2" descr="Unrolled RNN Cells">
            <a:extLst>
              <a:ext uri="{FF2B5EF4-FFF2-40B4-BE49-F238E27FC236}">
                <a16:creationId xmlns:a16="http://schemas.microsoft.com/office/drawing/2014/main" id="{F81B48A9-4B22-26AF-CF68-19F06BD85D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05000"/>
            <a:ext cx="12192000" cy="304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A296A55F-5175-3574-629C-F5CAC77F3B42}"/>
              </a:ext>
            </a:extLst>
          </p:cNvPr>
          <p:cNvSpPr/>
          <p:nvPr/>
        </p:nvSpPr>
        <p:spPr>
          <a:xfrm>
            <a:off x="6123296" y="2040835"/>
            <a:ext cx="5857461" cy="29121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9441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0.00143 -0.00995 L 0.12265 -0.00995 " pathEditMode="relative" rAng="0" ptsTypes="AA">
                                      <p:cBhvr>
                                        <p:cTn id="6" dur="2000" fill="hold"/>
                                        <p:tgtEl>
                                          <p:spTgt spid="5"/>
                                        </p:tgtEl>
                                        <p:attrNameLst>
                                          <p:attrName>ppt_x</p:attrName>
                                          <p:attrName>ppt_y</p:attrName>
                                        </p:attrNameLst>
                                      </p:cBhvr>
                                      <p:rCtr x="6198" y="0"/>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grpId="1" nodeType="clickEffect">
                                  <p:stCondLst>
                                    <p:cond delay="0"/>
                                  </p:stCondLst>
                                  <p:childTnLst>
                                    <p:animMotion origin="layout" path="M 0.12331 -0.0081 L 0.23971 -0.00995 " pathEditMode="relative" rAng="0" ptsTypes="AA">
                                      <p:cBhvr>
                                        <p:cTn id="10" dur="2000" fill="hold"/>
                                        <p:tgtEl>
                                          <p:spTgt spid="5"/>
                                        </p:tgtEl>
                                        <p:attrNameLst>
                                          <p:attrName>ppt_x</p:attrName>
                                          <p:attrName>ppt_y</p:attrName>
                                        </p:attrNameLst>
                                      </p:cBhvr>
                                      <p:rCtr x="5820" y="-93"/>
                                    </p:animMotion>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2" nodeType="clickEffect">
                                  <p:stCondLst>
                                    <p:cond delay="0"/>
                                  </p:stCondLst>
                                  <p:childTnLst>
                                    <p:set>
                                      <p:cBhvr>
                                        <p:cTn id="14"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5" grpId="2" animBg="1"/>
    </p:bld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39B29-2F3F-8818-BC55-70D629E1AC13}"/>
              </a:ext>
            </a:extLst>
          </p:cNvPr>
          <p:cNvSpPr>
            <a:spLocks noGrp="1"/>
          </p:cNvSpPr>
          <p:nvPr>
            <p:ph type="title"/>
          </p:nvPr>
        </p:nvSpPr>
        <p:spPr/>
        <p:txBody>
          <a:bodyPr/>
          <a:lstStyle/>
          <a:p>
            <a:r>
              <a:rPr lang="en-US" dirty="0"/>
              <a:t>A popular way to present RNN</a:t>
            </a:r>
          </a:p>
        </p:txBody>
      </p:sp>
      <p:sp>
        <p:nvSpPr>
          <p:cNvPr id="3" name="Content Placeholder 2">
            <a:extLst>
              <a:ext uri="{FF2B5EF4-FFF2-40B4-BE49-F238E27FC236}">
                <a16:creationId xmlns:a16="http://schemas.microsoft.com/office/drawing/2014/main" id="{566714F3-59A7-088A-B906-84A55A7BC52B}"/>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D291860B-A56E-8CE8-3846-C861AE47F927}"/>
              </a:ext>
            </a:extLst>
          </p:cNvPr>
          <p:cNvSpPr>
            <a:spLocks noGrp="1"/>
          </p:cNvSpPr>
          <p:nvPr>
            <p:ph type="sldNum" sz="quarter" idx="12"/>
          </p:nvPr>
        </p:nvSpPr>
        <p:spPr/>
        <p:txBody>
          <a:bodyPr/>
          <a:lstStyle/>
          <a:p>
            <a:fld id="{ACE956E7-2A6A-4E70-9F41-09A4B3DE69AA}" type="slidenum">
              <a:rPr lang="en-US" smtClean="0"/>
              <a:t>15</a:t>
            </a:fld>
            <a:endParaRPr lang="en-US"/>
          </a:p>
        </p:txBody>
      </p:sp>
      <p:pic>
        <p:nvPicPr>
          <p:cNvPr id="1026" name="Picture 2" descr="Unrolled RNN Cells">
            <a:extLst>
              <a:ext uri="{FF2B5EF4-FFF2-40B4-BE49-F238E27FC236}">
                <a16:creationId xmlns:a16="http://schemas.microsoft.com/office/drawing/2014/main" id="{F81B48A9-4B22-26AF-CF68-19F06BD85D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05000"/>
            <a:ext cx="12192000" cy="304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94466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0C07D-6B05-534A-952F-905BA3979265}"/>
              </a:ext>
            </a:extLst>
          </p:cNvPr>
          <p:cNvSpPr>
            <a:spLocks noGrp="1"/>
          </p:cNvSpPr>
          <p:nvPr>
            <p:ph type="title"/>
          </p:nvPr>
        </p:nvSpPr>
        <p:spPr/>
        <p:txBody>
          <a:bodyPr/>
          <a:lstStyle/>
          <a:p>
            <a:r>
              <a:rPr lang="en-US" dirty="0"/>
              <a:t>How to make memory work better?</a:t>
            </a:r>
          </a:p>
        </p:txBody>
      </p:sp>
      <p:sp>
        <p:nvSpPr>
          <p:cNvPr id="3" name="Content Placeholder 2">
            <a:extLst>
              <a:ext uri="{FF2B5EF4-FFF2-40B4-BE49-F238E27FC236}">
                <a16:creationId xmlns:a16="http://schemas.microsoft.com/office/drawing/2014/main" id="{6772B145-2980-A445-BB19-0B9D367391DA}"/>
              </a:ext>
            </a:extLst>
          </p:cNvPr>
          <p:cNvSpPr>
            <a:spLocks noGrp="1"/>
          </p:cNvSpPr>
          <p:nvPr>
            <p:ph idx="1"/>
          </p:nvPr>
        </p:nvSpPr>
        <p:spPr/>
        <p:txBody>
          <a:bodyPr>
            <a:normAutofit fontScale="92500" lnSpcReduction="20000"/>
          </a:bodyPr>
          <a:lstStyle/>
          <a:p>
            <a:pPr marL="457200" lvl="1"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Solution:  Long Short-Term Memory (LSTM) model</a:t>
            </a:r>
          </a:p>
          <a:p>
            <a:pPr marL="0" indent="0">
              <a:buNone/>
            </a:pPr>
            <a:r>
              <a:rPr lang="en-US" dirty="0"/>
              <a:t>-add dedicated long-term memory  to the RNN model to store important information that will not fade away</a:t>
            </a:r>
          </a:p>
          <a:p>
            <a:pPr marL="0" indent="0">
              <a:buNone/>
            </a:pPr>
            <a:r>
              <a:rPr lang="en-US" dirty="0"/>
              <a:t>-the hidden states in RNN is now called the short-term memory, or working memory </a:t>
            </a:r>
          </a:p>
          <a:p>
            <a:pPr marL="0" indent="0">
              <a:buNone/>
            </a:pPr>
            <a:endParaRPr lang="en-US" dirty="0"/>
          </a:p>
          <a:p>
            <a:pPr marL="0" indent="0">
              <a:buNone/>
            </a:pPr>
            <a:endParaRPr lang="en-US" dirty="0"/>
          </a:p>
          <a:p>
            <a:pPr marL="0" indent="0">
              <a:buNone/>
            </a:pPr>
            <a:endParaRPr lang="en-US" dirty="0"/>
          </a:p>
        </p:txBody>
      </p:sp>
      <p:pic>
        <p:nvPicPr>
          <p:cNvPr id="4" name="Picture 3">
            <a:extLst>
              <a:ext uri="{FF2B5EF4-FFF2-40B4-BE49-F238E27FC236}">
                <a16:creationId xmlns:a16="http://schemas.microsoft.com/office/drawing/2014/main" id="{F1110FF9-230D-684A-BA09-C33937568B99}"/>
              </a:ext>
            </a:extLst>
          </p:cNvPr>
          <p:cNvPicPr>
            <a:picLocks noChangeAspect="1"/>
          </p:cNvPicPr>
          <p:nvPr/>
        </p:nvPicPr>
        <p:blipFill>
          <a:blip r:embed="rId3"/>
          <a:stretch>
            <a:fillRect/>
          </a:stretch>
        </p:blipFill>
        <p:spPr>
          <a:xfrm>
            <a:off x="0" y="1825625"/>
            <a:ext cx="12192000" cy="2140485"/>
          </a:xfrm>
          <a:prstGeom prst="rect">
            <a:avLst/>
          </a:prstGeom>
        </p:spPr>
      </p:pic>
      <p:sp>
        <p:nvSpPr>
          <p:cNvPr id="5" name="TextBox 4">
            <a:extLst>
              <a:ext uri="{FF2B5EF4-FFF2-40B4-BE49-F238E27FC236}">
                <a16:creationId xmlns:a16="http://schemas.microsoft.com/office/drawing/2014/main" id="{9B92503F-BED2-3D4B-A470-50063DDFCCDE}"/>
              </a:ext>
            </a:extLst>
          </p:cNvPr>
          <p:cNvSpPr txBox="1"/>
          <p:nvPr/>
        </p:nvSpPr>
        <p:spPr>
          <a:xfrm>
            <a:off x="246185" y="1969477"/>
            <a:ext cx="11711353" cy="386861"/>
          </a:xfrm>
          <a:prstGeom prst="rect">
            <a:avLst/>
          </a:prstGeom>
          <a:solidFill>
            <a:schemeClr val="accent2">
              <a:alpha val="28663"/>
            </a:schemeClr>
          </a:solidFill>
        </p:spPr>
        <p:txBody>
          <a:bodyPr wrap="square" rtlCol="0">
            <a:spAutoFit/>
          </a:bodyPr>
          <a:lstStyle/>
          <a:p>
            <a:endParaRPr lang="en-US" dirty="0"/>
          </a:p>
        </p:txBody>
      </p:sp>
      <p:sp>
        <p:nvSpPr>
          <p:cNvPr id="6" name="TextBox 5">
            <a:extLst>
              <a:ext uri="{FF2B5EF4-FFF2-40B4-BE49-F238E27FC236}">
                <a16:creationId xmlns:a16="http://schemas.microsoft.com/office/drawing/2014/main" id="{F0C7E322-F231-8B41-A344-A7C303F8A16D}"/>
              </a:ext>
            </a:extLst>
          </p:cNvPr>
          <p:cNvSpPr txBox="1"/>
          <p:nvPr/>
        </p:nvSpPr>
        <p:spPr>
          <a:xfrm>
            <a:off x="234462" y="2356338"/>
            <a:ext cx="7473461" cy="539261"/>
          </a:xfrm>
          <a:prstGeom prst="rect">
            <a:avLst/>
          </a:prstGeom>
          <a:solidFill>
            <a:schemeClr val="accent2">
              <a:alpha val="28663"/>
            </a:schemeClr>
          </a:solidFill>
        </p:spPr>
        <p:txBody>
          <a:bodyPr wrap="square" rtlCol="0">
            <a:spAutoFit/>
          </a:bodyPr>
          <a:lstStyle/>
          <a:p>
            <a:endParaRPr lang="en-US" dirty="0"/>
          </a:p>
        </p:txBody>
      </p:sp>
      <p:sp>
        <p:nvSpPr>
          <p:cNvPr id="7" name="Slide Number Placeholder 6">
            <a:extLst>
              <a:ext uri="{FF2B5EF4-FFF2-40B4-BE49-F238E27FC236}">
                <a16:creationId xmlns:a16="http://schemas.microsoft.com/office/drawing/2014/main" id="{8E18C684-55B5-0240-AAD4-A3A97106D8E4}"/>
              </a:ext>
            </a:extLst>
          </p:cNvPr>
          <p:cNvSpPr>
            <a:spLocks noGrp="1"/>
          </p:cNvSpPr>
          <p:nvPr>
            <p:ph type="sldNum" sz="quarter" idx="12"/>
          </p:nvPr>
        </p:nvSpPr>
        <p:spPr/>
        <p:txBody>
          <a:bodyPr/>
          <a:lstStyle/>
          <a:p>
            <a:fld id="{ACE956E7-2A6A-4E70-9F41-09A4B3DE69AA}" type="slidenum">
              <a:rPr lang="en-US" smtClean="0"/>
              <a:t>16</a:t>
            </a:fld>
            <a:endParaRPr lang="en-US"/>
          </a:p>
        </p:txBody>
      </p:sp>
      <p:sp>
        <p:nvSpPr>
          <p:cNvPr id="8" name="TextBox 7">
            <a:extLst>
              <a:ext uri="{FF2B5EF4-FFF2-40B4-BE49-F238E27FC236}">
                <a16:creationId xmlns:a16="http://schemas.microsoft.com/office/drawing/2014/main" id="{6CC7F99F-49D1-C54F-89C2-93DE2F8EC886}"/>
              </a:ext>
            </a:extLst>
          </p:cNvPr>
          <p:cNvSpPr txBox="1"/>
          <p:nvPr/>
        </p:nvSpPr>
        <p:spPr>
          <a:xfrm>
            <a:off x="234462" y="2837105"/>
            <a:ext cx="11711353" cy="386861"/>
          </a:xfrm>
          <a:prstGeom prst="rect">
            <a:avLst/>
          </a:prstGeom>
          <a:solidFill>
            <a:schemeClr val="accent1">
              <a:alpha val="28663"/>
            </a:schemeClr>
          </a:solidFill>
        </p:spPr>
        <p:txBody>
          <a:bodyPr wrap="square" rtlCol="0">
            <a:spAutoFit/>
          </a:bodyPr>
          <a:lstStyle/>
          <a:p>
            <a:endParaRPr lang="en-US" dirty="0"/>
          </a:p>
        </p:txBody>
      </p:sp>
      <p:sp>
        <p:nvSpPr>
          <p:cNvPr id="9" name="TextBox 8">
            <a:extLst>
              <a:ext uri="{FF2B5EF4-FFF2-40B4-BE49-F238E27FC236}">
                <a16:creationId xmlns:a16="http://schemas.microsoft.com/office/drawing/2014/main" id="{9433A151-B53E-8948-A2D2-8B053E1A5176}"/>
              </a:ext>
            </a:extLst>
          </p:cNvPr>
          <p:cNvSpPr txBox="1"/>
          <p:nvPr/>
        </p:nvSpPr>
        <p:spPr>
          <a:xfrm>
            <a:off x="7707923" y="2327091"/>
            <a:ext cx="4237892" cy="539261"/>
          </a:xfrm>
          <a:prstGeom prst="rect">
            <a:avLst/>
          </a:prstGeom>
          <a:solidFill>
            <a:schemeClr val="accent1">
              <a:alpha val="28663"/>
            </a:schemeClr>
          </a:solidFill>
        </p:spPr>
        <p:txBody>
          <a:bodyPr wrap="square" rtlCol="0">
            <a:spAutoFit/>
          </a:bodyPr>
          <a:lstStyle/>
          <a:p>
            <a:endParaRPr lang="en-US" dirty="0"/>
          </a:p>
        </p:txBody>
      </p:sp>
    </p:spTree>
    <p:extLst>
      <p:ext uri="{BB962C8B-B14F-4D97-AF65-F5344CB8AC3E}">
        <p14:creationId xmlns:p14="http://schemas.microsoft.com/office/powerpoint/2010/main" val="3878510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dissolv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dissolve">
                                      <p:cBhvr>
                                        <p:cTn id="15" dur="500"/>
                                        <p:tgtEl>
                                          <p:spTgt spid="8"/>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dissolve">
                                      <p:cBhvr>
                                        <p:cTn id="18" dur="500"/>
                                        <p:tgtEl>
                                          <p:spTgt spid="9"/>
                                        </p:tgtEl>
                                      </p:cBhvr>
                                    </p:animEffect>
                                  </p:childTnLst>
                                </p:cTn>
                              </p:par>
                              <p:par>
                                <p:cTn id="19" presetID="1" presetClass="exit" presetSubtype="0" fill="hold" grpId="1" nodeType="withEffect">
                                  <p:stCondLst>
                                    <p:cond delay="0"/>
                                  </p:stCondLst>
                                  <p:childTnLst>
                                    <p:set>
                                      <p:cBhvr>
                                        <p:cTn id="20" dur="1" fill="hold">
                                          <p:stCondLst>
                                            <p:cond delay="0"/>
                                          </p:stCondLst>
                                        </p:cTn>
                                        <p:tgtEl>
                                          <p:spTgt spid="5"/>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6"/>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dissolv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dissolv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dissolve">
                                      <p:cBhvr>
                                        <p:cTn id="3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P spid="5" grpId="1" animBg="1"/>
      <p:bldP spid="6" grpId="0" animBg="1"/>
      <p:bldP spid="6" grpId="1" animBg="1"/>
      <p:bldP spid="8" grpId="0" animBg="1"/>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831FAEB-1421-144E-AC0F-A95C2F12949F}"/>
              </a:ext>
            </a:extLst>
          </p:cNvPr>
          <p:cNvPicPr>
            <a:picLocks noChangeAspect="1"/>
          </p:cNvPicPr>
          <p:nvPr/>
        </p:nvPicPr>
        <p:blipFill>
          <a:blip r:embed="rId3"/>
          <a:stretch>
            <a:fillRect/>
          </a:stretch>
        </p:blipFill>
        <p:spPr>
          <a:xfrm>
            <a:off x="-11724" y="5049936"/>
            <a:ext cx="12192000" cy="2140485"/>
          </a:xfrm>
          <a:prstGeom prst="rect">
            <a:avLst/>
          </a:prstGeom>
        </p:spPr>
      </p:pic>
      <p:sp>
        <p:nvSpPr>
          <p:cNvPr id="2" name="Title 1">
            <a:extLst>
              <a:ext uri="{FF2B5EF4-FFF2-40B4-BE49-F238E27FC236}">
                <a16:creationId xmlns:a16="http://schemas.microsoft.com/office/drawing/2014/main" id="{A650C07D-6B05-534A-952F-905BA3979265}"/>
              </a:ext>
            </a:extLst>
          </p:cNvPr>
          <p:cNvSpPr>
            <a:spLocks noGrp="1"/>
          </p:cNvSpPr>
          <p:nvPr>
            <p:ph type="title"/>
          </p:nvPr>
        </p:nvSpPr>
        <p:spPr/>
        <p:txBody>
          <a:bodyPr/>
          <a:lstStyle/>
          <a:p>
            <a:r>
              <a:rPr lang="en-US" dirty="0"/>
              <a:t>How to make long-term memory work better?</a:t>
            </a:r>
          </a:p>
        </p:txBody>
      </p:sp>
      <p:sp>
        <p:nvSpPr>
          <p:cNvPr id="3" name="Content Placeholder 2">
            <a:extLst>
              <a:ext uri="{FF2B5EF4-FFF2-40B4-BE49-F238E27FC236}">
                <a16:creationId xmlns:a16="http://schemas.microsoft.com/office/drawing/2014/main" id="{6772B145-2980-A445-BB19-0B9D367391DA}"/>
              </a:ext>
            </a:extLst>
          </p:cNvPr>
          <p:cNvSpPr>
            <a:spLocks noGrp="1"/>
          </p:cNvSpPr>
          <p:nvPr>
            <p:ph idx="1"/>
          </p:nvPr>
        </p:nvSpPr>
        <p:spPr/>
        <p:txBody>
          <a:bodyPr/>
          <a:lstStyle/>
          <a:p>
            <a:r>
              <a:rPr lang="en-US" dirty="0"/>
              <a:t>Need to decide whether to take the input to update the memory</a:t>
            </a:r>
          </a:p>
          <a:p>
            <a:pPr lvl="1"/>
            <a:r>
              <a:rPr lang="en-US" dirty="0"/>
              <a:t>Garbage in, garbage out</a:t>
            </a:r>
          </a:p>
          <a:p>
            <a:pPr marL="457200" lvl="1" indent="0">
              <a:buNone/>
            </a:pPr>
            <a:endParaRPr lang="en-US" dirty="0"/>
          </a:p>
          <a:p>
            <a:pPr marL="0" indent="0">
              <a:buNone/>
            </a:pPr>
            <a:r>
              <a:rPr lang="en-US" dirty="0"/>
              <a:t>Solution: </a:t>
            </a:r>
          </a:p>
          <a:p>
            <a:pPr marL="0" indent="0">
              <a:buNone/>
            </a:pPr>
            <a:r>
              <a:rPr lang="en-US" dirty="0"/>
              <a:t>	=&gt; Input gate: </a:t>
            </a:r>
          </a:p>
          <a:p>
            <a:pPr marL="0" indent="0">
              <a:buNone/>
            </a:pPr>
            <a:r>
              <a:rPr lang="en-US" dirty="0"/>
              <a:t>		a sigmoid function to determine whether to take that 			input or discard it</a:t>
            </a:r>
          </a:p>
          <a:p>
            <a:pPr marL="0" indent="0">
              <a:buNone/>
            </a:pPr>
            <a:endParaRPr lang="en-US" dirty="0"/>
          </a:p>
        </p:txBody>
      </p:sp>
      <p:sp>
        <p:nvSpPr>
          <p:cNvPr id="4" name="Slide Number Placeholder 3">
            <a:extLst>
              <a:ext uri="{FF2B5EF4-FFF2-40B4-BE49-F238E27FC236}">
                <a16:creationId xmlns:a16="http://schemas.microsoft.com/office/drawing/2014/main" id="{D7D90556-D066-8942-BF2C-5C3C38DEF8B4}"/>
              </a:ext>
            </a:extLst>
          </p:cNvPr>
          <p:cNvSpPr>
            <a:spLocks noGrp="1"/>
          </p:cNvSpPr>
          <p:nvPr>
            <p:ph type="sldNum" sz="quarter" idx="12"/>
          </p:nvPr>
        </p:nvSpPr>
        <p:spPr/>
        <p:txBody>
          <a:bodyPr/>
          <a:lstStyle/>
          <a:p>
            <a:fld id="{ACE956E7-2A6A-4E70-9F41-09A4B3DE69AA}" type="slidenum">
              <a:rPr lang="en-US" smtClean="0"/>
              <a:t>17</a:t>
            </a:fld>
            <a:endParaRPr lang="en-US"/>
          </a:p>
        </p:txBody>
      </p:sp>
      <p:sp>
        <p:nvSpPr>
          <p:cNvPr id="5" name="TextBox 4">
            <a:extLst>
              <a:ext uri="{FF2B5EF4-FFF2-40B4-BE49-F238E27FC236}">
                <a16:creationId xmlns:a16="http://schemas.microsoft.com/office/drawing/2014/main" id="{804F9F8B-3CFE-2340-BF57-1DC2D96786B5}"/>
              </a:ext>
            </a:extLst>
          </p:cNvPr>
          <p:cNvSpPr txBox="1"/>
          <p:nvPr/>
        </p:nvSpPr>
        <p:spPr>
          <a:xfrm>
            <a:off x="240323" y="5252551"/>
            <a:ext cx="11711353" cy="386861"/>
          </a:xfrm>
          <a:prstGeom prst="rect">
            <a:avLst/>
          </a:prstGeom>
          <a:solidFill>
            <a:schemeClr val="accent2">
              <a:alpha val="28663"/>
            </a:schemeClr>
          </a:solidFill>
        </p:spPr>
        <p:txBody>
          <a:bodyPr wrap="square" rtlCol="0">
            <a:spAutoFit/>
          </a:bodyPr>
          <a:lstStyle/>
          <a:p>
            <a:endParaRPr lang="en-US" dirty="0"/>
          </a:p>
        </p:txBody>
      </p:sp>
      <p:sp>
        <p:nvSpPr>
          <p:cNvPr id="6" name="TextBox 5">
            <a:extLst>
              <a:ext uri="{FF2B5EF4-FFF2-40B4-BE49-F238E27FC236}">
                <a16:creationId xmlns:a16="http://schemas.microsoft.com/office/drawing/2014/main" id="{24386A4D-030F-4940-8861-887315690F23}"/>
              </a:ext>
            </a:extLst>
          </p:cNvPr>
          <p:cNvSpPr txBox="1"/>
          <p:nvPr/>
        </p:nvSpPr>
        <p:spPr>
          <a:xfrm>
            <a:off x="228600" y="5639412"/>
            <a:ext cx="7473461" cy="539261"/>
          </a:xfrm>
          <a:prstGeom prst="rect">
            <a:avLst/>
          </a:prstGeom>
          <a:solidFill>
            <a:schemeClr val="accent2">
              <a:alpha val="28663"/>
            </a:schemeClr>
          </a:solidFill>
        </p:spPr>
        <p:txBody>
          <a:bodyPr wrap="square" rtlCol="0">
            <a:spAutoFit/>
          </a:bodyPr>
          <a:lstStyle/>
          <a:p>
            <a:endParaRPr lang="en-US" dirty="0"/>
          </a:p>
        </p:txBody>
      </p:sp>
      <p:sp>
        <p:nvSpPr>
          <p:cNvPr id="7" name="TextBox 6">
            <a:extLst>
              <a:ext uri="{FF2B5EF4-FFF2-40B4-BE49-F238E27FC236}">
                <a16:creationId xmlns:a16="http://schemas.microsoft.com/office/drawing/2014/main" id="{FC3ADE41-2461-A843-840D-485C78868784}"/>
              </a:ext>
            </a:extLst>
          </p:cNvPr>
          <p:cNvSpPr txBox="1"/>
          <p:nvPr/>
        </p:nvSpPr>
        <p:spPr>
          <a:xfrm>
            <a:off x="228600" y="6120179"/>
            <a:ext cx="11711353" cy="386861"/>
          </a:xfrm>
          <a:prstGeom prst="rect">
            <a:avLst/>
          </a:prstGeom>
          <a:solidFill>
            <a:schemeClr val="accent1">
              <a:alpha val="28663"/>
            </a:schemeClr>
          </a:solidFill>
        </p:spPr>
        <p:txBody>
          <a:bodyPr wrap="square" rtlCol="0">
            <a:spAutoFit/>
          </a:bodyPr>
          <a:lstStyle/>
          <a:p>
            <a:endParaRPr lang="en-US" dirty="0"/>
          </a:p>
        </p:txBody>
      </p:sp>
      <p:sp>
        <p:nvSpPr>
          <p:cNvPr id="8" name="TextBox 7">
            <a:extLst>
              <a:ext uri="{FF2B5EF4-FFF2-40B4-BE49-F238E27FC236}">
                <a16:creationId xmlns:a16="http://schemas.microsoft.com/office/drawing/2014/main" id="{25C01BA2-4056-4E4C-B516-FEFE09A4D900}"/>
              </a:ext>
            </a:extLst>
          </p:cNvPr>
          <p:cNvSpPr txBox="1"/>
          <p:nvPr/>
        </p:nvSpPr>
        <p:spPr>
          <a:xfrm>
            <a:off x="7702061" y="5610165"/>
            <a:ext cx="4237892" cy="539261"/>
          </a:xfrm>
          <a:prstGeom prst="rect">
            <a:avLst/>
          </a:prstGeom>
          <a:solidFill>
            <a:schemeClr val="accent1">
              <a:alpha val="28663"/>
            </a:schemeClr>
          </a:solidFill>
        </p:spPr>
        <p:txBody>
          <a:bodyPr wrap="square" rtlCol="0">
            <a:spAutoFit/>
          </a:bodyPr>
          <a:lstStyle/>
          <a:p>
            <a:endParaRPr lang="en-US" dirty="0"/>
          </a:p>
        </p:txBody>
      </p:sp>
    </p:spTree>
    <p:extLst>
      <p:ext uri="{BB962C8B-B14F-4D97-AF65-F5344CB8AC3E}">
        <p14:creationId xmlns:p14="http://schemas.microsoft.com/office/powerpoint/2010/main" val="503827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dissolve">
                                      <p:cBhvr>
                                        <p:cTn id="11" dur="500"/>
                                        <p:tgtEl>
                                          <p:spTgt spid="5"/>
                                        </p:tgtEl>
                                      </p:cBhvr>
                                    </p:animEffect>
                                  </p:childTnLst>
                                </p:cTn>
                              </p:par>
                              <p:par>
                                <p:cTn id="12" presetID="9" presetClass="entr" presetSubtype="0"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dissolve">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dissolve">
                                      <p:cBhvr>
                                        <p:cTn id="19" dur="500"/>
                                        <p:tgtEl>
                                          <p:spTgt spid="7"/>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dissolve">
                                      <p:cBhvr>
                                        <p:cTn id="22" dur="500"/>
                                        <p:tgtEl>
                                          <p:spTgt spid="8"/>
                                        </p:tgtEl>
                                      </p:cBhvr>
                                    </p:animEffect>
                                  </p:childTnLst>
                                </p:cTn>
                              </p:par>
                              <p:par>
                                <p:cTn id="23" presetID="1" presetClass="exit" presetSubtype="0" fill="hold" grpId="1" nodeType="withEffect">
                                  <p:stCondLst>
                                    <p:cond delay="0"/>
                                  </p:stCondLst>
                                  <p:childTnLst>
                                    <p:set>
                                      <p:cBhvr>
                                        <p:cTn id="24" dur="1" fill="hold">
                                          <p:stCondLst>
                                            <p:cond delay="0"/>
                                          </p:stCondLst>
                                        </p:cTn>
                                        <p:tgtEl>
                                          <p:spTgt spid="5"/>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7" grpId="0" animBg="1"/>
      <p:bldP spid="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0C07D-6B05-534A-952F-905BA3979265}"/>
              </a:ext>
            </a:extLst>
          </p:cNvPr>
          <p:cNvSpPr>
            <a:spLocks noGrp="1"/>
          </p:cNvSpPr>
          <p:nvPr>
            <p:ph type="title"/>
          </p:nvPr>
        </p:nvSpPr>
        <p:spPr/>
        <p:txBody>
          <a:bodyPr/>
          <a:lstStyle/>
          <a:p>
            <a:r>
              <a:rPr lang="en-US" dirty="0"/>
              <a:t>How to make long-term memory work better?</a:t>
            </a:r>
          </a:p>
        </p:txBody>
      </p:sp>
      <p:sp>
        <p:nvSpPr>
          <p:cNvPr id="3" name="Content Placeholder 2">
            <a:extLst>
              <a:ext uri="{FF2B5EF4-FFF2-40B4-BE49-F238E27FC236}">
                <a16:creationId xmlns:a16="http://schemas.microsoft.com/office/drawing/2014/main" id="{6772B145-2980-A445-BB19-0B9D367391DA}"/>
              </a:ext>
            </a:extLst>
          </p:cNvPr>
          <p:cNvSpPr>
            <a:spLocks noGrp="1"/>
          </p:cNvSpPr>
          <p:nvPr>
            <p:ph idx="1"/>
          </p:nvPr>
        </p:nvSpPr>
        <p:spPr/>
        <p:txBody>
          <a:bodyPr>
            <a:normAutofit/>
          </a:bodyPr>
          <a:lstStyle/>
          <a:p>
            <a:r>
              <a:rPr lang="en-US" dirty="0"/>
              <a:t>Need to forget</a:t>
            </a:r>
          </a:p>
          <a:p>
            <a:pPr lvl="1"/>
            <a:r>
              <a:rPr lang="en-US" dirty="0"/>
              <a:t>Retire old memory</a:t>
            </a:r>
          </a:p>
          <a:p>
            <a:pPr lvl="1"/>
            <a:r>
              <a:rPr lang="en-US" dirty="0"/>
              <a:t>So new information can be incorporated into memory</a:t>
            </a:r>
          </a:p>
          <a:p>
            <a:pPr marL="0" indent="0">
              <a:buNone/>
            </a:pPr>
            <a:r>
              <a:rPr lang="en-US" dirty="0"/>
              <a:t>Solution: </a:t>
            </a:r>
          </a:p>
          <a:p>
            <a:pPr marL="0" indent="0">
              <a:buNone/>
            </a:pPr>
            <a:r>
              <a:rPr lang="en-US" dirty="0"/>
              <a:t>	=&gt; forget gate: </a:t>
            </a:r>
          </a:p>
          <a:p>
            <a:pPr marL="0" indent="0">
              <a:buNone/>
            </a:pPr>
            <a:r>
              <a:rPr lang="en-US" dirty="0"/>
              <a:t>		use the input data and memory to determine the mix of 			old memory and new information</a:t>
            </a:r>
          </a:p>
          <a:p>
            <a:pPr marL="0" indent="0">
              <a:buNone/>
            </a:pPr>
            <a:endParaRPr lang="en-US" dirty="0"/>
          </a:p>
          <a:p>
            <a:pPr marL="0" indent="0">
              <a:buNone/>
            </a:pPr>
            <a:r>
              <a:rPr lang="en-US" dirty="0"/>
              <a:t>The forget gate determines how to update the memory</a:t>
            </a:r>
          </a:p>
        </p:txBody>
      </p:sp>
      <p:sp>
        <p:nvSpPr>
          <p:cNvPr id="4" name="Slide Number Placeholder 3">
            <a:extLst>
              <a:ext uri="{FF2B5EF4-FFF2-40B4-BE49-F238E27FC236}">
                <a16:creationId xmlns:a16="http://schemas.microsoft.com/office/drawing/2014/main" id="{EE07194E-191F-4741-B202-C02ADF296C25}"/>
              </a:ext>
            </a:extLst>
          </p:cNvPr>
          <p:cNvSpPr>
            <a:spLocks noGrp="1"/>
          </p:cNvSpPr>
          <p:nvPr>
            <p:ph type="sldNum" sz="quarter" idx="12"/>
          </p:nvPr>
        </p:nvSpPr>
        <p:spPr/>
        <p:txBody>
          <a:bodyPr/>
          <a:lstStyle/>
          <a:p>
            <a:fld id="{ACE956E7-2A6A-4E70-9F41-09A4B3DE69AA}" type="slidenum">
              <a:rPr lang="en-US" smtClean="0"/>
              <a:t>18</a:t>
            </a:fld>
            <a:endParaRPr lang="en-US"/>
          </a:p>
        </p:txBody>
      </p:sp>
    </p:spTree>
    <p:extLst>
      <p:ext uri="{BB962C8B-B14F-4D97-AF65-F5344CB8AC3E}">
        <p14:creationId xmlns:p14="http://schemas.microsoft.com/office/powerpoint/2010/main" val="25944968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0C07D-6B05-534A-952F-905BA3979265}"/>
              </a:ext>
            </a:extLst>
          </p:cNvPr>
          <p:cNvSpPr>
            <a:spLocks noGrp="1"/>
          </p:cNvSpPr>
          <p:nvPr>
            <p:ph type="title"/>
          </p:nvPr>
        </p:nvSpPr>
        <p:spPr/>
        <p:txBody>
          <a:bodyPr/>
          <a:lstStyle/>
          <a:p>
            <a:r>
              <a:rPr lang="en-US" dirty="0"/>
              <a:t>Updating the short-term memory</a:t>
            </a:r>
          </a:p>
        </p:txBody>
      </p:sp>
      <p:sp>
        <p:nvSpPr>
          <p:cNvPr id="3" name="Content Placeholder 2">
            <a:extLst>
              <a:ext uri="{FF2B5EF4-FFF2-40B4-BE49-F238E27FC236}">
                <a16:creationId xmlns:a16="http://schemas.microsoft.com/office/drawing/2014/main" id="{6772B145-2980-A445-BB19-0B9D367391DA}"/>
              </a:ext>
            </a:extLst>
          </p:cNvPr>
          <p:cNvSpPr>
            <a:spLocks noGrp="1"/>
          </p:cNvSpPr>
          <p:nvPr>
            <p:ph idx="1"/>
          </p:nvPr>
        </p:nvSpPr>
        <p:spPr/>
        <p:txBody>
          <a:bodyPr/>
          <a:lstStyle/>
          <a:p>
            <a:r>
              <a:rPr lang="en-US" dirty="0"/>
              <a:t>Need to decide whether to update the short-term memory (</a:t>
            </a:r>
            <a:r>
              <a:rPr lang="en-US" dirty="0" err="1"/>
              <a:t>i.e</a:t>
            </a:r>
            <a:r>
              <a:rPr lang="en-US" dirty="0"/>
              <a:t>, update the hidden state)</a:t>
            </a:r>
          </a:p>
          <a:p>
            <a:pPr marL="457200" lvl="1" indent="0">
              <a:buNone/>
            </a:pPr>
            <a:endParaRPr lang="en-US" dirty="0"/>
          </a:p>
          <a:p>
            <a:pPr marL="0" indent="0">
              <a:buNone/>
            </a:pPr>
            <a:r>
              <a:rPr lang="en-US" dirty="0"/>
              <a:t>Solution: </a:t>
            </a:r>
          </a:p>
          <a:p>
            <a:pPr marL="0" indent="0">
              <a:buNone/>
            </a:pPr>
            <a:r>
              <a:rPr lang="en-US" dirty="0"/>
              <a:t>	=&gt; output gate: </a:t>
            </a:r>
          </a:p>
          <a:p>
            <a:pPr marL="0" indent="0">
              <a:buNone/>
            </a:pPr>
            <a:r>
              <a:rPr lang="en-US" dirty="0"/>
              <a:t>		a small neural network to use the input data and memory 		to predict whether to update the hidden state</a:t>
            </a:r>
          </a:p>
          <a:p>
            <a:pPr marL="0" indent="0">
              <a:buNone/>
            </a:pPr>
            <a:endParaRPr lang="en-US" dirty="0"/>
          </a:p>
        </p:txBody>
      </p:sp>
      <p:sp>
        <p:nvSpPr>
          <p:cNvPr id="4" name="Slide Number Placeholder 3">
            <a:extLst>
              <a:ext uri="{FF2B5EF4-FFF2-40B4-BE49-F238E27FC236}">
                <a16:creationId xmlns:a16="http://schemas.microsoft.com/office/drawing/2014/main" id="{7ADA59FF-D426-4F49-9172-621B36DF6448}"/>
              </a:ext>
            </a:extLst>
          </p:cNvPr>
          <p:cNvSpPr>
            <a:spLocks noGrp="1"/>
          </p:cNvSpPr>
          <p:nvPr>
            <p:ph type="sldNum" sz="quarter" idx="12"/>
          </p:nvPr>
        </p:nvSpPr>
        <p:spPr/>
        <p:txBody>
          <a:bodyPr/>
          <a:lstStyle/>
          <a:p>
            <a:fld id="{ACE956E7-2A6A-4E70-9F41-09A4B3DE69AA}" type="slidenum">
              <a:rPr lang="en-US" smtClean="0"/>
              <a:t>19</a:t>
            </a:fld>
            <a:endParaRPr lang="en-US"/>
          </a:p>
        </p:txBody>
      </p:sp>
    </p:spTree>
    <p:extLst>
      <p:ext uri="{BB962C8B-B14F-4D97-AF65-F5344CB8AC3E}">
        <p14:creationId xmlns:p14="http://schemas.microsoft.com/office/powerpoint/2010/main" val="3467482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流程圖: 磁碟 24"/>
          <p:cNvSpPr/>
          <p:nvPr/>
        </p:nvSpPr>
        <p:spPr>
          <a:xfrm>
            <a:off x="4422408" y="3435968"/>
            <a:ext cx="1725840" cy="1156313"/>
          </a:xfrm>
          <a:prstGeom prst="flowChartMagneticDisk">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2400" dirty="0"/>
              <a:t>Memory</a:t>
            </a:r>
          </a:p>
          <a:p>
            <a:pPr algn="ctr"/>
            <a:r>
              <a:rPr lang="en-US" altLang="zh-TW" sz="2400" dirty="0"/>
              <a:t>Cell</a:t>
            </a:r>
            <a:endParaRPr lang="zh-TW" altLang="en-US" sz="2400" dirty="0"/>
          </a:p>
        </p:txBody>
      </p:sp>
      <p:sp>
        <p:nvSpPr>
          <p:cNvPr id="2" name="標題 1"/>
          <p:cNvSpPr>
            <a:spLocks noGrp="1"/>
          </p:cNvSpPr>
          <p:nvPr>
            <p:ph type="title"/>
          </p:nvPr>
        </p:nvSpPr>
        <p:spPr/>
        <p:txBody>
          <a:bodyPr/>
          <a:lstStyle/>
          <a:p>
            <a:r>
              <a:rPr lang="en-US" altLang="zh-TW" dirty="0"/>
              <a:t> Long Short-term Memory (LSTM)</a:t>
            </a:r>
            <a:endParaRPr lang="zh-TW" altLang="en-US" dirty="0"/>
          </a:p>
        </p:txBody>
      </p:sp>
      <p:sp>
        <p:nvSpPr>
          <p:cNvPr id="6" name="矩形 5"/>
          <p:cNvSpPr/>
          <p:nvPr/>
        </p:nvSpPr>
        <p:spPr>
          <a:xfrm>
            <a:off x="3964662" y="5303330"/>
            <a:ext cx="2656936" cy="56934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TW" sz="2400" dirty="0"/>
              <a:t>Input Gate</a:t>
            </a:r>
            <a:endParaRPr lang="zh-TW" altLang="en-US" sz="2400" dirty="0"/>
          </a:p>
        </p:txBody>
      </p:sp>
      <p:sp>
        <p:nvSpPr>
          <p:cNvPr id="8" name="矩形 7"/>
          <p:cNvSpPr/>
          <p:nvPr/>
        </p:nvSpPr>
        <p:spPr>
          <a:xfrm>
            <a:off x="3964662" y="2351698"/>
            <a:ext cx="2656936" cy="56934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Output Gate</a:t>
            </a:r>
            <a:endParaRPr lang="zh-TW" altLang="en-US" sz="2400" dirty="0"/>
          </a:p>
        </p:txBody>
      </p:sp>
      <p:sp>
        <p:nvSpPr>
          <p:cNvPr id="11" name="矩形 10"/>
          <p:cNvSpPr/>
          <p:nvPr/>
        </p:nvSpPr>
        <p:spPr>
          <a:xfrm>
            <a:off x="6785629" y="3607454"/>
            <a:ext cx="1323953" cy="839897"/>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Forget Gate</a:t>
            </a:r>
            <a:endParaRPr lang="zh-TW" altLang="en-US" sz="2400" dirty="0"/>
          </a:p>
        </p:txBody>
      </p:sp>
      <p:cxnSp>
        <p:nvCxnSpPr>
          <p:cNvPr id="16" name="直線單箭頭接點 15"/>
          <p:cNvCxnSpPr/>
          <p:nvPr/>
        </p:nvCxnSpPr>
        <p:spPr>
          <a:xfrm flipV="1">
            <a:off x="5297566" y="5815235"/>
            <a:ext cx="0" cy="614600"/>
          </a:xfrm>
          <a:prstGeom prst="straightConnector1">
            <a:avLst/>
          </a:prstGeom>
          <a:ln w="571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7"/>
          <p:cNvCxnSpPr/>
          <p:nvPr/>
        </p:nvCxnSpPr>
        <p:spPr>
          <a:xfrm flipV="1">
            <a:off x="5309618" y="4592281"/>
            <a:ext cx="0" cy="71674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19"/>
          <p:cNvCxnSpPr/>
          <p:nvPr/>
        </p:nvCxnSpPr>
        <p:spPr>
          <a:xfrm flipV="1">
            <a:off x="5285328" y="1842829"/>
            <a:ext cx="0" cy="50886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手繪多邊形 28"/>
          <p:cNvSpPr/>
          <p:nvPr/>
        </p:nvSpPr>
        <p:spPr>
          <a:xfrm>
            <a:off x="5440573" y="3135414"/>
            <a:ext cx="1927823" cy="447525"/>
          </a:xfrm>
          <a:custGeom>
            <a:avLst/>
            <a:gdLst>
              <a:gd name="connsiteX0" fmla="*/ 0 w 2035834"/>
              <a:gd name="connsiteY0" fmla="*/ 603849 h 603849"/>
              <a:gd name="connsiteX1" fmla="*/ 1017917 w 2035834"/>
              <a:gd name="connsiteY1" fmla="*/ 0 h 603849"/>
              <a:gd name="connsiteX2" fmla="*/ 2035834 w 2035834"/>
              <a:gd name="connsiteY2" fmla="*/ 603849 h 603849"/>
            </a:gdLst>
            <a:ahLst/>
            <a:cxnLst>
              <a:cxn ang="0">
                <a:pos x="connsiteX0" y="connsiteY0"/>
              </a:cxn>
              <a:cxn ang="0">
                <a:pos x="connsiteX1" y="connsiteY1"/>
              </a:cxn>
              <a:cxn ang="0">
                <a:pos x="connsiteX2" y="connsiteY2"/>
              </a:cxn>
            </a:cxnLst>
            <a:rect l="l" t="t" r="r" b="b"/>
            <a:pathLst>
              <a:path w="2035834" h="603849">
                <a:moveTo>
                  <a:pt x="0" y="603849"/>
                </a:moveTo>
                <a:cubicBezTo>
                  <a:pt x="339305" y="301924"/>
                  <a:pt x="678611" y="0"/>
                  <a:pt x="1017917" y="0"/>
                </a:cubicBezTo>
                <a:cubicBezTo>
                  <a:pt x="1357223" y="0"/>
                  <a:pt x="1696528" y="301924"/>
                  <a:pt x="2035834" y="603849"/>
                </a:cubicBezTo>
              </a:path>
            </a:pathLst>
          </a:custGeom>
          <a:noFill/>
          <a:ln w="5715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手繪多邊形 30"/>
          <p:cNvSpPr/>
          <p:nvPr/>
        </p:nvSpPr>
        <p:spPr>
          <a:xfrm rot="21317573" flipH="1" flipV="1">
            <a:off x="5457706" y="4507493"/>
            <a:ext cx="1915945" cy="496296"/>
          </a:xfrm>
          <a:custGeom>
            <a:avLst/>
            <a:gdLst>
              <a:gd name="connsiteX0" fmla="*/ 0 w 2035834"/>
              <a:gd name="connsiteY0" fmla="*/ 603849 h 603849"/>
              <a:gd name="connsiteX1" fmla="*/ 1017917 w 2035834"/>
              <a:gd name="connsiteY1" fmla="*/ 0 h 603849"/>
              <a:gd name="connsiteX2" fmla="*/ 2035834 w 2035834"/>
              <a:gd name="connsiteY2" fmla="*/ 603849 h 603849"/>
            </a:gdLst>
            <a:ahLst/>
            <a:cxnLst>
              <a:cxn ang="0">
                <a:pos x="connsiteX0" y="connsiteY0"/>
              </a:cxn>
              <a:cxn ang="0">
                <a:pos x="connsiteX1" y="connsiteY1"/>
              </a:cxn>
              <a:cxn ang="0">
                <a:pos x="connsiteX2" y="connsiteY2"/>
              </a:cxn>
            </a:cxnLst>
            <a:rect l="l" t="t" r="r" b="b"/>
            <a:pathLst>
              <a:path w="2035834" h="603849">
                <a:moveTo>
                  <a:pt x="0" y="603849"/>
                </a:moveTo>
                <a:cubicBezTo>
                  <a:pt x="339305" y="301924"/>
                  <a:pt x="678611" y="0"/>
                  <a:pt x="1017917" y="0"/>
                </a:cubicBezTo>
                <a:cubicBezTo>
                  <a:pt x="1357223" y="0"/>
                  <a:pt x="1696528" y="301924"/>
                  <a:pt x="2035834" y="603849"/>
                </a:cubicBezTo>
              </a:path>
            </a:pathLst>
          </a:custGeom>
          <a:noFill/>
          <a:ln w="5715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文字方塊 29"/>
          <p:cNvSpPr txBox="1"/>
          <p:nvPr/>
        </p:nvSpPr>
        <p:spPr>
          <a:xfrm>
            <a:off x="3511340" y="6326522"/>
            <a:ext cx="3619500" cy="461665"/>
          </a:xfrm>
          <a:prstGeom prst="rect">
            <a:avLst/>
          </a:prstGeom>
          <a:noFill/>
        </p:spPr>
        <p:txBody>
          <a:bodyPr wrap="square" rtlCol="0">
            <a:spAutoFit/>
          </a:bodyPr>
          <a:lstStyle/>
          <a:p>
            <a:pPr algn="ctr"/>
            <a:r>
              <a:rPr lang="en-US" altLang="zh-TW" sz="2400" dirty="0">
                <a:solidFill>
                  <a:srgbClr val="0000FF"/>
                </a:solidFill>
              </a:rPr>
              <a:t>input</a:t>
            </a:r>
            <a:endParaRPr lang="zh-TW" altLang="en-US" sz="2400" dirty="0">
              <a:solidFill>
                <a:srgbClr val="0000FF"/>
              </a:solidFill>
            </a:endParaRPr>
          </a:p>
        </p:txBody>
      </p:sp>
      <p:cxnSp>
        <p:nvCxnSpPr>
          <p:cNvPr id="36" name="直線單箭頭接點 35"/>
          <p:cNvCxnSpPr/>
          <p:nvPr/>
        </p:nvCxnSpPr>
        <p:spPr>
          <a:xfrm flipV="1">
            <a:off x="5279996" y="2890713"/>
            <a:ext cx="0" cy="71674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矩形 50"/>
          <p:cNvSpPr/>
          <p:nvPr/>
        </p:nvSpPr>
        <p:spPr>
          <a:xfrm>
            <a:off x="3961687" y="2312355"/>
            <a:ext cx="4156798" cy="3616237"/>
          </a:xfrm>
          <a:prstGeom prst="rect">
            <a:avLst/>
          </a:prstGeom>
          <a:noFill/>
          <a:ln w="76200">
            <a:solidFill>
              <a:srgbClr val="FF0000"/>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56" name="文字方塊 55"/>
          <p:cNvSpPr txBox="1"/>
          <p:nvPr/>
        </p:nvSpPr>
        <p:spPr>
          <a:xfrm>
            <a:off x="6894530" y="5292015"/>
            <a:ext cx="1152219" cy="523220"/>
          </a:xfrm>
          <a:prstGeom prst="rect">
            <a:avLst/>
          </a:prstGeom>
          <a:noFill/>
        </p:spPr>
        <p:txBody>
          <a:bodyPr wrap="square" rtlCol="0">
            <a:spAutoFit/>
          </a:bodyPr>
          <a:lstStyle/>
          <a:p>
            <a:pPr algn="ctr"/>
            <a:r>
              <a:rPr lang="en-US" altLang="zh-TW" sz="2800" b="1" i="1" u="sng" dirty="0">
                <a:solidFill>
                  <a:srgbClr val="FF0000"/>
                </a:solidFill>
              </a:rPr>
              <a:t>LSTM</a:t>
            </a:r>
            <a:endParaRPr lang="zh-TW" altLang="en-US" sz="2800" b="1" i="1" u="sng" dirty="0">
              <a:solidFill>
                <a:srgbClr val="FF0000"/>
              </a:solidFill>
            </a:endParaRPr>
          </a:p>
        </p:txBody>
      </p:sp>
      <p:sp>
        <p:nvSpPr>
          <p:cNvPr id="3" name="Slide Number Placeholder 2">
            <a:extLst>
              <a:ext uri="{FF2B5EF4-FFF2-40B4-BE49-F238E27FC236}">
                <a16:creationId xmlns:a16="http://schemas.microsoft.com/office/drawing/2014/main" id="{B5D726A8-1F33-D041-B07C-4BF5061F5ACF}"/>
              </a:ext>
            </a:extLst>
          </p:cNvPr>
          <p:cNvSpPr>
            <a:spLocks noGrp="1"/>
          </p:cNvSpPr>
          <p:nvPr>
            <p:ph type="sldNum" sz="quarter" idx="12"/>
          </p:nvPr>
        </p:nvSpPr>
        <p:spPr/>
        <p:txBody>
          <a:bodyPr/>
          <a:lstStyle/>
          <a:p>
            <a:fld id="{ACE956E7-2A6A-4E70-9F41-09A4B3DE69AA}" type="slidenum">
              <a:rPr lang="en-US" smtClean="0"/>
              <a:t>20</a:t>
            </a:fld>
            <a:endParaRPr lang="en-US"/>
          </a:p>
        </p:txBody>
      </p:sp>
      <p:sp>
        <p:nvSpPr>
          <p:cNvPr id="23" name="矩形 7">
            <a:extLst>
              <a:ext uri="{FF2B5EF4-FFF2-40B4-BE49-F238E27FC236}">
                <a16:creationId xmlns:a16="http://schemas.microsoft.com/office/drawing/2014/main" id="{C2558782-0A4B-EF47-8834-07F8FB555050}"/>
              </a:ext>
            </a:extLst>
          </p:cNvPr>
          <p:cNvSpPr/>
          <p:nvPr/>
        </p:nvSpPr>
        <p:spPr>
          <a:xfrm>
            <a:off x="3981149" y="1327528"/>
            <a:ext cx="4447955" cy="56934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Hidden State/Short-term memory</a:t>
            </a:r>
            <a:endParaRPr lang="zh-TW" altLang="en-US" sz="2400" dirty="0"/>
          </a:p>
        </p:txBody>
      </p:sp>
    </p:spTree>
    <p:extLst>
      <p:ext uri="{BB962C8B-B14F-4D97-AF65-F5344CB8AC3E}">
        <p14:creationId xmlns:p14="http://schemas.microsoft.com/office/powerpoint/2010/main" val="28022949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9B4F5-E664-C14F-8A81-876E32675FDE}"/>
              </a:ext>
            </a:extLst>
          </p:cNvPr>
          <p:cNvSpPr>
            <a:spLocks noGrp="1"/>
          </p:cNvSpPr>
          <p:nvPr>
            <p:ph type="title"/>
          </p:nvPr>
        </p:nvSpPr>
        <p:spPr/>
        <p:txBody>
          <a:bodyPr/>
          <a:lstStyle/>
          <a:p>
            <a:r>
              <a:rPr lang="en-US"/>
              <a:t>How does the </a:t>
            </a:r>
            <a:r>
              <a:rPr lang="en-US" dirty="0"/>
              <a:t>“input gate</a:t>
            </a:r>
            <a:r>
              <a:rPr lang="en-US"/>
              <a:t>” work?</a:t>
            </a:r>
            <a:endParaRPr lang="en-US" dirty="0"/>
          </a:p>
        </p:txBody>
      </p:sp>
      <p:sp>
        <p:nvSpPr>
          <p:cNvPr id="3" name="Content Placeholder 2">
            <a:extLst>
              <a:ext uri="{FF2B5EF4-FFF2-40B4-BE49-F238E27FC236}">
                <a16:creationId xmlns:a16="http://schemas.microsoft.com/office/drawing/2014/main" id="{2A9A28BF-E52C-F340-AA87-FC39FC28875B}"/>
              </a:ext>
            </a:extLst>
          </p:cNvPr>
          <p:cNvSpPr>
            <a:spLocks noGrp="1"/>
          </p:cNvSpPr>
          <p:nvPr>
            <p:ph idx="1"/>
          </p:nvPr>
        </p:nvSpPr>
        <p:spPr>
          <a:xfrm>
            <a:off x="838200" y="1825625"/>
            <a:ext cx="6144491" cy="4351338"/>
          </a:xfrm>
        </p:spPr>
        <p:txBody>
          <a:bodyPr>
            <a:normAutofit fontScale="92500"/>
          </a:bodyPr>
          <a:lstStyle/>
          <a:p>
            <a:pPr marL="0" indent="0">
              <a:buNone/>
            </a:pPr>
            <a:r>
              <a:rPr lang="en-US" sz="2400" dirty="0"/>
              <a:t>The “Gate” sounds fancy, but it is actually a simple sigmoid neural net layer with an output between 0 and 1, which then multiplies the input information</a:t>
            </a:r>
          </a:p>
          <a:p>
            <a:pPr marL="0" indent="0">
              <a:buNone/>
            </a:pPr>
            <a:r>
              <a:rPr lang="en-US" sz="2400" dirty="0"/>
              <a:t>	-0: no information goes through, as multiple any number with zero, we get zero</a:t>
            </a:r>
          </a:p>
          <a:p>
            <a:pPr marL="0" indent="0">
              <a:buNone/>
            </a:pPr>
            <a:r>
              <a:rPr lang="en-US" sz="2400" dirty="0"/>
              <a:t>	-1: let all information go through, as multiple any number with one, we get the original value.</a:t>
            </a:r>
          </a:p>
          <a:p>
            <a:pPr marL="0" indent="0">
              <a:buNone/>
            </a:pPr>
            <a:r>
              <a:rPr lang="en-US" sz="2400" dirty="0"/>
              <a:t>	-we can also have a value between 0 and 1, which means partial information goes through the gate </a:t>
            </a:r>
          </a:p>
          <a:p>
            <a:r>
              <a:rPr lang="en-US" dirty="0"/>
              <a:t>Ditto to all other gates</a:t>
            </a:r>
          </a:p>
        </p:txBody>
      </p:sp>
      <p:pic>
        <p:nvPicPr>
          <p:cNvPr id="4" name="Picture 3">
            <a:extLst>
              <a:ext uri="{FF2B5EF4-FFF2-40B4-BE49-F238E27FC236}">
                <a16:creationId xmlns:a16="http://schemas.microsoft.com/office/drawing/2014/main" id="{556C34E9-2534-A242-90E4-342BC423F0F6}"/>
              </a:ext>
            </a:extLst>
          </p:cNvPr>
          <p:cNvPicPr>
            <a:picLocks noChangeAspect="1"/>
          </p:cNvPicPr>
          <p:nvPr/>
        </p:nvPicPr>
        <p:blipFill>
          <a:blip r:embed="rId2"/>
          <a:stretch>
            <a:fillRect/>
          </a:stretch>
        </p:blipFill>
        <p:spPr>
          <a:xfrm>
            <a:off x="6982691" y="2225040"/>
            <a:ext cx="4767029" cy="2407919"/>
          </a:xfrm>
          <a:prstGeom prst="rect">
            <a:avLst/>
          </a:prstGeom>
        </p:spPr>
      </p:pic>
      <p:sp>
        <p:nvSpPr>
          <p:cNvPr id="5" name="Slide Number Placeholder 4">
            <a:extLst>
              <a:ext uri="{FF2B5EF4-FFF2-40B4-BE49-F238E27FC236}">
                <a16:creationId xmlns:a16="http://schemas.microsoft.com/office/drawing/2014/main" id="{2A078A67-28B2-3240-A157-7FD2E75768E9}"/>
              </a:ext>
            </a:extLst>
          </p:cNvPr>
          <p:cNvSpPr>
            <a:spLocks noGrp="1"/>
          </p:cNvSpPr>
          <p:nvPr>
            <p:ph type="sldNum" sz="quarter" idx="12"/>
          </p:nvPr>
        </p:nvSpPr>
        <p:spPr/>
        <p:txBody>
          <a:bodyPr/>
          <a:lstStyle/>
          <a:p>
            <a:fld id="{ACE956E7-2A6A-4E70-9F41-09A4B3DE69AA}" type="slidenum">
              <a:rPr lang="en-US" smtClean="0"/>
              <a:t>21</a:t>
            </a:fld>
            <a:endParaRPr lang="en-US"/>
          </a:p>
        </p:txBody>
      </p:sp>
    </p:spTree>
    <p:extLst>
      <p:ext uri="{BB962C8B-B14F-4D97-AF65-F5344CB8AC3E}">
        <p14:creationId xmlns:p14="http://schemas.microsoft.com/office/powerpoint/2010/main" val="3123972139"/>
      </p:ext>
    </p:extLst>
  </p:cSld>
  <p:clrMapOvr>
    <a:masterClrMapping/>
  </p:clrMapOvr>
</p:sld>
</file>

<file path=ppt/theme/theme1.xml><?xml version="1.0" encoding="utf-8"?>
<a:theme xmlns:a="http://schemas.openxmlformats.org/drawingml/2006/main" name="JHU Research Clea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HU Research Clean" id="{9C437621-947E-4650-AE08-B5F42A35DA48}" vid="{11D5273D-3E0A-4A2A-957F-2B3E155D6D7D}"/>
    </a:ext>
  </a:extLst>
</a:theme>
</file>

<file path=ppt/theme/theme2.xml><?xml version="1.0" encoding="utf-8"?>
<a:theme xmlns:a="http://schemas.openxmlformats.org/drawingml/2006/main" name="JHU Bright Wide Templat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HU Bright Wide Template" id="{AA2020BA-8CF5-46B9-870B-012C8F1C5C2F}" vid="{5D326DB3-8F86-4762-96AD-E2EC9BBE135B}"/>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EE936D02CA271458AC2611CE31A9F13" ma:contentTypeVersion="16" ma:contentTypeDescription="Create a new document." ma:contentTypeScope="" ma:versionID="2f673d4a9faeb5ce3a5b82e2e6aac4de">
  <xsd:schema xmlns:xsd="http://www.w3.org/2001/XMLSchema" xmlns:xs="http://www.w3.org/2001/XMLSchema" xmlns:p="http://schemas.microsoft.com/office/2006/metadata/properties" xmlns:ns3="f1aa26e6-69c1-4d4f-a263-f9a4f72695dc" xmlns:ns4="6755d3f8-faee-428f-9bed-004ee8ec29d0" targetNamespace="http://schemas.microsoft.com/office/2006/metadata/properties" ma:root="true" ma:fieldsID="b90deb325875008f4c29efc0c465f2e5" ns3:_="" ns4:_="">
    <xsd:import namespace="f1aa26e6-69c1-4d4f-a263-f9a4f72695dc"/>
    <xsd:import namespace="6755d3f8-faee-428f-9bed-004ee8ec29d0"/>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LengthInSeconds" minOccurs="0"/>
                <xsd:element ref="ns3:MediaServiceAutoTags" minOccurs="0"/>
                <xsd:element ref="ns3:MediaServiceLocation" minOccurs="0"/>
                <xsd:element ref="ns3:MediaServiceGenerationTime" minOccurs="0"/>
                <xsd:element ref="ns3:MediaServiceEventHashCode" minOccurs="0"/>
                <xsd:element ref="ns3:MediaServiceOCR"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1aa26e6-69c1-4d4f-a263-f9a4f72695d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AutoTags" ma:index="15" nillable="true" ma:displayName="Tags" ma:internalName="MediaServiceAutoTags" ma:readOnly="true">
      <xsd:simpleType>
        <xsd:restriction base="dms:Text"/>
      </xsd:simpleType>
    </xsd:element>
    <xsd:element name="MediaServiceLocation" ma:index="16" nillable="true" ma:displayName="Location" ma:indexed="true"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_activity" ma:index="20" nillable="true" ma:displayName="_activity" ma:hidden="true" ma:internalName="_activity">
      <xsd:simpleType>
        <xsd:restriction base="dms:Note"/>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ystemTags" ma:index="22" nillable="true" ma:displayName="MediaServiceSystemTags" ma:hidden="true" ma:internalName="MediaServiceSystemTags" ma:readOnly="true">
      <xsd:simpleType>
        <xsd:restriction base="dms:Note"/>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755d3f8-faee-428f-9bed-004ee8ec29d0"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f1aa26e6-69c1-4d4f-a263-f9a4f72695dc"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0D9FA6D-6A95-4CC2-BB78-BC336FF5B0E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1aa26e6-69c1-4d4f-a263-f9a4f72695dc"/>
    <ds:schemaRef ds:uri="6755d3f8-faee-428f-9bed-004ee8ec29d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465FAF8-B8DC-4714-AF5B-F3AA0F1C76B8}">
  <ds:schemaRefs>
    <ds:schemaRef ds:uri="http://purl.org/dc/elements/1.1/"/>
    <ds:schemaRef ds:uri="http://www.w3.org/XML/1998/namespace"/>
    <ds:schemaRef ds:uri="http://schemas.microsoft.com/office/2006/documentManagement/types"/>
    <ds:schemaRef ds:uri="http://schemas.openxmlformats.org/package/2006/metadata/core-properties"/>
    <ds:schemaRef ds:uri="http://purl.org/dc/terms/"/>
    <ds:schemaRef ds:uri="http://schemas.microsoft.com/office/infopath/2007/PartnerControls"/>
    <ds:schemaRef ds:uri="http://purl.org/dc/dcmitype/"/>
    <ds:schemaRef ds:uri="f1aa26e6-69c1-4d4f-a263-f9a4f72695dc"/>
    <ds:schemaRef ds:uri="6755d3f8-faee-428f-9bed-004ee8ec29d0"/>
    <ds:schemaRef ds:uri="http://schemas.microsoft.com/office/2006/metadata/properties"/>
  </ds:schemaRefs>
</ds:datastoreItem>
</file>

<file path=customXml/itemProps3.xml><?xml version="1.0" encoding="utf-8"?>
<ds:datastoreItem xmlns:ds="http://schemas.openxmlformats.org/officeDocument/2006/customXml" ds:itemID="{89007B5D-57F0-43EF-8151-FA52642E740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JHU Research Clean</Template>
  <TotalTime>1978</TotalTime>
  <Words>1608</Words>
  <Application>Microsoft Macintosh PowerPoint</Application>
  <PresentationFormat>Widescreen</PresentationFormat>
  <Paragraphs>429</Paragraphs>
  <Slides>21</Slides>
  <Notes>13</Notes>
  <HiddenSlides>3</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21</vt:i4>
      </vt:variant>
    </vt:vector>
  </HeadingPairs>
  <TitlesOfParts>
    <vt:vector size="32" baseType="lpstr">
      <vt:lpstr>Gentona Book</vt:lpstr>
      <vt:lpstr>KaTeX_Main</vt:lpstr>
      <vt:lpstr>KaTeX_Math</vt:lpstr>
      <vt:lpstr>ui-sans-serif</vt:lpstr>
      <vt:lpstr>Arial</vt:lpstr>
      <vt:lpstr>Calibri</vt:lpstr>
      <vt:lpstr>Calibri Light</vt:lpstr>
      <vt:lpstr>Cambria Math</vt:lpstr>
      <vt:lpstr>Courier New</vt:lpstr>
      <vt:lpstr>JHU Research Clean</vt:lpstr>
      <vt:lpstr>JHU Bright Wide Template</vt:lpstr>
      <vt:lpstr>Introduction to Recurrent Neural Network (RNN) and Long Short-Term Memory (LSTM)</vt:lpstr>
      <vt:lpstr>Non-Sequential information</vt:lpstr>
      <vt:lpstr>Sequential information</vt:lpstr>
      <vt:lpstr>Big idea of Recurrent Neural Network</vt:lpstr>
      <vt:lpstr>RNN:</vt:lpstr>
      <vt:lpstr>Step 1: Forward to calculate y</vt:lpstr>
      <vt:lpstr>Step 1: Update h_t0 to h_t1 </vt:lpstr>
      <vt:lpstr>Step 2: Forward to calculate y</vt:lpstr>
      <vt:lpstr>Step 2: Update h_t1 to h_t2 </vt:lpstr>
      <vt:lpstr>Step 3: Forward to calculate y</vt:lpstr>
      <vt:lpstr>Step 3: Update h_t2 to h_t3 </vt:lpstr>
      <vt:lpstr>Step 8: Forward to calculate y</vt:lpstr>
      <vt:lpstr>Step 8: Update h_t7 to h_t8 </vt:lpstr>
      <vt:lpstr>A popular way to present RNN</vt:lpstr>
      <vt:lpstr>A popular way to present RNN</vt:lpstr>
      <vt:lpstr>How to make memory work better?</vt:lpstr>
      <vt:lpstr>How to make long-term memory work better?</vt:lpstr>
      <vt:lpstr>How to make long-term memory work better?</vt:lpstr>
      <vt:lpstr>Updating the short-term memory</vt:lpstr>
      <vt:lpstr> Long Short-term Memory (LSTM)</vt:lpstr>
      <vt:lpstr>How does the “input gate” 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Ritu Agarwal</dc:creator>
  <cp:lastModifiedBy>Gordon Gao</cp:lastModifiedBy>
  <cp:revision>17</cp:revision>
  <dcterms:created xsi:type="dcterms:W3CDTF">2024-03-09T23:09:24Z</dcterms:created>
  <dcterms:modified xsi:type="dcterms:W3CDTF">2024-10-07T21:48:09Z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0x010100EEE936D02CA271458AC2611CE31A9F13</vt:lpwstr>
  </property>
</Properties>
</file>